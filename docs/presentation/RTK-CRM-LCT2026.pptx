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media/image1.jpg" ContentType="image/jpg"/>
  <Override PartName="/ppt/media/image3.jpg" ContentType="image/jpg"/>
  <Override PartName="/ppt/media/image30.jpg" ContentType="image/jpg"/>
  <Override PartName="/ppt/media/image31.jpg" ContentType="image/jpg"/>
  <Override PartName="/ppt/media/image32.jpg" ContentType="image/jpg"/>
  <Override PartName="/ppt/media/image4.jpg" ContentType="image/jpg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3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3.xml" ContentType="application/vnd.openxmlformats-officedocument.presentationml.slide+xml"/>
  <Override PartName="/ppt/slides/slide25.xml" ContentType="application/vnd.openxmlformats-officedocument.presentationml.slide+xml"/>
  <Override PartName="/ppt/slides/slide27.xml" ContentType="application/vnd.openxmlformats-officedocument.presentationml.slide+xml"/>
  <Override PartName="/ppt/slides/slide29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officeDocument/2006/relationships/extended-properties" Target="docProps/app.xml"/><Relationship Id="rId3" Type="http://schemas.openxmlformats.org/package/2006/relationships/metadata/core-properties" Target="docProps/core.xml"/><Relationship Id="rId4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>
  <p:sldMasterIdLst>
    <p:sldMasterId id="2147483648" r:id="rId1"/>
  </p:sldMasterIdLst>
  <p:sldIdLst>
    <p:sldId id="262" r:id="rId12"/>
    <p:sldId id="263" r:id="rId13"/>
    <p:sldId id="264" r:id="rId14"/>
    <p:sldId id="265" r:id="rId15"/>
    <p:sldId id="266" r:id="rId16"/>
    <p:sldId id="268" r:id="rId18"/>
    <p:sldId id="272" r:id="rId22"/>
    <p:sldId id="274" r:id="rId24"/>
    <p:sldId id="275" r:id="rId25"/>
    <p:sldId id="271" r:id="rId21"/>
    <p:sldId id="280" r:id="rId30"/>
    <p:sldId id="278" r:id="rId28"/>
    <p:sldId id="282" r:id="rId32"/>
    <p:sldId id="284" r:id="rId34"/>
  </p:sldIdLst>
  <p:sldSz cx="12192000" cy="6858000"/>
  <p:notesSz cx="12192000" cy="6858000"/>
  <p:defaultTextStyle>
    <a:defPPr>
      <a:defRPr kern="0"/>
    </a:def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>
  <a:tblStyle styleId="{2D5ABB26-0587-4C30-8999-92F81FD0307C}" styleName="No Style, No Grid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78" d="100"/>
          <a:sy n="78" d="100"/>
        </p:scale>
        <p:origin x="-1536" y="-84"/>
      </p:cViewPr>
      <p:guideLst>
        <p:guide orient="horz" pos="2880"/>
        <p:guide pos="216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8028800" cy="780288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theme" Target="theme/theme1.xml"/><Relationship Id="rId3" Type="http://schemas.openxmlformats.org/officeDocument/2006/relationships/viewProps" Target="viewProps.xml"/><Relationship Id="rId4" Type="http://schemas.openxmlformats.org/officeDocument/2006/relationships/presProps" Target="presProps.xml"/><Relationship Id="rId5" Type="http://schemas.openxmlformats.org/officeDocument/2006/relationships/tableStyles" Target="tableStyles.xml"/><Relationship Id="rId12" Type="http://schemas.openxmlformats.org/officeDocument/2006/relationships/slide" Target="slides/slide7.xml"/><Relationship Id="rId13" Type="http://schemas.openxmlformats.org/officeDocument/2006/relationships/slide" Target="slides/slide8.xml"/><Relationship Id="rId14" Type="http://schemas.openxmlformats.org/officeDocument/2006/relationships/slide" Target="slides/slide9.xml"/><Relationship Id="rId15" Type="http://schemas.openxmlformats.org/officeDocument/2006/relationships/slide" Target="slides/slide10.xml"/><Relationship Id="rId16" Type="http://schemas.openxmlformats.org/officeDocument/2006/relationships/slide" Target="slides/slide11.xml"/><Relationship Id="rId18" Type="http://schemas.openxmlformats.org/officeDocument/2006/relationships/slide" Target="slides/slide13.xml"/><Relationship Id="rId21" Type="http://schemas.openxmlformats.org/officeDocument/2006/relationships/slide" Target="slides/slide16.xml"/><Relationship Id="rId22" Type="http://schemas.openxmlformats.org/officeDocument/2006/relationships/slide" Target="slides/slide17.xml"/><Relationship Id="rId24" Type="http://schemas.openxmlformats.org/officeDocument/2006/relationships/slide" Target="slides/slide19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30" Type="http://schemas.openxmlformats.org/officeDocument/2006/relationships/slide" Target="slides/slide25.xml"/><Relationship Id="rId32" Type="http://schemas.openxmlformats.org/officeDocument/2006/relationships/slide" Target="slides/slide27.xml"/><Relationship Id="rId34" Type="http://schemas.openxmlformats.org/officeDocument/2006/relationships/slide" Target="slides/slide29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jpg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jpg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jpg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type="obj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older 2"/>
          <p:cNvSpPr>
            <a:spLocks noGrp="1"/>
          </p:cNvSpPr>
          <p:nvPr>
            <p:ph type="ctrTitle"/>
          </p:nvPr>
        </p:nvSpPr>
        <p:spPr>
          <a:xfrm>
            <a:off x="914400" y="2125980"/>
            <a:ext cx="10363200" cy="1440180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 sz="2000" b="1" i="0">
                <a:solidFill>
                  <a:srgbClr val="F1F1F1"/>
                </a:solidFill>
                <a:latin typeface="Arial"/>
                <a:cs typeface="Arial"/>
              </a:defRPr>
            </a:lvl1pPr>
          </a:lstStyle>
          <a:p/>
        </p:txBody>
      </p:sp>
      <p:sp>
        <p:nvSpPr>
          <p:cNvPr id="3" name="Holder 3"/>
          <p:cNvSpPr>
            <a:spLocks noGrp="1"/>
          </p:cNvSpPr>
          <p:nvPr>
            <p:ph type="subTitle" idx="4"/>
          </p:nvPr>
        </p:nvSpPr>
        <p:spPr>
          <a:xfrm>
            <a:off x="1828800" y="3840480"/>
            <a:ext cx="8534400" cy="1714500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 sz="1800" b="1" i="0">
                <a:solidFill>
                  <a:schemeClr val="bg1"/>
                </a:solidFill>
                <a:latin typeface="Arial"/>
                <a:cs typeface="Arial"/>
              </a:defRPr>
            </a:lvl1pPr>
          </a:lstStyle>
          <a:p/>
        </p:txBody>
      </p:sp>
      <p:sp>
        <p:nvSpPr>
          <p:cNvPr id="4" name="Holder 4"/>
          <p:cNvSpPr>
            <a:spLocks noGrp="1"/>
          </p:cNvSpPr>
          <p:nvPr>
            <p:ph type="ftr" idx="5" sz="quarter"/>
          </p:nvPr>
        </p:nvSpPr>
        <p:spPr/>
        <p:txBody>
          <a:bodyPr lIns="0" tIns="0" rIns="0" bIns="0"/>
          <a:lstStyle>
            <a:lvl1pPr algn="ct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/>
        </p:txBody>
      </p:sp>
      <p:sp>
        <p:nvSpPr>
          <p:cNvPr id="5" name="Holder 5"/>
          <p:cNvSpPr>
            <a:spLocks noGrp="1"/>
          </p:cNvSpPr>
          <p:nvPr>
            <p:ph type="dt" idx="6" sz="half"/>
          </p:nvPr>
        </p:nvSpPr>
        <p:spPr/>
        <p:txBody>
          <a:bodyPr lIns="0" tIns="0" rIns="0" bIns="0"/>
          <a:lstStyle>
            <a:lvl1pPr algn="l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/>
            </a:fld>
          </a:p>
        </p:txBody>
      </p:sp>
      <p:sp>
        <p:nvSpPr>
          <p:cNvPr id="6" name="Holder 6"/>
          <p:cNvSpPr>
            <a:spLocks noGrp="1"/>
          </p:cNvSpPr>
          <p:nvPr>
            <p:ph type="sldNum" idx="7" sz="quarter"/>
          </p:nvPr>
        </p:nvSpPr>
        <p:spPr/>
        <p:txBody>
          <a:bodyPr lIns="0" tIns="0" rIns="0" bIns="0"/>
          <a:lstStyle>
            <a:lvl1pPr>
              <a:defRPr sz="1200" b="0" i="0">
                <a:solidFill>
                  <a:srgbClr val="F1F1F1"/>
                </a:solidFill>
                <a:latin typeface="Microsoft Sans Serif"/>
                <a:cs typeface="Microsoft Sans Serif"/>
              </a:defRPr>
            </a:lvl1pPr>
          </a:lstStyle>
          <a:p>
            <a:pPr marL="184785">
              <a:lnSpc>
                <a:spcPts val="1425"/>
              </a:lnSpc>
            </a:pPr>
            <a:fld id="{81D60167-4931-47E6-BA6A-407CBD079E47}" type="slidenum">
              <a:rPr dirty="0" spc="-50"/>
              <a:t>#</a:t>
            </a:fld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type="obj" showMasterSp="0">
  <p:cSld name="Title and Content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6" name="bg object 16"/>
          <p:cNvPicPr/>
          <p:nvPr/>
        </p:nvPicPr>
        <p:blipFill>
          <a:blip r:embed="rId2" cstate="print"/>
          <a:stretch>
            <a:fillRect/>
          </a:stretch>
        </p:blipFill>
        <p:spPr>
          <a:xfrm>
            <a:off x="0" y="0"/>
            <a:ext cx="12192000" cy="6857999"/>
          </a:xfrm>
          <a:prstGeom prst="rect">
            <a:avLst/>
          </a:prstGeom>
        </p:spPr>
      </p:pic>
      <p:sp>
        <p:nvSpPr>
          <p:cNvPr id="2" name="Holder 2"/>
          <p:cNvSpPr>
            <a:spLocks noGrp="1"/>
          </p:cNvSpPr>
          <p:nvPr>
            <p:ph type="title"/>
          </p:nvPr>
        </p:nvSpPr>
        <p:spPr/>
        <p:txBody>
          <a:bodyPr lIns="0" tIns="0" rIns="0" bIns="0"/>
          <a:lstStyle>
            <a:lvl1pPr>
              <a:defRPr sz="2000" b="1" i="0">
                <a:solidFill>
                  <a:srgbClr val="F1F1F1"/>
                </a:solidFill>
                <a:latin typeface="Arial"/>
                <a:cs typeface="Arial"/>
              </a:defRPr>
            </a:lvl1pPr>
          </a:lstStyle>
          <a:p/>
        </p:txBody>
      </p:sp>
      <p:sp>
        <p:nvSpPr>
          <p:cNvPr id="3" name="Holder 3"/>
          <p:cNvSpPr>
            <a:spLocks noGrp="1"/>
          </p:cNvSpPr>
          <p:nvPr>
            <p:ph type="body" idx="1"/>
          </p:nvPr>
        </p:nvSpPr>
        <p:spPr/>
        <p:txBody>
          <a:bodyPr lIns="0" tIns="0" rIns="0" bIns="0"/>
          <a:lstStyle>
            <a:lvl1pPr>
              <a:defRPr sz="1800" b="1" i="0">
                <a:solidFill>
                  <a:schemeClr val="bg1"/>
                </a:solidFill>
                <a:latin typeface="Arial"/>
                <a:cs typeface="Arial"/>
              </a:defRPr>
            </a:lvl1pPr>
          </a:lstStyle>
          <a:p/>
        </p:txBody>
      </p:sp>
      <p:sp>
        <p:nvSpPr>
          <p:cNvPr id="4" name="Holder 4"/>
          <p:cNvSpPr>
            <a:spLocks noGrp="1"/>
          </p:cNvSpPr>
          <p:nvPr>
            <p:ph type="ftr" idx="5" sz="quarter"/>
          </p:nvPr>
        </p:nvSpPr>
        <p:spPr/>
        <p:txBody>
          <a:bodyPr lIns="0" tIns="0" rIns="0" bIns="0"/>
          <a:lstStyle>
            <a:lvl1pPr algn="ct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/>
        </p:txBody>
      </p:sp>
      <p:sp>
        <p:nvSpPr>
          <p:cNvPr id="5" name="Holder 5"/>
          <p:cNvSpPr>
            <a:spLocks noGrp="1"/>
          </p:cNvSpPr>
          <p:nvPr>
            <p:ph type="dt" idx="6" sz="half"/>
          </p:nvPr>
        </p:nvSpPr>
        <p:spPr/>
        <p:txBody>
          <a:bodyPr lIns="0" tIns="0" rIns="0" bIns="0"/>
          <a:lstStyle>
            <a:lvl1pPr algn="l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/>
            </a:fld>
          </a:p>
        </p:txBody>
      </p:sp>
      <p:sp>
        <p:nvSpPr>
          <p:cNvPr id="6" name="Holder 6"/>
          <p:cNvSpPr>
            <a:spLocks noGrp="1"/>
          </p:cNvSpPr>
          <p:nvPr>
            <p:ph type="sldNum" idx="7" sz="quarter"/>
          </p:nvPr>
        </p:nvSpPr>
        <p:spPr/>
        <p:txBody>
          <a:bodyPr lIns="0" tIns="0" rIns="0" bIns="0"/>
          <a:lstStyle>
            <a:lvl1pPr>
              <a:defRPr sz="1200" b="0" i="0">
                <a:solidFill>
                  <a:srgbClr val="F1F1F1"/>
                </a:solidFill>
                <a:latin typeface="Microsoft Sans Serif"/>
                <a:cs typeface="Microsoft Sans Serif"/>
              </a:defRPr>
            </a:lvl1pPr>
          </a:lstStyle>
          <a:p>
            <a:pPr marL="184785">
              <a:lnSpc>
                <a:spcPts val="1425"/>
              </a:lnSpc>
            </a:pPr>
            <a:fld id="{81D60167-4931-47E6-BA6A-407CBD079E47}" type="slidenum">
              <a:rPr dirty="0" spc="-50"/>
              <a:t>#</a:t>
            </a:fld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type="obj" showMasterSp="0">
  <p:cSld name="Two Content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6" name="bg object 16"/>
          <p:cNvPicPr/>
          <p:nvPr/>
        </p:nvPicPr>
        <p:blipFill>
          <a:blip r:embed="rId2" cstate="print"/>
          <a:stretch>
            <a:fillRect/>
          </a:stretch>
        </p:blipFill>
        <p:spPr>
          <a:xfrm>
            <a:off x="0" y="0"/>
            <a:ext cx="12192000" cy="6857999"/>
          </a:xfrm>
          <a:prstGeom prst="rect">
            <a:avLst/>
          </a:prstGeom>
        </p:spPr>
      </p:pic>
      <p:sp>
        <p:nvSpPr>
          <p:cNvPr id="17" name="bg object 17"/>
          <p:cNvSpPr/>
          <p:nvPr/>
        </p:nvSpPr>
        <p:spPr>
          <a:xfrm>
            <a:off x="347472" y="323088"/>
            <a:ext cx="3749040" cy="622300"/>
          </a:xfrm>
          <a:custGeom>
            <a:avLst/>
            <a:gdLst/>
            <a:ahLst/>
            <a:cxnLst/>
            <a:rect l="l" t="t" r="r" b="b"/>
            <a:pathLst>
              <a:path w="3749040" h="622300">
                <a:moveTo>
                  <a:pt x="3632707" y="0"/>
                </a:moveTo>
                <a:lnTo>
                  <a:pt x="116306" y="0"/>
                </a:lnTo>
                <a:lnTo>
                  <a:pt x="71033" y="9140"/>
                </a:lnTo>
                <a:lnTo>
                  <a:pt x="34064" y="34067"/>
                </a:lnTo>
                <a:lnTo>
                  <a:pt x="9139" y="71044"/>
                </a:lnTo>
                <a:lnTo>
                  <a:pt x="0" y="116331"/>
                </a:lnTo>
                <a:lnTo>
                  <a:pt x="0" y="505459"/>
                </a:lnTo>
                <a:lnTo>
                  <a:pt x="9139" y="550747"/>
                </a:lnTo>
                <a:lnTo>
                  <a:pt x="34064" y="587724"/>
                </a:lnTo>
                <a:lnTo>
                  <a:pt x="71033" y="612651"/>
                </a:lnTo>
                <a:lnTo>
                  <a:pt x="116306" y="621791"/>
                </a:lnTo>
                <a:lnTo>
                  <a:pt x="3632707" y="621791"/>
                </a:lnTo>
                <a:lnTo>
                  <a:pt x="3677995" y="612651"/>
                </a:lnTo>
                <a:lnTo>
                  <a:pt x="3714972" y="587724"/>
                </a:lnTo>
                <a:lnTo>
                  <a:pt x="3739899" y="550747"/>
                </a:lnTo>
                <a:lnTo>
                  <a:pt x="3749040" y="505459"/>
                </a:lnTo>
                <a:lnTo>
                  <a:pt x="3749040" y="116331"/>
                </a:lnTo>
                <a:lnTo>
                  <a:pt x="3739899" y="71044"/>
                </a:lnTo>
                <a:lnTo>
                  <a:pt x="3714972" y="34067"/>
                </a:lnTo>
                <a:lnTo>
                  <a:pt x="3677995" y="9140"/>
                </a:lnTo>
                <a:lnTo>
                  <a:pt x="3632707" y="0"/>
                </a:lnTo>
                <a:close/>
              </a:path>
            </a:pathLst>
          </a:custGeom>
          <a:solidFill>
            <a:srgbClr val="FF0052"/>
          </a:solidFill>
        </p:spPr>
        <p:txBody>
          <a:bodyPr wrap="square" lIns="0" tIns="0" rIns="0" bIns="0" rtlCol="0"/>
          <a:lstStyle/>
          <a:p/>
        </p:txBody>
      </p:sp>
      <p:sp>
        <p:nvSpPr>
          <p:cNvPr id="18" name="bg object 18"/>
          <p:cNvSpPr/>
          <p:nvPr/>
        </p:nvSpPr>
        <p:spPr>
          <a:xfrm>
            <a:off x="347472" y="1210055"/>
            <a:ext cx="11323320" cy="4989830"/>
          </a:xfrm>
          <a:custGeom>
            <a:avLst/>
            <a:gdLst/>
            <a:ahLst/>
            <a:cxnLst/>
            <a:rect l="l" t="t" r="r" b="b"/>
            <a:pathLst>
              <a:path w="11323320" h="4989830">
                <a:moveTo>
                  <a:pt x="5437632" y="170053"/>
                </a:moveTo>
                <a:lnTo>
                  <a:pt x="5431561" y="124828"/>
                </a:lnTo>
                <a:lnTo>
                  <a:pt x="5414416" y="84201"/>
                </a:lnTo>
                <a:lnTo>
                  <a:pt x="5387835" y="49784"/>
                </a:lnTo>
                <a:lnTo>
                  <a:pt x="5353431" y="23215"/>
                </a:lnTo>
                <a:lnTo>
                  <a:pt x="5312803" y="6070"/>
                </a:lnTo>
                <a:lnTo>
                  <a:pt x="5267579" y="0"/>
                </a:lnTo>
                <a:lnTo>
                  <a:pt x="170002" y="0"/>
                </a:lnTo>
                <a:lnTo>
                  <a:pt x="124802" y="6070"/>
                </a:lnTo>
                <a:lnTo>
                  <a:pt x="84188" y="23215"/>
                </a:lnTo>
                <a:lnTo>
                  <a:pt x="49784" y="49784"/>
                </a:lnTo>
                <a:lnTo>
                  <a:pt x="23202" y="84201"/>
                </a:lnTo>
                <a:lnTo>
                  <a:pt x="6070" y="124828"/>
                </a:lnTo>
                <a:lnTo>
                  <a:pt x="0" y="170053"/>
                </a:lnTo>
                <a:lnTo>
                  <a:pt x="0" y="4819574"/>
                </a:lnTo>
                <a:lnTo>
                  <a:pt x="6070" y="4864773"/>
                </a:lnTo>
                <a:lnTo>
                  <a:pt x="23202" y="4905387"/>
                </a:lnTo>
                <a:lnTo>
                  <a:pt x="49784" y="4939792"/>
                </a:lnTo>
                <a:lnTo>
                  <a:pt x="84188" y="4966373"/>
                </a:lnTo>
                <a:lnTo>
                  <a:pt x="124802" y="4983505"/>
                </a:lnTo>
                <a:lnTo>
                  <a:pt x="170002" y="4989576"/>
                </a:lnTo>
                <a:lnTo>
                  <a:pt x="5267579" y="4989576"/>
                </a:lnTo>
                <a:lnTo>
                  <a:pt x="5312803" y="4983505"/>
                </a:lnTo>
                <a:lnTo>
                  <a:pt x="5353431" y="4966373"/>
                </a:lnTo>
                <a:lnTo>
                  <a:pt x="5387835" y="4939792"/>
                </a:lnTo>
                <a:lnTo>
                  <a:pt x="5414416" y="4905387"/>
                </a:lnTo>
                <a:lnTo>
                  <a:pt x="5431561" y="4864773"/>
                </a:lnTo>
                <a:lnTo>
                  <a:pt x="5437632" y="4819574"/>
                </a:lnTo>
                <a:lnTo>
                  <a:pt x="5437632" y="170053"/>
                </a:lnTo>
                <a:close/>
              </a:path>
              <a:path w="11323320" h="4989830">
                <a:moveTo>
                  <a:pt x="11323320" y="192786"/>
                </a:moveTo>
                <a:lnTo>
                  <a:pt x="11318215" y="148602"/>
                </a:lnTo>
                <a:lnTo>
                  <a:pt x="11303711" y="108026"/>
                </a:lnTo>
                <a:lnTo>
                  <a:pt x="11280940" y="72237"/>
                </a:lnTo>
                <a:lnTo>
                  <a:pt x="11251082" y="42379"/>
                </a:lnTo>
                <a:lnTo>
                  <a:pt x="11215294" y="19608"/>
                </a:lnTo>
                <a:lnTo>
                  <a:pt x="11174717" y="5105"/>
                </a:lnTo>
                <a:lnTo>
                  <a:pt x="11130534" y="0"/>
                </a:lnTo>
                <a:lnTo>
                  <a:pt x="6075426" y="0"/>
                </a:lnTo>
                <a:lnTo>
                  <a:pt x="6031230" y="5105"/>
                </a:lnTo>
                <a:lnTo>
                  <a:pt x="5990653" y="19608"/>
                </a:lnTo>
                <a:lnTo>
                  <a:pt x="5954865" y="42379"/>
                </a:lnTo>
                <a:lnTo>
                  <a:pt x="5925007" y="72237"/>
                </a:lnTo>
                <a:lnTo>
                  <a:pt x="5902236" y="108026"/>
                </a:lnTo>
                <a:lnTo>
                  <a:pt x="5887732" y="148602"/>
                </a:lnTo>
                <a:lnTo>
                  <a:pt x="5882640" y="192786"/>
                </a:lnTo>
                <a:lnTo>
                  <a:pt x="5882640" y="4796726"/>
                </a:lnTo>
                <a:lnTo>
                  <a:pt x="5887732" y="4840948"/>
                </a:lnTo>
                <a:lnTo>
                  <a:pt x="5902236" y="4881550"/>
                </a:lnTo>
                <a:lnTo>
                  <a:pt x="5925007" y="4917351"/>
                </a:lnTo>
                <a:lnTo>
                  <a:pt x="5954865" y="4947221"/>
                </a:lnTo>
                <a:lnTo>
                  <a:pt x="5990653" y="4969980"/>
                </a:lnTo>
                <a:lnTo>
                  <a:pt x="6031230" y="4984483"/>
                </a:lnTo>
                <a:lnTo>
                  <a:pt x="6075426" y="4989576"/>
                </a:lnTo>
                <a:lnTo>
                  <a:pt x="11130534" y="4989576"/>
                </a:lnTo>
                <a:lnTo>
                  <a:pt x="11174717" y="4984483"/>
                </a:lnTo>
                <a:lnTo>
                  <a:pt x="11215294" y="4969980"/>
                </a:lnTo>
                <a:lnTo>
                  <a:pt x="11251082" y="4947221"/>
                </a:lnTo>
                <a:lnTo>
                  <a:pt x="11280940" y="4917351"/>
                </a:lnTo>
                <a:lnTo>
                  <a:pt x="11303711" y="4881550"/>
                </a:lnTo>
                <a:lnTo>
                  <a:pt x="11318215" y="4840948"/>
                </a:lnTo>
                <a:lnTo>
                  <a:pt x="11323320" y="4796726"/>
                </a:lnTo>
                <a:lnTo>
                  <a:pt x="11323320" y="192786"/>
                </a:lnTo>
                <a:close/>
              </a:path>
            </a:pathLst>
          </a:custGeom>
          <a:solidFill>
            <a:srgbClr val="FFFFFF"/>
          </a:solidFill>
        </p:spPr>
        <p:txBody>
          <a:bodyPr wrap="square" lIns="0" tIns="0" rIns="0" bIns="0" rtlCol="0"/>
          <a:lstStyle/>
          <a:p/>
        </p:txBody>
      </p:sp>
      <p:sp>
        <p:nvSpPr>
          <p:cNvPr id="2" name="Holder 2"/>
          <p:cNvSpPr>
            <a:spLocks noGrp="1"/>
          </p:cNvSpPr>
          <p:nvPr>
            <p:ph type="title"/>
          </p:nvPr>
        </p:nvSpPr>
        <p:spPr/>
        <p:txBody>
          <a:bodyPr lIns="0" tIns="0" rIns="0" bIns="0"/>
          <a:lstStyle>
            <a:lvl1pPr>
              <a:defRPr sz="2000" b="1" i="0">
                <a:solidFill>
                  <a:srgbClr val="F1F1F1"/>
                </a:solidFill>
                <a:latin typeface="Arial"/>
                <a:cs typeface="Arial"/>
              </a:defRPr>
            </a:lvl1pPr>
          </a:lstStyle>
          <a:p/>
        </p:txBody>
      </p:sp>
      <p:sp>
        <p:nvSpPr>
          <p:cNvPr id="3" name="Holder 3"/>
          <p:cNvSpPr>
            <a:spLocks noGrp="1"/>
          </p:cNvSpPr>
          <p:nvPr>
            <p:ph idx="2" sz="half"/>
          </p:nvPr>
        </p:nvSpPr>
        <p:spPr>
          <a:xfrm>
            <a:off x="609600" y="1577340"/>
            <a:ext cx="5303520" cy="4526280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/>
            </a:lvl1pPr>
          </a:lstStyle>
          <a:p/>
        </p:txBody>
      </p:sp>
      <p:sp>
        <p:nvSpPr>
          <p:cNvPr id="4" name="Holder 4"/>
          <p:cNvSpPr>
            <a:spLocks noGrp="1"/>
          </p:cNvSpPr>
          <p:nvPr>
            <p:ph idx="3" sz="half"/>
          </p:nvPr>
        </p:nvSpPr>
        <p:spPr>
          <a:xfrm>
            <a:off x="6278880" y="1577340"/>
            <a:ext cx="5303520" cy="4526280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/>
            </a:lvl1pPr>
          </a:lstStyle>
          <a:p/>
        </p:txBody>
      </p:sp>
      <p:sp>
        <p:nvSpPr>
          <p:cNvPr id="5" name="Holder 5"/>
          <p:cNvSpPr>
            <a:spLocks noGrp="1"/>
          </p:cNvSpPr>
          <p:nvPr>
            <p:ph type="ftr" idx="5" sz="quarter"/>
          </p:nvPr>
        </p:nvSpPr>
        <p:spPr/>
        <p:txBody>
          <a:bodyPr lIns="0" tIns="0" rIns="0" bIns="0"/>
          <a:lstStyle>
            <a:lvl1pPr algn="ct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/>
        </p:txBody>
      </p:sp>
      <p:sp>
        <p:nvSpPr>
          <p:cNvPr id="6" name="Holder 6"/>
          <p:cNvSpPr>
            <a:spLocks noGrp="1"/>
          </p:cNvSpPr>
          <p:nvPr>
            <p:ph type="dt" idx="6" sz="half"/>
          </p:nvPr>
        </p:nvSpPr>
        <p:spPr/>
        <p:txBody>
          <a:bodyPr lIns="0" tIns="0" rIns="0" bIns="0"/>
          <a:lstStyle>
            <a:lvl1pPr algn="l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/>
            </a:fld>
          </a:p>
        </p:txBody>
      </p:sp>
      <p:sp>
        <p:nvSpPr>
          <p:cNvPr id="7" name="Holder 7"/>
          <p:cNvSpPr>
            <a:spLocks noGrp="1"/>
          </p:cNvSpPr>
          <p:nvPr>
            <p:ph type="sldNum" idx="7" sz="quarter"/>
          </p:nvPr>
        </p:nvSpPr>
        <p:spPr/>
        <p:txBody>
          <a:bodyPr lIns="0" tIns="0" rIns="0" bIns="0"/>
          <a:lstStyle>
            <a:lvl1pPr>
              <a:defRPr sz="1200" b="0" i="0">
                <a:solidFill>
                  <a:srgbClr val="F1F1F1"/>
                </a:solidFill>
                <a:latin typeface="Microsoft Sans Serif"/>
                <a:cs typeface="Microsoft Sans Serif"/>
              </a:defRPr>
            </a:lvl1pPr>
          </a:lstStyle>
          <a:p>
            <a:pPr marL="184785">
              <a:lnSpc>
                <a:spcPts val="1425"/>
              </a:lnSpc>
            </a:pPr>
            <a:fld id="{81D60167-4931-47E6-BA6A-407CBD079E47}" type="slidenum">
              <a:rPr dirty="0" spc="-50"/>
              <a:t>#</a:t>
            </a:fld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type="obj" showMasterSp="0">
  <p:cSld name="Title Only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6" name="bg object 16"/>
          <p:cNvPicPr/>
          <p:nvPr/>
        </p:nvPicPr>
        <p:blipFill>
          <a:blip r:embed="rId2" cstate="print"/>
          <a:stretch>
            <a:fillRect/>
          </a:stretch>
        </p:blipFill>
        <p:spPr>
          <a:xfrm>
            <a:off x="0" y="0"/>
            <a:ext cx="12192000" cy="6857999"/>
          </a:xfrm>
          <a:prstGeom prst="rect">
            <a:avLst/>
          </a:prstGeom>
        </p:spPr>
      </p:pic>
      <p:sp>
        <p:nvSpPr>
          <p:cNvPr id="2" name="Holder 2"/>
          <p:cNvSpPr>
            <a:spLocks noGrp="1"/>
          </p:cNvSpPr>
          <p:nvPr>
            <p:ph type="title"/>
          </p:nvPr>
        </p:nvSpPr>
        <p:spPr/>
        <p:txBody>
          <a:bodyPr lIns="0" tIns="0" rIns="0" bIns="0"/>
          <a:lstStyle>
            <a:lvl1pPr>
              <a:defRPr sz="2000" b="1" i="0">
                <a:solidFill>
                  <a:srgbClr val="F1F1F1"/>
                </a:solidFill>
                <a:latin typeface="Arial"/>
                <a:cs typeface="Arial"/>
              </a:defRPr>
            </a:lvl1pPr>
          </a:lstStyle>
          <a:p/>
        </p:txBody>
      </p:sp>
      <p:sp>
        <p:nvSpPr>
          <p:cNvPr id="3" name="Holder 3"/>
          <p:cNvSpPr>
            <a:spLocks noGrp="1"/>
          </p:cNvSpPr>
          <p:nvPr>
            <p:ph type="ftr" idx="5" sz="quarter"/>
          </p:nvPr>
        </p:nvSpPr>
        <p:spPr/>
        <p:txBody>
          <a:bodyPr lIns="0" tIns="0" rIns="0" bIns="0"/>
          <a:lstStyle>
            <a:lvl1pPr algn="ct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/>
        </p:txBody>
      </p:sp>
      <p:sp>
        <p:nvSpPr>
          <p:cNvPr id="4" name="Holder 4"/>
          <p:cNvSpPr>
            <a:spLocks noGrp="1"/>
          </p:cNvSpPr>
          <p:nvPr>
            <p:ph type="dt" idx="6" sz="half"/>
          </p:nvPr>
        </p:nvSpPr>
        <p:spPr/>
        <p:txBody>
          <a:bodyPr lIns="0" tIns="0" rIns="0" bIns="0"/>
          <a:lstStyle>
            <a:lvl1pPr algn="l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/>
            </a:fld>
          </a:p>
        </p:txBody>
      </p:sp>
      <p:sp>
        <p:nvSpPr>
          <p:cNvPr id="5" name="Holder 5"/>
          <p:cNvSpPr>
            <a:spLocks noGrp="1"/>
          </p:cNvSpPr>
          <p:nvPr>
            <p:ph type="sldNum" idx="7" sz="quarter"/>
          </p:nvPr>
        </p:nvSpPr>
        <p:spPr/>
        <p:txBody>
          <a:bodyPr lIns="0" tIns="0" rIns="0" bIns="0"/>
          <a:lstStyle>
            <a:lvl1pPr>
              <a:defRPr sz="1200" b="0" i="0">
                <a:solidFill>
                  <a:srgbClr val="F1F1F1"/>
                </a:solidFill>
                <a:latin typeface="Microsoft Sans Serif"/>
                <a:cs typeface="Microsoft Sans Serif"/>
              </a:defRPr>
            </a:lvl1pPr>
          </a:lstStyle>
          <a:p>
            <a:pPr marL="184785">
              <a:lnSpc>
                <a:spcPts val="1425"/>
              </a:lnSpc>
            </a:pPr>
            <a:fld id="{81D60167-4931-47E6-BA6A-407CBD079E47}" type="slidenum">
              <a:rPr dirty="0" spc="-50"/>
              <a:t>#</a:t>
            </a:fld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type="obj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older 2"/>
          <p:cNvSpPr>
            <a:spLocks noGrp="1"/>
          </p:cNvSpPr>
          <p:nvPr>
            <p:ph type="ftr" idx="5" sz="quarter"/>
          </p:nvPr>
        </p:nvSpPr>
        <p:spPr/>
        <p:txBody>
          <a:bodyPr lIns="0" tIns="0" rIns="0" bIns="0"/>
          <a:lstStyle>
            <a:lvl1pPr algn="ct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/>
        </p:txBody>
      </p:sp>
      <p:sp>
        <p:nvSpPr>
          <p:cNvPr id="3" name="Holder 3"/>
          <p:cNvSpPr>
            <a:spLocks noGrp="1"/>
          </p:cNvSpPr>
          <p:nvPr>
            <p:ph type="dt" idx="6" sz="half"/>
          </p:nvPr>
        </p:nvSpPr>
        <p:spPr/>
        <p:txBody>
          <a:bodyPr lIns="0" tIns="0" rIns="0" bIns="0"/>
          <a:lstStyle>
            <a:lvl1pPr algn="l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/>
            </a:fld>
          </a:p>
        </p:txBody>
      </p:sp>
      <p:sp>
        <p:nvSpPr>
          <p:cNvPr id="4" name="Holder 4"/>
          <p:cNvSpPr>
            <a:spLocks noGrp="1"/>
          </p:cNvSpPr>
          <p:nvPr>
            <p:ph type="sldNum" idx="7" sz="quarter"/>
          </p:nvPr>
        </p:nvSpPr>
        <p:spPr/>
        <p:txBody>
          <a:bodyPr lIns="0" tIns="0" rIns="0" bIns="0"/>
          <a:lstStyle>
            <a:lvl1pPr>
              <a:defRPr sz="1200" b="0" i="0">
                <a:solidFill>
                  <a:srgbClr val="F1F1F1"/>
                </a:solidFill>
                <a:latin typeface="Microsoft Sans Serif"/>
                <a:cs typeface="Microsoft Sans Serif"/>
              </a:defRPr>
            </a:lvl1pPr>
          </a:lstStyle>
          <a:p>
            <a:pPr marL="184785">
              <a:lnSpc>
                <a:spcPts val="1425"/>
              </a:lnSpc>
            </a:pPr>
            <a:fld id="{81D60167-4931-47E6-BA6A-407CBD079E47}" type="slidenum">
              <a:rPr dirty="0" spc="-50"/>
              <a:t>#</a:t>
            </a:fld>
          </a:p>
        </p:txBody>
      </p:sp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older 2"/>
          <p:cNvSpPr>
            <a:spLocks noGrp="1"/>
          </p:cNvSpPr>
          <p:nvPr>
            <p:ph type="title"/>
          </p:nvPr>
        </p:nvSpPr>
        <p:spPr>
          <a:xfrm>
            <a:off x="602691" y="403098"/>
            <a:ext cx="6607860" cy="462661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 sz="2000" b="1" i="0">
                <a:solidFill>
                  <a:srgbClr val="F1F1F1"/>
                </a:solidFill>
                <a:latin typeface="Arial"/>
                <a:cs typeface="Arial"/>
              </a:defRPr>
            </a:lvl1pPr>
          </a:lstStyle>
          <a:p/>
        </p:txBody>
      </p:sp>
      <p:sp>
        <p:nvSpPr>
          <p:cNvPr id="3" name="Holder 3"/>
          <p:cNvSpPr>
            <a:spLocks noGrp="1"/>
          </p:cNvSpPr>
          <p:nvPr>
            <p:ph type="body" idx="1"/>
          </p:nvPr>
        </p:nvSpPr>
        <p:spPr>
          <a:xfrm>
            <a:off x="936142" y="2000834"/>
            <a:ext cx="7013575" cy="3044825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 sz="1800" b="1" i="0">
                <a:solidFill>
                  <a:schemeClr val="bg1"/>
                </a:solidFill>
                <a:latin typeface="Arial"/>
                <a:cs typeface="Arial"/>
              </a:defRPr>
            </a:lvl1pPr>
          </a:lstStyle>
          <a:p/>
        </p:txBody>
      </p:sp>
      <p:sp>
        <p:nvSpPr>
          <p:cNvPr id="4" name="Holder 4"/>
          <p:cNvSpPr>
            <a:spLocks noGrp="1"/>
          </p:cNvSpPr>
          <p:nvPr>
            <p:ph type="ftr" idx="5" sz="quarter"/>
          </p:nvPr>
        </p:nvSpPr>
        <p:spPr>
          <a:xfrm>
            <a:off x="4145280" y="6377940"/>
            <a:ext cx="3901440" cy="342900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 algn="ct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/>
        </p:txBody>
      </p:sp>
      <p:sp>
        <p:nvSpPr>
          <p:cNvPr id="5" name="Holder 5"/>
          <p:cNvSpPr>
            <a:spLocks noGrp="1"/>
          </p:cNvSpPr>
          <p:nvPr>
            <p:ph type="dt" idx="6" sz="half"/>
          </p:nvPr>
        </p:nvSpPr>
        <p:spPr>
          <a:xfrm>
            <a:off x="609600" y="6377940"/>
            <a:ext cx="2804160" cy="342900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 algn="l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/>
            </a:fld>
          </a:p>
        </p:txBody>
      </p:sp>
      <p:sp>
        <p:nvSpPr>
          <p:cNvPr id="6" name="Holder 6"/>
          <p:cNvSpPr>
            <a:spLocks noGrp="1"/>
          </p:cNvSpPr>
          <p:nvPr>
            <p:ph type="sldNum" idx="7" sz="quarter"/>
          </p:nvPr>
        </p:nvSpPr>
        <p:spPr>
          <a:xfrm>
            <a:off x="11544807" y="6403755"/>
            <a:ext cx="396875" cy="241630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 sz="1200" b="0" i="0">
                <a:solidFill>
                  <a:srgbClr val="F1F1F1"/>
                </a:solidFill>
                <a:latin typeface="Microsoft Sans Serif"/>
                <a:cs typeface="Microsoft Sans Serif"/>
              </a:defRPr>
            </a:lvl1pPr>
          </a:lstStyle>
          <a:p>
            <a:pPr marL="184785">
              <a:lnSpc>
                <a:spcPts val="1425"/>
              </a:lnSpc>
            </a:pPr>
            <a:fld id="{81D60167-4931-47E6-BA6A-407CBD079E47}" type="slidenum">
              <a:rPr dirty="0" spc="-50"/>
              <a:t>#</a:t>
            </a:fld>
          </a:p>
        </p:txBody>
      </p:sp>
    </p:spTree>
  </p:cSld>
  <p:clrMap folHlink="folHlink" hlink="hlink" accent1="accent1" accent2="accent2" accent3="accent3" accent4="accent4" accent5="accent5" accent6="accent6" tx2="dk2" bg2="lt2" tx1="dk1" bg1="lt1"/>
  <p:sldLayoutIdLst>
    <p:sldLayoutId id="2147483661" r:id="rId1"/>
    <p:sldLayoutId id="2147483662" r:id="rId2"/>
    <p:sldLayoutId id="2147483663" r:id="rId3"/>
    <p:sldLayoutId id="2147483664" r:id="rId4"/>
    <p:sldLayoutId id="2147483665" r:id="rId5"/>
  </p:sldLayoutIdLst>
  <p:txStyles>
    <p:titleStyle>
      <a:lvl1pPr>
        <a:defRPr>
          <a:latin typeface="+mj-lt"/>
          <a:ea typeface="+mj-ea"/>
          <a:cs typeface="+mj-cs"/>
        </a:defRPr>
      </a:lvl1pPr>
    </p:titleStyle>
    <p:bodyStyle>
      <a:lvl1pPr marL="0">
        <a:defRPr>
          <a:latin typeface="+mn-lt"/>
          <a:ea typeface="+mn-ea"/>
          <a:cs typeface="+mn-cs"/>
        </a:defRPr>
      </a:lvl1pPr>
      <a:lvl2pPr marL="457200">
        <a:defRPr>
          <a:latin typeface="+mn-lt"/>
          <a:ea typeface="+mn-ea"/>
          <a:cs typeface="+mn-cs"/>
        </a:defRPr>
      </a:lvl2pPr>
      <a:lvl3pPr marL="914400">
        <a:defRPr>
          <a:latin typeface="+mn-lt"/>
          <a:ea typeface="+mn-ea"/>
          <a:cs typeface="+mn-cs"/>
        </a:defRPr>
      </a:lvl3pPr>
      <a:lvl4pPr marL="1371600">
        <a:defRPr>
          <a:latin typeface="+mn-lt"/>
          <a:ea typeface="+mn-ea"/>
          <a:cs typeface="+mn-cs"/>
        </a:defRPr>
      </a:lvl4pPr>
      <a:lvl5pPr marL="1828800">
        <a:defRPr>
          <a:latin typeface="+mn-lt"/>
          <a:ea typeface="+mn-ea"/>
          <a:cs typeface="+mn-cs"/>
        </a:defRPr>
      </a:lvl5pPr>
      <a:lvl6pPr marL="2286000">
        <a:defRPr>
          <a:latin typeface="+mn-lt"/>
          <a:ea typeface="+mn-ea"/>
          <a:cs typeface="+mn-cs"/>
        </a:defRPr>
      </a:lvl6pPr>
      <a:lvl7pPr marL="2743200">
        <a:defRPr>
          <a:latin typeface="+mn-lt"/>
          <a:ea typeface="+mn-ea"/>
          <a:cs typeface="+mn-cs"/>
        </a:defRPr>
      </a:lvl7pPr>
      <a:lvl8pPr marL="3200400">
        <a:defRPr>
          <a:latin typeface="+mn-lt"/>
          <a:ea typeface="+mn-ea"/>
          <a:cs typeface="+mn-cs"/>
        </a:defRPr>
      </a:lvl8pPr>
      <a:lvl9pPr marL="3657600">
        <a:defRPr>
          <a:latin typeface="+mn-lt"/>
          <a:ea typeface="+mn-ea"/>
          <a:cs typeface="+mn-cs"/>
        </a:defRPr>
      </a:lvl9pPr>
    </p:bodyStyle>
    <p:otherStyle>
      <a:lvl1pPr marL="0">
        <a:defRPr>
          <a:latin typeface="+mn-lt"/>
          <a:ea typeface="+mn-ea"/>
          <a:cs typeface="+mn-cs"/>
        </a:defRPr>
      </a:lvl1pPr>
      <a:lvl2pPr marL="457200">
        <a:defRPr>
          <a:latin typeface="+mn-lt"/>
          <a:ea typeface="+mn-ea"/>
          <a:cs typeface="+mn-cs"/>
        </a:defRPr>
      </a:lvl2pPr>
      <a:lvl3pPr marL="914400">
        <a:defRPr>
          <a:latin typeface="+mn-lt"/>
          <a:ea typeface="+mn-ea"/>
          <a:cs typeface="+mn-cs"/>
        </a:defRPr>
      </a:lvl3pPr>
      <a:lvl4pPr marL="1371600">
        <a:defRPr>
          <a:latin typeface="+mn-lt"/>
          <a:ea typeface="+mn-ea"/>
          <a:cs typeface="+mn-cs"/>
        </a:defRPr>
      </a:lvl4pPr>
      <a:lvl5pPr marL="1828800">
        <a:defRPr>
          <a:latin typeface="+mn-lt"/>
          <a:ea typeface="+mn-ea"/>
          <a:cs typeface="+mn-cs"/>
        </a:defRPr>
      </a:lvl5pPr>
      <a:lvl6pPr marL="2286000">
        <a:defRPr>
          <a:latin typeface="+mn-lt"/>
          <a:ea typeface="+mn-ea"/>
          <a:cs typeface="+mn-cs"/>
        </a:defRPr>
      </a:lvl6pPr>
      <a:lvl7pPr marL="2743200">
        <a:defRPr>
          <a:latin typeface="+mn-lt"/>
          <a:ea typeface="+mn-ea"/>
          <a:cs typeface="+mn-cs"/>
        </a:defRPr>
      </a:lvl7pPr>
      <a:lvl8pPr marL="3200400">
        <a:defRPr>
          <a:latin typeface="+mn-lt"/>
          <a:ea typeface="+mn-ea"/>
          <a:cs typeface="+mn-cs"/>
        </a:defRPr>
      </a:lvl8pPr>
      <a:lvl9pPr marL="3657600">
        <a:defRPr>
          <a:latin typeface="+mn-lt"/>
          <a:ea typeface="+mn-ea"/>
          <a:cs typeface="+mn-cs"/>
        </a:defRPr>
      </a:lvl9pPr>
    </p:otherStyle>
  </p:txStyles>
</p:sldMaster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image" Target="../media/image3.jp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image" Target="../media/image4.jp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image" Target="../media/image30.jpg"/><Relationship Id="rId3" Type="http://schemas.openxmlformats.org/officeDocument/2006/relationships/image" Target="../media/image2.png"/><Relationship Id="rId4" Type="http://schemas.openxmlformats.org/officeDocument/2006/relationships/image" Target="../media/image5.png"/><Relationship Id="rId5" Type="http://schemas.openxmlformats.org/officeDocument/2006/relationships/image" Target="../media/image6.png"/><Relationship Id="rId6" Type="http://schemas.openxmlformats.org/officeDocument/2006/relationships/image" Target="../media/image7.png"/><Relationship Id="rId7" Type="http://schemas.openxmlformats.org/officeDocument/2006/relationships/image" Target="../media/image8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image" Target="../media/image31.jp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image" Target="../media/image30.jpg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image" Target="../media/image30.jpg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image" Target="../media/image31.jpg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image" Target="../media/image31.jpg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image" Target="../media/image4.jpg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image" Target="../media/image32.jpg"/><Relationship Id="rId3" Type="http://schemas.openxmlformats.org/officeDocument/2006/relationships/image" Target="../media/image33.png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image" Target="../media/image4.jpg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image" Target="../media/image4.jpg"/><Relationship Id="rId3" Type="http://schemas.openxmlformats.org/officeDocument/2006/relationships/image" Target="../media/image42.png"/><Relationship Id="rId4" Type="http://schemas.openxmlformats.org/officeDocument/2006/relationships/image" Target="../media/image43.png"/><Relationship Id="rId5" Type="http://schemas.openxmlformats.org/officeDocument/2006/relationships/hyperlink" Target="http://www.lider.com/" TargetMode="External"/><Relationship Id="rId6" Type="http://schemas.openxmlformats.org/officeDocument/2006/relationships/image" Target="../media/image44.png"/><Relationship Id="rId7" Type="http://schemas.openxmlformats.org/officeDocument/2006/relationships/image" Target="../media/image45.png"/><Relationship Id="rId8" Type="http://schemas.openxmlformats.org/officeDocument/2006/relationships/image" Target="../media/image46.png"/><Relationship Id="rId9" Type="http://schemas.openxmlformats.org/officeDocument/2006/relationships/image" Target="../media/image9.png"/><Relationship Id="rId10" Type="http://schemas.openxmlformats.org/officeDocument/2006/relationships/image" Target="../media/image10.png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image" Target="../media/image30.jpg"/><Relationship Id="rId3" Type="http://schemas.openxmlformats.org/officeDocument/2006/relationships/image" Target="../media/image48.png"/><Relationship Id="rId4" Type="http://schemas.openxmlformats.org/officeDocument/2006/relationships/image" Target="../media/image49.png"/><Relationship Id="rId5" Type="http://schemas.openxmlformats.org/officeDocument/2006/relationships/image" Target="../media/image50.png"/><Relationship Id="rId6" Type="http://schemas.openxmlformats.org/officeDocument/2006/relationships/image" Target="../media/image51.png"/><Relationship Id="rId7" Type="http://schemas.openxmlformats.org/officeDocument/2006/relationships/image" Target="../media/image11.png"/></Relationships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object 2"/>
          <p:cNvGrpSpPr/>
          <p:nvPr/>
        </p:nvGrpSpPr>
        <p:grpSpPr>
          <a:xfrm>
            <a:off x="-4572" y="-4572"/>
            <a:ext cx="12197080" cy="6863080"/>
            <a:chOff x="-4572" y="-4572"/>
            <a:chExt cx="12197080" cy="6863080"/>
          </a:xfrm>
        </p:grpSpPr>
        <p:pic>
          <p:nvPicPr>
            <p:cNvPr id="3" name="object 3"/>
            <p:cNvPicPr/>
            <p:nvPr/>
          </p:nvPicPr>
          <p:blipFill>
            <a:blip r:embed="rId2" cstate="print"/>
            <a:stretch>
              <a:fillRect/>
            </a:stretch>
          </p:blipFill>
          <p:spPr>
            <a:xfrm>
              <a:off x="0" y="0"/>
              <a:ext cx="12192000" cy="6857999"/>
            </a:xfrm>
            <a:prstGeom prst="rect">
              <a:avLst/>
            </a:prstGeom>
          </p:spPr>
        </p:pic>
        <p:sp>
          <p:nvSpPr>
            <p:cNvPr id="4" name="object 4"/>
            <p:cNvSpPr/>
            <p:nvPr/>
          </p:nvSpPr>
          <p:spPr>
            <a:xfrm>
              <a:off x="0" y="0"/>
              <a:ext cx="5829300" cy="1973580"/>
            </a:xfrm>
            <a:custGeom>
              <a:avLst/>
              <a:gdLst/>
              <a:ahLst/>
              <a:cxnLst/>
              <a:rect l="l" t="t" r="r" b="b"/>
              <a:pathLst>
                <a:path w="5829300" h="1973580">
                  <a:moveTo>
                    <a:pt x="5829299" y="0"/>
                  </a:moveTo>
                  <a:lnTo>
                    <a:pt x="5829299" y="1749044"/>
                  </a:lnTo>
                  <a:lnTo>
                    <a:pt x="5824741" y="1794316"/>
                  </a:lnTo>
                  <a:lnTo>
                    <a:pt x="5811664" y="1836473"/>
                  </a:lnTo>
                  <a:lnTo>
                    <a:pt x="5790971" y="1874615"/>
                  </a:lnTo>
                  <a:lnTo>
                    <a:pt x="5763561" y="1907841"/>
                  </a:lnTo>
                  <a:lnTo>
                    <a:pt x="5730335" y="1935251"/>
                  </a:lnTo>
                  <a:lnTo>
                    <a:pt x="5692193" y="1955944"/>
                  </a:lnTo>
                  <a:lnTo>
                    <a:pt x="5650036" y="1969021"/>
                  </a:lnTo>
                  <a:lnTo>
                    <a:pt x="5604763" y="1973579"/>
                  </a:lnTo>
                  <a:lnTo>
                    <a:pt x="0" y="1973579"/>
                  </a:lnTo>
                </a:path>
              </a:pathLst>
            </a:custGeom>
            <a:ln w="9144">
              <a:solidFill>
                <a:srgbClr val="FFD5E2"/>
              </a:solidFill>
            </a:ln>
          </p:spPr>
          <p:txBody>
            <a:bodyPr wrap="square" lIns="0" tIns="0" rIns="0" bIns="0" rtlCol="0"/>
            <a:lstStyle/>
            <a:p/>
          </p:txBody>
        </p:sp>
      </p:grpSp>
      <p:sp>
        <p:nvSpPr>
          <p:cNvPr id="5" name="TextBox 4"/>
          <p:cNvSpPr txBox="1"/>
          <p:nvPr/>
        </p:nvSpPr>
        <p:spPr>
          <a:xfrm>
            <a:off x="758952" y="1417320"/>
            <a:ext cx="1060704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6600" b="1">
                <a:solidFill>
                  <a:srgbClr val="FFFFFF"/>
                </a:solidFill>
                <a:latin typeface="Montserrat"/>
              </a:rPr>
              <a:t>RTK CRM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2788920"/>
            <a:ext cx="96012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2100" b="1">
                <a:solidFill>
                  <a:srgbClr val="FFFFFF"/>
                </a:solidFill>
                <a:latin typeface="Montserrat"/>
              </a:rPr>
              <a:t>Система контроля взаимодействия ИТ Школы Ростелекома с вузами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3429000"/>
            <a:ext cx="96012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1500" b="0">
                <a:solidFill>
                  <a:srgbClr val="F3C9E4"/>
                </a:solidFill>
                <a:latin typeface="Montserrat"/>
              </a:rPr>
              <a:t>Лидеры цифровой трансформации 2026 · кейс №6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822960" y="4224528"/>
            <a:ext cx="3200400" cy="475488"/>
          </a:xfrm>
          <a:prstGeom prst="roundRect">
            <a:avLst>
              <a:gd name="adj" fmla="val 50000"/>
            </a:avLst>
          </a:prstGeom>
          <a:solidFill>
            <a:srgbClr val="FF005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28016" rIns="128016"/>
          <a:lstStyle/>
          <a:p>
            <a:pPr algn="l"/>
            <a:r>
              <a:rPr sz="1300" b="1">
                <a:solidFill>
                  <a:srgbClr val="FFFFFF"/>
                </a:solidFill>
                <a:latin typeface="Montserrat"/>
              </a:rPr>
              <a:t>Команда из 5 человек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22960" y="4956048"/>
            <a:ext cx="10058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1300" b="0">
                <a:solidFill>
                  <a:srgbClr val="E6D2EF"/>
                </a:solidFill>
                <a:latin typeface="Montserrat"/>
              </a:rPr>
              <a:t>Москва · github.com/Pavel1778/rtk-crm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object 2"/>
          <p:cNvGrpSpPr/>
          <p:nvPr/>
        </p:nvGrpSpPr>
        <p:grpSpPr>
          <a:xfrm>
            <a:off x="0" y="0"/>
            <a:ext cx="11874500" cy="6858000"/>
            <a:chOff x="0" y="0"/>
            <a:chExt cx="11874500" cy="6858000"/>
          </a:xfrm>
        </p:grpSpPr>
        <p:pic>
          <p:nvPicPr>
            <p:cNvPr id="3" name="object 3"/>
            <p:cNvPicPr/>
            <p:nvPr/>
          </p:nvPicPr>
          <p:blipFill>
            <a:blip r:embed="rId2" cstate="print"/>
            <a:stretch>
              <a:fillRect/>
            </a:stretch>
          </p:blipFill>
          <p:spPr>
            <a:xfrm>
              <a:off x="0" y="0"/>
              <a:ext cx="11874500" cy="6857999"/>
            </a:xfrm>
            <a:prstGeom prst="rect">
              <a:avLst/>
            </a:prstGeom>
          </p:spPr>
        </p:pic>
        <p:sp>
          <p:nvSpPr>
            <p:cNvPr id="4" name="object 4"/>
            <p:cNvSpPr/>
            <p:nvPr/>
          </p:nvSpPr>
          <p:spPr>
            <a:xfrm>
              <a:off x="0" y="2971799"/>
              <a:ext cx="6456045" cy="3886200"/>
            </a:xfrm>
            <a:custGeom>
              <a:avLst/>
              <a:gdLst/>
              <a:ahLst/>
              <a:cxnLst/>
              <a:rect l="l" t="t" r="r" b="b"/>
              <a:pathLst>
                <a:path w="6456045" h="3886200">
                  <a:moveTo>
                    <a:pt x="6455664" y="0"/>
                  </a:moveTo>
                  <a:lnTo>
                    <a:pt x="0" y="0"/>
                  </a:lnTo>
                  <a:lnTo>
                    <a:pt x="0" y="3886200"/>
                  </a:lnTo>
                  <a:lnTo>
                    <a:pt x="6455664" y="3886200"/>
                  </a:lnTo>
                  <a:lnTo>
                    <a:pt x="6455664" y="0"/>
                  </a:lnTo>
                  <a:close/>
                </a:path>
              </a:pathLst>
            </a:custGeom>
            <a:solidFill>
              <a:srgbClr val="DCCEE3">
                <a:alpha val="49803"/>
              </a:srgbClr>
            </a:solidFill>
          </p:spPr>
          <p:txBody>
            <a:bodyPr wrap="square" lIns="0" tIns="0" rIns="0" bIns="0" rtlCol="0"/>
            <a:lstStyle/>
            <a:p/>
          </p:txBody>
        </p:sp>
      </p:grpSp>
      <p:sp>
        <p:nvSpPr>
          <p:cNvPr id="5" name="object 5"/>
          <p:cNvSpPr txBox="1"/>
          <p:nvPr/>
        </p:nvSpPr>
        <p:spPr>
          <a:xfrm>
            <a:off x="413715" y="3513582"/>
            <a:ext cx="3133725" cy="1938020"/>
          </a:xfrm>
          <a:prstGeom prst="rect">
            <a:avLst/>
          </a:prstGeom>
        </p:spPr>
        <p:txBody>
          <a:bodyPr wrap="square" lIns="0" tIns="13335" rIns="0" bIns="0" rtlCol="0" vert="horz">
            <a:spAutoFit/>
          </a:bodyPr>
          <a:lstStyle/>
          <a:p>
            <a:pPr marL="12700" algn="l">
              <a:lnSpc>
                <a:spcPct val="112000"/>
              </a:lnSpc>
              <a:spcBef>
                <a:spcPts val="105"/>
              </a:spcBef>
              <a:spcAft>
                <a:spcPts val="800"/>
              </a:spcAft>
            </a:pPr>
            <a:r>
              <a:rPr sz="2000" b="1">
                <a:solidFill>
                  <a:srgbClr val="520978"/>
                </a:solidFill>
                <a:latin typeface="Montserrat"/>
              </a:rPr>
              <a:t>О команде</a:t>
            </a:r>
            <a:endParaRPr sz="1600">
              <a:latin typeface="Arial"/>
              <a:cs typeface="Arial"/>
            </a:endParaRPr>
          </a:p>
          <a:p>
            <a:pPr algn="l">
              <a:lnSpc>
                <a:spcPct val="112000"/>
              </a:lnSpc>
              <a:spcAft>
                <a:spcPts val="400"/>
              </a:spcAft>
            </a:pPr>
            <a:r>
              <a:rPr sz="1200" b="0">
                <a:solidFill>
                  <a:srgbClr val="1C1D22"/>
                </a:solidFill>
                <a:latin typeface="Montserrat"/>
              </a:rPr>
              <a:t>Капитан: Сабадаш Павел, backend и инфраструктура</a:t>
            </a:r>
          </a:p>
          <a:p>
            <a:pPr algn="l">
              <a:lnSpc>
                <a:spcPct val="112000"/>
              </a:lnSpc>
              <a:spcAft>
                <a:spcPts val="400"/>
              </a:spcAft>
            </a:pPr>
            <a:r>
              <a:rPr sz="1200" b="0">
                <a:solidFill>
                  <a:srgbClr val="1C1D22"/>
                </a:solidFill>
                <a:latin typeface="Montserrat"/>
              </a:rPr>
              <a:t>Кол-во участников: 5 человек</a:t>
            </a:r>
          </a:p>
          <a:p>
            <a:pPr algn="l">
              <a:lnSpc>
                <a:spcPct val="112000"/>
              </a:lnSpc>
              <a:spcAft>
                <a:spcPts val="400"/>
              </a:spcAft>
            </a:pPr>
            <a:r>
              <a:rPr sz="1100" b="0">
                <a:solidFill>
                  <a:srgbClr val="6B5B78"/>
                </a:solidFill>
                <a:latin typeface="Montserrat"/>
              </a:rPr>
              <a:t>Краткое описание: команда собралась на хакатоне ЛЦТ 2026 вокруг задачи ИТ Школы — связать коммуникации с вузами в один управляемый процесс.</a:t>
            </a:r>
          </a:p>
          <a:p>
            <a:pPr algn="l">
              <a:lnSpc>
                <a:spcPct val="112000"/>
              </a:lnSpc>
              <a:spcAft>
                <a:spcPts val="400"/>
              </a:spcAft>
            </a:pPr>
            <a:r>
              <a:rPr sz="1200" b="0">
                <a:solidFill>
                  <a:srgbClr val="1C1D22"/>
                </a:solidFill>
                <a:latin typeface="Montserrat"/>
              </a:rPr>
              <a:t>Город и регион: Москва</a:t>
            </a:r>
          </a:p>
        </p:txBody>
      </p:sp>
      <p:grpSp>
        <p:nvGrpSpPr>
          <p:cNvPr id="6" name="object 6"/>
          <p:cNvGrpSpPr/>
          <p:nvPr/>
        </p:nvGrpSpPr>
        <p:grpSpPr>
          <a:xfrm>
            <a:off x="396240" y="2234183"/>
            <a:ext cx="11386185" cy="2209800"/>
            <a:chOff x="396240" y="2234183"/>
            <a:chExt cx="11386185" cy="2209800"/>
          </a:xfrm>
        </p:grpSpPr>
        <p:sp>
          <p:nvSpPr>
            <p:cNvPr id="7" name="object 7"/>
            <p:cNvSpPr/>
            <p:nvPr/>
          </p:nvSpPr>
          <p:spPr>
            <a:xfrm>
              <a:off x="6879336" y="2240279"/>
              <a:ext cx="4903470" cy="2197735"/>
            </a:xfrm>
            <a:custGeom>
              <a:avLst/>
              <a:gdLst/>
              <a:ahLst/>
              <a:cxnLst/>
              <a:rect l="l" t="t" r="r" b="b"/>
              <a:pathLst>
                <a:path w="4903470" h="2197735">
                  <a:moveTo>
                    <a:pt x="0" y="0"/>
                  </a:moveTo>
                  <a:lnTo>
                    <a:pt x="4884801" y="0"/>
                  </a:lnTo>
                </a:path>
                <a:path w="4903470" h="2197735">
                  <a:moveTo>
                    <a:pt x="18288" y="2197608"/>
                  </a:moveTo>
                  <a:lnTo>
                    <a:pt x="4903089" y="2197608"/>
                  </a:lnTo>
                </a:path>
              </a:pathLst>
            </a:custGeom>
            <a:ln w="12192">
              <a:solidFill>
                <a:srgbClr val="520977"/>
              </a:solidFill>
            </a:ln>
          </p:spPr>
          <p:txBody>
            <a:bodyPr wrap="square" lIns="0" tIns="0" rIns="0" bIns="0" rtlCol="0"/>
            <a:lstStyle/>
            <a:p/>
          </p:txBody>
        </p:sp>
        <p:sp>
          <p:nvSpPr>
            <p:cNvPr id="8" name="object 8"/>
            <p:cNvSpPr/>
            <p:nvPr/>
          </p:nvSpPr>
          <p:spPr>
            <a:xfrm>
              <a:off x="396240" y="3447287"/>
              <a:ext cx="5700395" cy="0"/>
            </a:xfrm>
            <a:custGeom>
              <a:avLst/>
              <a:gdLst/>
              <a:ahLst/>
              <a:cxnLst/>
              <a:rect l="l" t="t" r="r" b="b"/>
              <a:pathLst>
                <a:path w="5700395" h="0">
                  <a:moveTo>
                    <a:pt x="0" y="0"/>
                  </a:moveTo>
                  <a:lnTo>
                    <a:pt x="5700141" y="0"/>
                  </a:lnTo>
                </a:path>
              </a:pathLst>
            </a:custGeom>
            <a:ln w="6096">
              <a:solidFill>
                <a:srgbClr val="520977"/>
              </a:solidFill>
            </a:ln>
          </p:spPr>
          <p:txBody>
            <a:bodyPr wrap="square" lIns="0" tIns="0" rIns="0" bIns="0" rtlCol="0"/>
            <a:lstStyle/>
            <a:p/>
          </p:txBody>
        </p:sp>
      </p:grpSp>
      <p:sp>
        <p:nvSpPr>
          <p:cNvPr id="10" name="object 10"/>
          <p:cNvSpPr txBox="1"/>
          <p:nvPr/>
        </p:nvSpPr>
        <p:spPr>
          <a:xfrm>
            <a:off x="6888606" y="2244596"/>
            <a:ext cx="2854960" cy="644525"/>
          </a:xfrm>
          <a:prstGeom prst="rect">
            <a:avLst/>
          </a:prstGeom>
        </p:spPr>
        <p:txBody>
          <a:bodyPr wrap="square" lIns="0" tIns="100330" rIns="0" bIns="0" rtlCol="0" vert="horz">
            <a:spAutoFit/>
          </a:bodyPr>
          <a:lstStyle/>
          <a:p>
            <a:pPr marL="24130" algn="l">
              <a:lnSpc>
                <a:spcPct val="112000"/>
              </a:lnSpc>
              <a:spcBef>
                <a:spcPts val="790"/>
              </a:spcBef>
              <a:spcAft>
                <a:spcPts val="800"/>
              </a:spcAft>
            </a:pPr>
            <a:r>
              <a:rPr sz="2000" b="1">
                <a:solidFill>
                  <a:srgbClr val="520978"/>
                </a:solidFill>
                <a:latin typeface="Montserrat"/>
              </a:rPr>
              <a:t>Краткое описание решения</a:t>
            </a:r>
            <a:endParaRPr sz="1600">
              <a:latin typeface="Arial"/>
              <a:cs typeface="Arial"/>
            </a:endParaRPr>
          </a:p>
          <a:p>
            <a:pPr algn="l">
              <a:lnSpc>
                <a:spcPct val="112000"/>
              </a:lnSpc>
              <a:spcAft>
                <a:spcPts val="400"/>
              </a:spcAft>
            </a:pPr>
            <a:r>
              <a:rPr sz="1200" b="0">
                <a:solidFill>
                  <a:srgbClr val="1C1D22"/>
                </a:solidFill>
                <a:latin typeface="Montserrat"/>
              </a:rPr>
              <a:t>CRM, которая ведёт взаимодействие с вузом от первого контакта до результата: Kanban по этапам workflow, карточка взаимодействия, задачи, комментарии, файлы и отчёты с экспортом.</a:t>
            </a:r>
          </a:p>
        </p:txBody>
      </p:sp>
      <p:sp>
        <p:nvSpPr>
          <p:cNvPr id="9" name="object 9"/>
          <p:cNvSpPr txBox="1"/>
          <p:nvPr/>
        </p:nvSpPr>
        <p:spPr>
          <a:xfrm>
            <a:off x="6900418" y="4464677"/>
            <a:ext cx="3645535" cy="895350"/>
          </a:xfrm>
          <a:prstGeom prst="rect">
            <a:avLst/>
          </a:prstGeom>
        </p:spPr>
        <p:txBody>
          <a:bodyPr wrap="square" lIns="0" tIns="120015" rIns="0" bIns="0" rtlCol="0" vert="horz">
            <a:spAutoFit/>
          </a:bodyPr>
          <a:lstStyle/>
          <a:p>
            <a:pPr marL="12700" algn="l">
              <a:lnSpc>
                <a:spcPct val="112000"/>
              </a:lnSpc>
              <a:spcBef>
                <a:spcPts val="945"/>
              </a:spcBef>
              <a:spcAft>
                <a:spcPts val="800"/>
              </a:spcAft>
            </a:pPr>
            <a:r>
              <a:rPr sz="2000" b="1">
                <a:solidFill>
                  <a:srgbClr val="520978"/>
                </a:solidFill>
                <a:latin typeface="Montserrat"/>
              </a:rPr>
              <a:t>Уникальность решения</a:t>
            </a:r>
            <a:endParaRPr sz="1600">
              <a:latin typeface="Arial"/>
              <a:cs typeface="Arial"/>
            </a:endParaRPr>
          </a:p>
          <a:p>
            <a:pPr algn="l">
              <a:lnSpc>
                <a:spcPct val="112000"/>
              </a:lnSpc>
              <a:spcAft>
                <a:spcPts val="400"/>
              </a:spcAft>
            </a:pPr>
            <a:r>
              <a:rPr sz="1200" b="0">
                <a:solidFill>
                  <a:srgbClr val="1C1D22"/>
                </a:solidFill>
                <a:latin typeface="Montserrat"/>
              </a:rPr>
              <a:t>Настраиваемый workflow: этапы, порядок и цвета меняет администратор без доработки кода. Отдельные воронки B2B (14 этапов) и B2C (4 этапа) с корректной фильтрацией в UI, API и отчётах.</a:t>
            </a:r>
          </a:p>
        </p:txBody>
      </p:sp>
      <p:sp>
        <p:nvSpPr>
          <p:cNvPr id="11" name="object 11"/>
          <p:cNvSpPr txBox="1">
            <a:spLocks noGrp="1"/>
          </p:cNvSpPr>
          <p:nvPr>
            <p:ph type="sldNum" idx="7" sz="quarter"/>
          </p:nvPr>
        </p:nvSpPr>
        <p:spPr>
          <a:prstGeom prst="rect"/>
        </p:spPr>
        <p:txBody>
          <a:bodyPr wrap="square" lIns="0" tIns="43180" rIns="0" bIns="0" rtlCol="0" vert="horz">
            <a:spAutoFit/>
          </a:bodyPr>
          <a:lstStyle/>
          <a:p>
            <a:pPr marL="62865">
              <a:lnSpc>
                <a:spcPct val="100000"/>
              </a:lnSpc>
              <a:spcBef>
                <a:spcPts val="340"/>
              </a:spcBef>
            </a:pPr>
            <a:r>
              <a:rPr sz="1200">
                <a:solidFill>
                  <a:srgbClr val="520978"/>
                </a:solidFill>
                <a:latin typeface="Montserrat"/>
              </a:rPr>
              <a:t>2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object 2"/>
          <p:cNvGrpSpPr/>
          <p:nvPr/>
        </p:nvGrpSpPr>
        <p:grpSpPr>
          <a:xfrm>
            <a:off x="0" y="0"/>
            <a:ext cx="12192000" cy="6858000"/>
            <a:chOff x="0" y="0"/>
            <a:chExt cx="12192000" cy="6858000"/>
          </a:xfrm>
        </p:grpSpPr>
        <p:pic>
          <p:nvPicPr>
            <p:cNvPr id="3" name="object 3"/>
            <p:cNvPicPr/>
            <p:nvPr/>
          </p:nvPicPr>
          <p:blipFill>
            <a:blip r:embed="rId2" cstate="print"/>
            <a:stretch>
              <a:fillRect/>
            </a:stretch>
          </p:blipFill>
          <p:spPr>
            <a:xfrm>
              <a:off x="0" y="0"/>
              <a:ext cx="12192000" cy="6857999"/>
            </a:xfrm>
            <a:prstGeom prst="rect">
              <a:avLst/>
            </a:prstGeom>
          </p:spPr>
        </p:pic>
        <p:sp>
          <p:nvSpPr>
            <p:cNvPr id="4" name="object 4"/>
            <p:cNvSpPr/>
            <p:nvPr/>
          </p:nvSpPr>
          <p:spPr>
            <a:xfrm>
              <a:off x="2651760" y="1520952"/>
              <a:ext cx="2192020" cy="4834255"/>
            </a:xfrm>
            <a:custGeom>
              <a:avLst/>
              <a:gdLst/>
              <a:ahLst/>
              <a:cxnLst/>
              <a:rect l="l" t="t" r="r" b="b"/>
              <a:pathLst>
                <a:path w="2192020" h="4834255">
                  <a:moveTo>
                    <a:pt x="1976247" y="0"/>
                  </a:moveTo>
                  <a:lnTo>
                    <a:pt x="215264" y="0"/>
                  </a:lnTo>
                  <a:lnTo>
                    <a:pt x="165911" y="5686"/>
                  </a:lnTo>
                  <a:lnTo>
                    <a:pt x="120603" y="21882"/>
                  </a:lnTo>
                  <a:lnTo>
                    <a:pt x="80634" y="47296"/>
                  </a:lnTo>
                  <a:lnTo>
                    <a:pt x="47296" y="80634"/>
                  </a:lnTo>
                  <a:lnTo>
                    <a:pt x="21882" y="120603"/>
                  </a:lnTo>
                  <a:lnTo>
                    <a:pt x="5686" y="165911"/>
                  </a:lnTo>
                  <a:lnTo>
                    <a:pt x="0" y="215264"/>
                  </a:lnTo>
                  <a:lnTo>
                    <a:pt x="0" y="4618901"/>
                  </a:lnTo>
                  <a:lnTo>
                    <a:pt x="5686" y="4668252"/>
                  </a:lnTo>
                  <a:lnTo>
                    <a:pt x="21882" y="4713554"/>
                  </a:lnTo>
                  <a:lnTo>
                    <a:pt x="47296" y="4753516"/>
                  </a:lnTo>
                  <a:lnTo>
                    <a:pt x="80634" y="4786846"/>
                  </a:lnTo>
                  <a:lnTo>
                    <a:pt x="120603" y="4812253"/>
                  </a:lnTo>
                  <a:lnTo>
                    <a:pt x="165911" y="4828443"/>
                  </a:lnTo>
                  <a:lnTo>
                    <a:pt x="215264" y="4834128"/>
                  </a:lnTo>
                  <a:lnTo>
                    <a:pt x="1976247" y="4834128"/>
                  </a:lnTo>
                  <a:lnTo>
                    <a:pt x="2025600" y="4828443"/>
                  </a:lnTo>
                  <a:lnTo>
                    <a:pt x="2070908" y="4812253"/>
                  </a:lnTo>
                  <a:lnTo>
                    <a:pt x="2110877" y="4786846"/>
                  </a:lnTo>
                  <a:lnTo>
                    <a:pt x="2144215" y="4753516"/>
                  </a:lnTo>
                  <a:lnTo>
                    <a:pt x="2169629" y="4713554"/>
                  </a:lnTo>
                  <a:lnTo>
                    <a:pt x="2185825" y="4668252"/>
                  </a:lnTo>
                  <a:lnTo>
                    <a:pt x="2191512" y="4618901"/>
                  </a:lnTo>
                  <a:lnTo>
                    <a:pt x="2191512" y="215264"/>
                  </a:lnTo>
                  <a:lnTo>
                    <a:pt x="2185825" y="165911"/>
                  </a:lnTo>
                  <a:lnTo>
                    <a:pt x="2169629" y="120603"/>
                  </a:lnTo>
                  <a:lnTo>
                    <a:pt x="2144215" y="80634"/>
                  </a:lnTo>
                  <a:lnTo>
                    <a:pt x="2110877" y="47296"/>
                  </a:lnTo>
                  <a:lnTo>
                    <a:pt x="2070908" y="21882"/>
                  </a:lnTo>
                  <a:lnTo>
                    <a:pt x="2025600" y="5686"/>
                  </a:lnTo>
                  <a:lnTo>
                    <a:pt x="1976247" y="0"/>
                  </a:lnTo>
                  <a:close/>
                </a:path>
              </a:pathLst>
            </a:custGeom>
            <a:solidFill>
              <a:srgbClr val="FFFFFF"/>
            </a:solidFill>
          </p:spPr>
          <p:txBody>
            <a:bodyPr wrap="square" lIns="0" tIns="0" rIns="0" bIns="0" rtlCol="0"/>
            <a:lstStyle/>
            <a:p/>
          </p:txBody>
        </p:sp>
      </p:grpSp>
      <p:sp>
        <p:nvSpPr>
          <p:cNvPr id="6" name="object 6"/>
          <p:cNvSpPr txBox="1"/>
          <p:nvPr/>
        </p:nvSpPr>
        <p:spPr>
          <a:xfrm>
            <a:off x="2902966" y="3626053"/>
            <a:ext cx="1439545" cy="271145"/>
          </a:xfrm>
          <a:prstGeom prst="rect">
            <a:avLst/>
          </a:prstGeom>
        </p:spPr>
        <p:txBody>
          <a:bodyPr wrap="square" lIns="0" tIns="13970" rIns="0" bIns="0" rtlCol="0" vert="horz">
            <a:spAutoFit/>
          </a:bodyPr>
          <a:lstStyle/>
          <a:p>
            <a:pPr marL="12700" algn="l">
              <a:lnSpc>
                <a:spcPct val="112000"/>
              </a:lnSpc>
              <a:spcBef>
                <a:spcPts val="110"/>
              </a:spcBef>
              <a:spcAft>
                <a:spcPts val="0"/>
              </a:spcAft>
            </a:pPr>
            <a:r>
              <a:rPr sz="1400" b="1">
                <a:solidFill>
                  <a:srgbClr val="1C1D22"/>
                </a:solidFill>
                <a:latin typeface="Montserrat"/>
              </a:rPr>
              <a:t>Тимофей Кобзев</a:t>
            </a:r>
            <a:endParaRPr sz="1600">
              <a:latin typeface="Arial"/>
              <a:cs typeface="Arial"/>
            </a:endParaRPr>
          </a:p>
        </p:txBody>
      </p:sp>
      <p:sp>
        <p:nvSpPr>
          <p:cNvPr id="5" name="object 5"/>
          <p:cNvSpPr txBox="1"/>
          <p:nvPr/>
        </p:nvSpPr>
        <p:spPr>
          <a:xfrm>
            <a:off x="2902966" y="4263339"/>
            <a:ext cx="1655445" cy="702945"/>
          </a:xfrm>
          <a:prstGeom prst="rect">
            <a:avLst/>
          </a:prstGeom>
        </p:spPr>
        <p:txBody>
          <a:bodyPr wrap="square" lIns="0" tIns="12700" rIns="0" bIns="0" rtlCol="0" vert="horz">
            <a:spAutoFit/>
          </a:bodyPr>
          <a:lstStyle/>
          <a:p>
            <a:pPr marL="160655" indent="-147955" algn="l">
              <a:lnSpc>
                <a:spcPct val="112000"/>
              </a:lnSpc>
              <a:spcBef>
                <a:spcPts val="100"/>
              </a:spcBef>
              <a:spcAft>
                <a:spcPts val="200"/>
              </a:spcAft>
              <a:buClr>
                <a:srgbClr val="FF0052"/>
              </a:buClr>
              <a:buChar char="•"/>
              <a:tabLst>
                <a:tab pos="160655" algn="l"/>
              </a:tabLst>
            </a:pPr>
            <a:r>
              <a:rPr sz="1000" b="0">
                <a:solidFill>
                  <a:srgbClr val="3C1B50"/>
                </a:solidFill>
                <a:latin typeface="Montserrat"/>
              </a:rPr>
              <a:t>Frontend и дизайн-система</a:t>
            </a:r>
            <a:endParaRPr sz="1200">
              <a:latin typeface="Microsoft Sans Serif"/>
              <a:cs typeface="Microsoft Sans Serif"/>
            </a:endParaRPr>
          </a:p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1000" b="0">
                <a:solidFill>
                  <a:srgbClr val="6B5B78"/>
                </a:solidFill>
                <a:latin typeface="Montserrat"/>
              </a:rPr>
              <a:t>Telegram: @T1mka_Z</a:t>
            </a:r>
          </a:p>
        </p:txBody>
      </p:sp>
      <p:grpSp>
        <p:nvGrpSpPr>
          <p:cNvPr id="16" name="object 16"/>
          <p:cNvGrpSpPr/>
          <p:nvPr/>
        </p:nvGrpSpPr>
        <p:grpSpPr>
          <a:xfrm>
            <a:off x="347472" y="323088"/>
            <a:ext cx="3950335" cy="6032500"/>
            <a:chOff x="347472" y="323088"/>
            <a:chExt cx="3950335" cy="6032500"/>
          </a:xfrm>
        </p:grpSpPr>
        <p:sp>
          <p:nvSpPr>
            <p:cNvPr id="17" name="object 17"/>
            <p:cNvSpPr/>
            <p:nvPr/>
          </p:nvSpPr>
          <p:spPr>
            <a:xfrm>
              <a:off x="347472" y="1520952"/>
              <a:ext cx="2192020" cy="4834255"/>
            </a:xfrm>
            <a:custGeom>
              <a:avLst/>
              <a:gdLst/>
              <a:ahLst/>
              <a:cxnLst/>
              <a:rect l="l" t="t" r="r" b="b"/>
              <a:pathLst>
                <a:path w="2192020" h="4834255">
                  <a:moveTo>
                    <a:pt x="1976247" y="0"/>
                  </a:moveTo>
                  <a:lnTo>
                    <a:pt x="215226" y="0"/>
                  </a:lnTo>
                  <a:lnTo>
                    <a:pt x="165875" y="5686"/>
                  </a:lnTo>
                  <a:lnTo>
                    <a:pt x="120573" y="21882"/>
                  </a:lnTo>
                  <a:lnTo>
                    <a:pt x="80611" y="47296"/>
                  </a:lnTo>
                  <a:lnTo>
                    <a:pt x="47281" y="80634"/>
                  </a:lnTo>
                  <a:lnTo>
                    <a:pt x="21874" y="120603"/>
                  </a:lnTo>
                  <a:lnTo>
                    <a:pt x="5684" y="165911"/>
                  </a:lnTo>
                  <a:lnTo>
                    <a:pt x="0" y="215264"/>
                  </a:lnTo>
                  <a:lnTo>
                    <a:pt x="0" y="4618901"/>
                  </a:lnTo>
                  <a:lnTo>
                    <a:pt x="5684" y="4668252"/>
                  </a:lnTo>
                  <a:lnTo>
                    <a:pt x="21874" y="4713554"/>
                  </a:lnTo>
                  <a:lnTo>
                    <a:pt x="47281" y="4753516"/>
                  </a:lnTo>
                  <a:lnTo>
                    <a:pt x="80611" y="4786846"/>
                  </a:lnTo>
                  <a:lnTo>
                    <a:pt x="120573" y="4812253"/>
                  </a:lnTo>
                  <a:lnTo>
                    <a:pt x="165875" y="4828443"/>
                  </a:lnTo>
                  <a:lnTo>
                    <a:pt x="215226" y="4834128"/>
                  </a:lnTo>
                  <a:lnTo>
                    <a:pt x="1976247" y="4834128"/>
                  </a:lnTo>
                  <a:lnTo>
                    <a:pt x="2025600" y="4828443"/>
                  </a:lnTo>
                  <a:lnTo>
                    <a:pt x="2070908" y="4812253"/>
                  </a:lnTo>
                  <a:lnTo>
                    <a:pt x="2110877" y="4786846"/>
                  </a:lnTo>
                  <a:lnTo>
                    <a:pt x="2144215" y="4753516"/>
                  </a:lnTo>
                  <a:lnTo>
                    <a:pt x="2169629" y="4713554"/>
                  </a:lnTo>
                  <a:lnTo>
                    <a:pt x="2185825" y="4668252"/>
                  </a:lnTo>
                  <a:lnTo>
                    <a:pt x="2191512" y="4618901"/>
                  </a:lnTo>
                  <a:lnTo>
                    <a:pt x="2191512" y="215264"/>
                  </a:lnTo>
                  <a:lnTo>
                    <a:pt x="2185825" y="165911"/>
                  </a:lnTo>
                  <a:lnTo>
                    <a:pt x="2169629" y="120603"/>
                  </a:lnTo>
                  <a:lnTo>
                    <a:pt x="2144215" y="80634"/>
                  </a:lnTo>
                  <a:lnTo>
                    <a:pt x="2110877" y="47296"/>
                  </a:lnTo>
                  <a:lnTo>
                    <a:pt x="2070908" y="21882"/>
                  </a:lnTo>
                  <a:lnTo>
                    <a:pt x="2025600" y="5686"/>
                  </a:lnTo>
                  <a:lnTo>
                    <a:pt x="1976247" y="0"/>
                  </a:lnTo>
                  <a:close/>
                </a:path>
              </a:pathLst>
            </a:custGeom>
            <a:solidFill>
              <a:srgbClr val="FFFFFF"/>
            </a:solidFill>
          </p:spPr>
          <p:txBody>
            <a:bodyPr wrap="square" lIns="0" tIns="0" rIns="0" bIns="0" rtlCol="0"/>
            <a:lstStyle/>
            <a:p/>
          </p:txBody>
        </p:sp>
        <p:sp>
          <p:nvSpPr>
            <p:cNvPr id="18" name="object 18"/>
            <p:cNvSpPr/>
            <p:nvPr/>
          </p:nvSpPr>
          <p:spPr>
            <a:xfrm>
              <a:off x="347472" y="323088"/>
              <a:ext cx="3950335" cy="622300"/>
            </a:xfrm>
            <a:custGeom>
              <a:avLst/>
              <a:gdLst/>
              <a:ahLst/>
              <a:cxnLst/>
              <a:rect l="l" t="t" r="r" b="b"/>
              <a:pathLst>
                <a:path w="3950335" h="622300">
                  <a:moveTo>
                    <a:pt x="3833876" y="0"/>
                  </a:moveTo>
                  <a:lnTo>
                    <a:pt x="116306" y="0"/>
                  </a:lnTo>
                  <a:lnTo>
                    <a:pt x="71033" y="9140"/>
                  </a:lnTo>
                  <a:lnTo>
                    <a:pt x="34064" y="34067"/>
                  </a:lnTo>
                  <a:lnTo>
                    <a:pt x="9139" y="71044"/>
                  </a:lnTo>
                  <a:lnTo>
                    <a:pt x="0" y="116331"/>
                  </a:lnTo>
                  <a:lnTo>
                    <a:pt x="0" y="505459"/>
                  </a:lnTo>
                  <a:lnTo>
                    <a:pt x="9139" y="550747"/>
                  </a:lnTo>
                  <a:lnTo>
                    <a:pt x="34064" y="587724"/>
                  </a:lnTo>
                  <a:lnTo>
                    <a:pt x="71033" y="612651"/>
                  </a:lnTo>
                  <a:lnTo>
                    <a:pt x="116306" y="621791"/>
                  </a:lnTo>
                  <a:lnTo>
                    <a:pt x="3833876" y="621791"/>
                  </a:lnTo>
                  <a:lnTo>
                    <a:pt x="3879163" y="612651"/>
                  </a:lnTo>
                  <a:lnTo>
                    <a:pt x="3916140" y="587724"/>
                  </a:lnTo>
                  <a:lnTo>
                    <a:pt x="3941067" y="550747"/>
                  </a:lnTo>
                  <a:lnTo>
                    <a:pt x="3950207" y="505459"/>
                  </a:lnTo>
                  <a:lnTo>
                    <a:pt x="3950207" y="116331"/>
                  </a:lnTo>
                  <a:lnTo>
                    <a:pt x="3941067" y="71044"/>
                  </a:lnTo>
                  <a:lnTo>
                    <a:pt x="3916140" y="34067"/>
                  </a:lnTo>
                  <a:lnTo>
                    <a:pt x="3879163" y="9140"/>
                  </a:lnTo>
                  <a:lnTo>
                    <a:pt x="3833876" y="0"/>
                  </a:lnTo>
                  <a:close/>
                </a:path>
              </a:pathLst>
            </a:custGeom>
            <a:solidFill>
              <a:srgbClr val="FF0052"/>
            </a:solidFill>
          </p:spPr>
          <p:txBody>
            <a:bodyPr wrap="square" lIns="0" tIns="0" rIns="0" bIns="0" rtlCol="0"/>
            <a:lstStyle/>
            <a:p/>
          </p:txBody>
        </p:sp>
      </p:grpSp>
      <p:sp>
        <p:nvSpPr>
          <p:cNvPr id="20" name="object 20"/>
          <p:cNvSpPr txBox="1"/>
          <p:nvPr/>
        </p:nvSpPr>
        <p:spPr>
          <a:xfrm>
            <a:off x="597204" y="3626053"/>
            <a:ext cx="1436370" cy="271145"/>
          </a:xfrm>
          <a:prstGeom prst="rect">
            <a:avLst/>
          </a:prstGeom>
        </p:spPr>
        <p:txBody>
          <a:bodyPr wrap="square" lIns="0" tIns="13970" rIns="0" bIns="0" rtlCol="0" vert="horz">
            <a:spAutoFit/>
          </a:bodyPr>
          <a:lstStyle/>
          <a:p>
            <a:pPr marL="12700" algn="l">
              <a:lnSpc>
                <a:spcPct val="112000"/>
              </a:lnSpc>
              <a:spcBef>
                <a:spcPts val="110"/>
              </a:spcBef>
              <a:spcAft>
                <a:spcPts val="0"/>
              </a:spcAft>
            </a:pPr>
            <a:r>
              <a:rPr sz="1400" b="1">
                <a:solidFill>
                  <a:srgbClr val="1C1D22"/>
                </a:solidFill>
                <a:latin typeface="Montserrat"/>
              </a:rPr>
              <a:t>Сабадаш Павел</a:t>
            </a:r>
            <a:endParaRPr sz="1600">
              <a:latin typeface="Arial"/>
              <a:cs typeface="Arial"/>
            </a:endParaRPr>
          </a:p>
        </p:txBody>
      </p:sp>
      <p:sp>
        <p:nvSpPr>
          <p:cNvPr id="7" name="object 7"/>
          <p:cNvSpPr/>
          <p:nvPr/>
        </p:nvSpPr>
        <p:spPr>
          <a:xfrm>
            <a:off x="4956047" y="1520952"/>
            <a:ext cx="2194560" cy="4834255"/>
          </a:xfrm>
          <a:custGeom>
            <a:avLst/>
            <a:gdLst/>
            <a:ahLst/>
            <a:cxnLst/>
            <a:rect l="l" t="t" r="r" b="b"/>
            <a:pathLst>
              <a:path w="2194559" h="4834255">
                <a:moveTo>
                  <a:pt x="1979041" y="0"/>
                </a:moveTo>
                <a:lnTo>
                  <a:pt x="215518" y="0"/>
                </a:lnTo>
                <a:lnTo>
                  <a:pt x="166111" y="5693"/>
                </a:lnTo>
                <a:lnTo>
                  <a:pt x="120751" y="21910"/>
                </a:lnTo>
                <a:lnTo>
                  <a:pt x="80734" y="47356"/>
                </a:lnTo>
                <a:lnTo>
                  <a:pt x="47356" y="80734"/>
                </a:lnTo>
                <a:lnTo>
                  <a:pt x="21910" y="120751"/>
                </a:lnTo>
                <a:lnTo>
                  <a:pt x="5693" y="166111"/>
                </a:lnTo>
                <a:lnTo>
                  <a:pt x="0" y="215519"/>
                </a:lnTo>
                <a:lnTo>
                  <a:pt x="0" y="4618596"/>
                </a:lnTo>
                <a:lnTo>
                  <a:pt x="5693" y="4668016"/>
                </a:lnTo>
                <a:lnTo>
                  <a:pt x="21910" y="4713382"/>
                </a:lnTo>
                <a:lnTo>
                  <a:pt x="47356" y="4753401"/>
                </a:lnTo>
                <a:lnTo>
                  <a:pt x="80734" y="4786778"/>
                </a:lnTo>
                <a:lnTo>
                  <a:pt x="120751" y="4812221"/>
                </a:lnTo>
                <a:lnTo>
                  <a:pt x="166111" y="4828435"/>
                </a:lnTo>
                <a:lnTo>
                  <a:pt x="215518" y="4834128"/>
                </a:lnTo>
                <a:lnTo>
                  <a:pt x="1979041" y="4834128"/>
                </a:lnTo>
                <a:lnTo>
                  <a:pt x="2028448" y="4828435"/>
                </a:lnTo>
                <a:lnTo>
                  <a:pt x="2073808" y="4812221"/>
                </a:lnTo>
                <a:lnTo>
                  <a:pt x="2113825" y="4786778"/>
                </a:lnTo>
                <a:lnTo>
                  <a:pt x="2147203" y="4753401"/>
                </a:lnTo>
                <a:lnTo>
                  <a:pt x="2172649" y="4713382"/>
                </a:lnTo>
                <a:lnTo>
                  <a:pt x="2188866" y="4668016"/>
                </a:lnTo>
                <a:lnTo>
                  <a:pt x="2194559" y="4618596"/>
                </a:lnTo>
                <a:lnTo>
                  <a:pt x="2194559" y="215519"/>
                </a:lnTo>
                <a:lnTo>
                  <a:pt x="2188866" y="166111"/>
                </a:lnTo>
                <a:lnTo>
                  <a:pt x="2172649" y="120751"/>
                </a:lnTo>
                <a:lnTo>
                  <a:pt x="2147203" y="80734"/>
                </a:lnTo>
                <a:lnTo>
                  <a:pt x="2113825" y="47356"/>
                </a:lnTo>
                <a:lnTo>
                  <a:pt x="2073808" y="21910"/>
                </a:lnTo>
                <a:lnTo>
                  <a:pt x="2028448" y="5693"/>
                </a:lnTo>
                <a:lnTo>
                  <a:pt x="1979041" y="0"/>
                </a:lnTo>
                <a:close/>
              </a:path>
            </a:pathLst>
          </a:custGeom>
          <a:solidFill>
            <a:srgbClr val="FFFFFF"/>
          </a:solidFill>
        </p:spPr>
        <p:txBody>
          <a:bodyPr wrap="square" lIns="0" tIns="0" rIns="0" bIns="0" rtlCol="0"/>
          <a:lstStyle/>
          <a:p/>
        </p:txBody>
      </p:sp>
      <p:sp>
        <p:nvSpPr>
          <p:cNvPr id="9" name="object 9"/>
          <p:cNvSpPr txBox="1"/>
          <p:nvPr/>
        </p:nvSpPr>
        <p:spPr>
          <a:xfrm>
            <a:off x="5209159" y="3626053"/>
            <a:ext cx="1436370" cy="271145"/>
          </a:xfrm>
          <a:prstGeom prst="rect">
            <a:avLst/>
          </a:prstGeom>
        </p:spPr>
        <p:txBody>
          <a:bodyPr wrap="square" lIns="0" tIns="13970" rIns="0" bIns="0" rtlCol="0" vert="horz">
            <a:spAutoFit/>
          </a:bodyPr>
          <a:lstStyle/>
          <a:p>
            <a:pPr marL="12700" algn="l">
              <a:lnSpc>
                <a:spcPct val="112000"/>
              </a:lnSpc>
              <a:spcBef>
                <a:spcPts val="110"/>
              </a:spcBef>
              <a:spcAft>
                <a:spcPts val="0"/>
              </a:spcAft>
            </a:pPr>
            <a:r>
              <a:rPr sz="1400" b="1">
                <a:solidFill>
                  <a:srgbClr val="1C1D22"/>
                </a:solidFill>
                <a:latin typeface="Montserrat"/>
              </a:rPr>
              <a:t>Сазонов Александр</a:t>
            </a:r>
            <a:endParaRPr sz="1600">
              <a:latin typeface="Arial"/>
              <a:cs typeface="Arial"/>
            </a:endParaRPr>
          </a:p>
        </p:txBody>
      </p:sp>
      <p:sp>
        <p:nvSpPr>
          <p:cNvPr id="8" name="object 8"/>
          <p:cNvSpPr txBox="1"/>
          <p:nvPr/>
        </p:nvSpPr>
        <p:spPr>
          <a:xfrm>
            <a:off x="5209159" y="4263339"/>
            <a:ext cx="1654810" cy="702945"/>
          </a:xfrm>
          <a:prstGeom prst="rect">
            <a:avLst/>
          </a:prstGeom>
        </p:spPr>
        <p:txBody>
          <a:bodyPr wrap="square" lIns="0" tIns="12700" rIns="0" bIns="0" rtlCol="0" vert="horz">
            <a:spAutoFit/>
          </a:bodyPr>
          <a:lstStyle/>
          <a:p>
            <a:pPr marL="160020" indent="-147320" algn="l">
              <a:lnSpc>
                <a:spcPct val="112000"/>
              </a:lnSpc>
              <a:spcBef>
                <a:spcPts val="100"/>
              </a:spcBef>
              <a:spcAft>
                <a:spcPts val="200"/>
              </a:spcAft>
              <a:buClr>
                <a:srgbClr val="FF0052"/>
              </a:buClr>
              <a:buChar char="•"/>
              <a:tabLst>
                <a:tab pos="160020" algn="l"/>
              </a:tabLst>
            </a:pPr>
            <a:r>
              <a:rPr sz="1000" b="0">
                <a:solidFill>
                  <a:srgbClr val="3C1B50"/>
                </a:solidFill>
                <a:latin typeface="Montserrat"/>
              </a:rPr>
              <a:t>Backend, API и интеграции</a:t>
            </a:r>
            <a:endParaRPr sz="1200">
              <a:latin typeface="Microsoft Sans Serif"/>
              <a:cs typeface="Microsoft Sans Serif"/>
            </a:endParaRPr>
          </a:p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1000" b="0">
                <a:solidFill>
                  <a:srgbClr val="6B5B78"/>
                </a:solidFill>
                <a:latin typeface="Montserrat"/>
              </a:rPr>
              <a:t>Telegram: @saneik_me</a:t>
            </a:r>
          </a:p>
        </p:txBody>
      </p:sp>
      <p:sp>
        <p:nvSpPr>
          <p:cNvPr id="10" name="object 10"/>
          <p:cNvSpPr/>
          <p:nvPr/>
        </p:nvSpPr>
        <p:spPr>
          <a:xfrm>
            <a:off x="7263383" y="1520952"/>
            <a:ext cx="2192020" cy="4834255"/>
          </a:xfrm>
          <a:custGeom>
            <a:avLst/>
            <a:gdLst/>
            <a:ahLst/>
            <a:cxnLst/>
            <a:rect l="l" t="t" r="r" b="b"/>
            <a:pathLst>
              <a:path w="2192020" h="4834255">
                <a:moveTo>
                  <a:pt x="1976247" y="0"/>
                </a:moveTo>
                <a:lnTo>
                  <a:pt x="215265" y="0"/>
                </a:lnTo>
                <a:lnTo>
                  <a:pt x="165911" y="5686"/>
                </a:lnTo>
                <a:lnTo>
                  <a:pt x="120603" y="21882"/>
                </a:lnTo>
                <a:lnTo>
                  <a:pt x="80634" y="47296"/>
                </a:lnTo>
                <a:lnTo>
                  <a:pt x="47296" y="80634"/>
                </a:lnTo>
                <a:lnTo>
                  <a:pt x="21882" y="120603"/>
                </a:lnTo>
                <a:lnTo>
                  <a:pt x="5686" y="165911"/>
                </a:lnTo>
                <a:lnTo>
                  <a:pt x="0" y="215264"/>
                </a:lnTo>
                <a:lnTo>
                  <a:pt x="0" y="4618901"/>
                </a:lnTo>
                <a:lnTo>
                  <a:pt x="5686" y="4668252"/>
                </a:lnTo>
                <a:lnTo>
                  <a:pt x="21882" y="4713554"/>
                </a:lnTo>
                <a:lnTo>
                  <a:pt x="47296" y="4753516"/>
                </a:lnTo>
                <a:lnTo>
                  <a:pt x="80634" y="4786846"/>
                </a:lnTo>
                <a:lnTo>
                  <a:pt x="120603" y="4812253"/>
                </a:lnTo>
                <a:lnTo>
                  <a:pt x="165911" y="4828443"/>
                </a:lnTo>
                <a:lnTo>
                  <a:pt x="215265" y="4834128"/>
                </a:lnTo>
                <a:lnTo>
                  <a:pt x="1976247" y="4834128"/>
                </a:lnTo>
                <a:lnTo>
                  <a:pt x="2025600" y="4828443"/>
                </a:lnTo>
                <a:lnTo>
                  <a:pt x="2070908" y="4812253"/>
                </a:lnTo>
                <a:lnTo>
                  <a:pt x="2110877" y="4786846"/>
                </a:lnTo>
                <a:lnTo>
                  <a:pt x="2144215" y="4753516"/>
                </a:lnTo>
                <a:lnTo>
                  <a:pt x="2169629" y="4713554"/>
                </a:lnTo>
                <a:lnTo>
                  <a:pt x="2185825" y="4668252"/>
                </a:lnTo>
                <a:lnTo>
                  <a:pt x="2191512" y="4618901"/>
                </a:lnTo>
                <a:lnTo>
                  <a:pt x="2191512" y="215264"/>
                </a:lnTo>
                <a:lnTo>
                  <a:pt x="2185825" y="165911"/>
                </a:lnTo>
                <a:lnTo>
                  <a:pt x="2169629" y="120603"/>
                </a:lnTo>
                <a:lnTo>
                  <a:pt x="2144215" y="80634"/>
                </a:lnTo>
                <a:lnTo>
                  <a:pt x="2110877" y="47296"/>
                </a:lnTo>
                <a:lnTo>
                  <a:pt x="2070908" y="21882"/>
                </a:lnTo>
                <a:lnTo>
                  <a:pt x="2025600" y="5686"/>
                </a:lnTo>
                <a:lnTo>
                  <a:pt x="1976247" y="0"/>
                </a:lnTo>
                <a:close/>
              </a:path>
            </a:pathLst>
          </a:custGeom>
          <a:solidFill>
            <a:srgbClr val="FFFFFF"/>
          </a:solidFill>
        </p:spPr>
        <p:txBody>
          <a:bodyPr wrap="square" lIns="0" tIns="0" rIns="0" bIns="0" rtlCol="0"/>
          <a:lstStyle/>
          <a:p/>
        </p:txBody>
      </p:sp>
      <p:sp>
        <p:nvSpPr>
          <p:cNvPr id="12" name="object 12"/>
          <p:cNvSpPr txBox="1"/>
          <p:nvPr/>
        </p:nvSpPr>
        <p:spPr>
          <a:xfrm>
            <a:off x="7514970" y="3626053"/>
            <a:ext cx="1436370" cy="271145"/>
          </a:xfrm>
          <a:prstGeom prst="rect">
            <a:avLst/>
          </a:prstGeom>
        </p:spPr>
        <p:txBody>
          <a:bodyPr wrap="square" lIns="0" tIns="13970" rIns="0" bIns="0" rtlCol="0" vert="horz">
            <a:spAutoFit/>
          </a:bodyPr>
          <a:lstStyle/>
          <a:p>
            <a:pPr marL="12700" algn="l">
              <a:lnSpc>
                <a:spcPct val="112000"/>
              </a:lnSpc>
              <a:spcBef>
                <a:spcPts val="110"/>
              </a:spcBef>
              <a:spcAft>
                <a:spcPts val="0"/>
              </a:spcAft>
            </a:pPr>
            <a:r>
              <a:rPr sz="1400" b="1">
                <a:solidFill>
                  <a:srgbClr val="1C1D22"/>
                </a:solidFill>
                <a:latin typeface="Montserrat"/>
              </a:rPr>
              <a:t>Иван Мельников</a:t>
            </a:r>
            <a:endParaRPr sz="1600">
              <a:latin typeface="Arial"/>
              <a:cs typeface="Arial"/>
            </a:endParaRPr>
          </a:p>
        </p:txBody>
      </p:sp>
      <p:sp>
        <p:nvSpPr>
          <p:cNvPr id="11" name="object 11"/>
          <p:cNvSpPr txBox="1"/>
          <p:nvPr/>
        </p:nvSpPr>
        <p:spPr>
          <a:xfrm>
            <a:off x="7514970" y="4263339"/>
            <a:ext cx="1654810" cy="702945"/>
          </a:xfrm>
          <a:prstGeom prst="rect">
            <a:avLst/>
          </a:prstGeom>
        </p:spPr>
        <p:txBody>
          <a:bodyPr wrap="square" lIns="0" tIns="12700" rIns="0" bIns="0" rtlCol="0" vert="horz">
            <a:spAutoFit/>
          </a:bodyPr>
          <a:lstStyle/>
          <a:p>
            <a:pPr marL="160020" indent="-147320" algn="l">
              <a:lnSpc>
                <a:spcPct val="112000"/>
              </a:lnSpc>
              <a:spcBef>
                <a:spcPts val="100"/>
              </a:spcBef>
              <a:spcAft>
                <a:spcPts val="200"/>
              </a:spcAft>
              <a:buClr>
                <a:srgbClr val="FF0052"/>
              </a:buClr>
              <a:buChar char="•"/>
              <a:tabLst>
                <a:tab pos="160020" algn="l"/>
              </a:tabLst>
            </a:pPr>
            <a:r>
              <a:rPr sz="1000" b="0">
                <a:solidFill>
                  <a:srgbClr val="3C1B50"/>
                </a:solidFill>
                <a:latin typeface="Montserrat"/>
              </a:rPr>
              <a:t>Данные, отчёты и экспорт</a:t>
            </a:r>
            <a:endParaRPr sz="1200">
              <a:latin typeface="Microsoft Sans Serif"/>
              <a:cs typeface="Microsoft Sans Serif"/>
            </a:endParaRPr>
          </a:p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1000" b="0">
                <a:solidFill>
                  <a:srgbClr val="6B5B78"/>
                </a:solidFill>
                <a:latin typeface="Montserrat"/>
              </a:rPr>
              <a:t>Telegram: @GooolZZ</a:t>
            </a:r>
          </a:p>
        </p:txBody>
      </p:sp>
      <p:sp>
        <p:nvSpPr>
          <p:cNvPr id="13" name="object 13"/>
          <p:cNvSpPr/>
          <p:nvPr/>
        </p:nvSpPr>
        <p:spPr>
          <a:xfrm>
            <a:off x="9567671" y="1520952"/>
            <a:ext cx="2192020" cy="4834255"/>
          </a:xfrm>
          <a:custGeom>
            <a:avLst/>
            <a:gdLst/>
            <a:ahLst/>
            <a:cxnLst/>
            <a:rect l="l" t="t" r="r" b="b"/>
            <a:pathLst>
              <a:path w="2192020" h="4834255">
                <a:moveTo>
                  <a:pt x="1976247" y="0"/>
                </a:moveTo>
                <a:lnTo>
                  <a:pt x="215264" y="0"/>
                </a:lnTo>
                <a:lnTo>
                  <a:pt x="165911" y="5686"/>
                </a:lnTo>
                <a:lnTo>
                  <a:pt x="120603" y="21882"/>
                </a:lnTo>
                <a:lnTo>
                  <a:pt x="80634" y="47296"/>
                </a:lnTo>
                <a:lnTo>
                  <a:pt x="47296" y="80634"/>
                </a:lnTo>
                <a:lnTo>
                  <a:pt x="21882" y="120603"/>
                </a:lnTo>
                <a:lnTo>
                  <a:pt x="5686" y="165911"/>
                </a:lnTo>
                <a:lnTo>
                  <a:pt x="0" y="215264"/>
                </a:lnTo>
                <a:lnTo>
                  <a:pt x="0" y="4618901"/>
                </a:lnTo>
                <a:lnTo>
                  <a:pt x="5686" y="4668252"/>
                </a:lnTo>
                <a:lnTo>
                  <a:pt x="21882" y="4713554"/>
                </a:lnTo>
                <a:lnTo>
                  <a:pt x="47296" y="4753516"/>
                </a:lnTo>
                <a:lnTo>
                  <a:pt x="80634" y="4786846"/>
                </a:lnTo>
                <a:lnTo>
                  <a:pt x="120603" y="4812253"/>
                </a:lnTo>
                <a:lnTo>
                  <a:pt x="165911" y="4828443"/>
                </a:lnTo>
                <a:lnTo>
                  <a:pt x="215264" y="4834128"/>
                </a:lnTo>
                <a:lnTo>
                  <a:pt x="1976247" y="4834128"/>
                </a:lnTo>
                <a:lnTo>
                  <a:pt x="2025600" y="4828443"/>
                </a:lnTo>
                <a:lnTo>
                  <a:pt x="2070908" y="4812253"/>
                </a:lnTo>
                <a:lnTo>
                  <a:pt x="2110877" y="4786846"/>
                </a:lnTo>
                <a:lnTo>
                  <a:pt x="2144215" y="4753516"/>
                </a:lnTo>
                <a:lnTo>
                  <a:pt x="2169629" y="4713554"/>
                </a:lnTo>
                <a:lnTo>
                  <a:pt x="2185825" y="4668252"/>
                </a:lnTo>
                <a:lnTo>
                  <a:pt x="2191511" y="4618901"/>
                </a:lnTo>
                <a:lnTo>
                  <a:pt x="2191511" y="215264"/>
                </a:lnTo>
                <a:lnTo>
                  <a:pt x="2185825" y="165911"/>
                </a:lnTo>
                <a:lnTo>
                  <a:pt x="2169629" y="120603"/>
                </a:lnTo>
                <a:lnTo>
                  <a:pt x="2144215" y="80634"/>
                </a:lnTo>
                <a:lnTo>
                  <a:pt x="2110877" y="47296"/>
                </a:lnTo>
                <a:lnTo>
                  <a:pt x="2070908" y="21882"/>
                </a:lnTo>
                <a:lnTo>
                  <a:pt x="2025600" y="5686"/>
                </a:lnTo>
                <a:lnTo>
                  <a:pt x="1976247" y="0"/>
                </a:lnTo>
                <a:close/>
              </a:path>
            </a:pathLst>
          </a:custGeom>
          <a:solidFill>
            <a:srgbClr val="FFFFFF"/>
          </a:solidFill>
        </p:spPr>
        <p:txBody>
          <a:bodyPr wrap="square" lIns="0" tIns="0" rIns="0" bIns="0" rtlCol="0"/>
          <a:lstStyle/>
          <a:p/>
        </p:txBody>
      </p:sp>
      <p:sp>
        <p:nvSpPr>
          <p:cNvPr id="15" name="object 15"/>
          <p:cNvSpPr txBox="1"/>
          <p:nvPr/>
        </p:nvSpPr>
        <p:spPr>
          <a:xfrm>
            <a:off x="9820782" y="3626053"/>
            <a:ext cx="1436370" cy="271145"/>
          </a:xfrm>
          <a:prstGeom prst="rect">
            <a:avLst/>
          </a:prstGeom>
        </p:spPr>
        <p:txBody>
          <a:bodyPr wrap="square" lIns="0" tIns="13970" rIns="0" bIns="0" rtlCol="0" vert="horz">
            <a:spAutoFit/>
          </a:bodyPr>
          <a:lstStyle/>
          <a:p>
            <a:pPr marL="12700" algn="l">
              <a:lnSpc>
                <a:spcPct val="112000"/>
              </a:lnSpc>
              <a:spcBef>
                <a:spcPts val="110"/>
              </a:spcBef>
              <a:spcAft>
                <a:spcPts val="0"/>
              </a:spcAft>
            </a:pPr>
            <a:r>
              <a:rPr sz="1400" b="1">
                <a:solidFill>
                  <a:srgbClr val="1C1D22"/>
                </a:solidFill>
                <a:latin typeface="Montserrat"/>
              </a:rPr>
              <a:t>Никита Предков</a:t>
            </a:r>
            <a:endParaRPr sz="1600">
              <a:latin typeface="Arial"/>
              <a:cs typeface="Arial"/>
            </a:endParaRPr>
          </a:p>
        </p:txBody>
      </p:sp>
      <p:sp>
        <p:nvSpPr>
          <p:cNvPr id="19" name="object 19"/>
          <p:cNvSpPr txBox="1"/>
          <p:nvPr/>
        </p:nvSpPr>
        <p:spPr>
          <a:xfrm>
            <a:off x="597204" y="4263339"/>
            <a:ext cx="1654810" cy="702945"/>
          </a:xfrm>
          <a:prstGeom prst="rect">
            <a:avLst/>
          </a:prstGeom>
        </p:spPr>
        <p:txBody>
          <a:bodyPr wrap="square" lIns="0" tIns="12700" rIns="0" bIns="0" rtlCol="0" vert="horz">
            <a:spAutoFit/>
          </a:bodyPr>
          <a:lstStyle/>
          <a:p>
            <a:pPr marL="160020" indent="-147320" algn="l">
              <a:lnSpc>
                <a:spcPct val="112000"/>
              </a:lnSpc>
              <a:spcBef>
                <a:spcPts val="100"/>
              </a:spcBef>
              <a:spcAft>
                <a:spcPts val="200"/>
              </a:spcAft>
              <a:buClr>
                <a:srgbClr val="FF0052"/>
              </a:buClr>
              <a:buChar char="•"/>
              <a:tabLst>
                <a:tab pos="160020" algn="l"/>
              </a:tabLst>
            </a:pPr>
            <a:r>
              <a:rPr sz="1000" b="0">
                <a:solidFill>
                  <a:srgbClr val="3C1B50"/>
                </a:solidFill>
                <a:latin typeface="Montserrat"/>
              </a:rPr>
              <a:t>Капитан, backend и инфраструктура</a:t>
            </a:r>
            <a:endParaRPr sz="1200">
              <a:latin typeface="Microsoft Sans Serif"/>
              <a:cs typeface="Microsoft Sans Serif"/>
            </a:endParaRPr>
          </a:p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1000" b="0">
                <a:solidFill>
                  <a:srgbClr val="6B5B78"/>
                </a:solidFill>
                <a:latin typeface="Montserrat"/>
              </a:rPr>
              <a:t>Telegram: @Pasha1778</a:t>
            </a:r>
          </a:p>
        </p:txBody>
      </p:sp>
      <p:sp>
        <p:nvSpPr>
          <p:cNvPr id="14" name="object 14"/>
          <p:cNvSpPr txBox="1"/>
          <p:nvPr/>
        </p:nvSpPr>
        <p:spPr>
          <a:xfrm>
            <a:off x="9820782" y="4263339"/>
            <a:ext cx="1654810" cy="702945"/>
          </a:xfrm>
          <a:prstGeom prst="rect">
            <a:avLst/>
          </a:prstGeom>
        </p:spPr>
        <p:txBody>
          <a:bodyPr wrap="square" lIns="0" tIns="12700" rIns="0" bIns="0" rtlCol="0" vert="horz">
            <a:spAutoFit/>
          </a:bodyPr>
          <a:lstStyle/>
          <a:p>
            <a:pPr marL="160020" indent="-147320" algn="l">
              <a:lnSpc>
                <a:spcPct val="112000"/>
              </a:lnSpc>
              <a:spcBef>
                <a:spcPts val="100"/>
              </a:spcBef>
              <a:spcAft>
                <a:spcPts val="200"/>
              </a:spcAft>
              <a:buClr>
                <a:srgbClr val="FF0052"/>
              </a:buClr>
              <a:buChar char="•"/>
              <a:tabLst>
                <a:tab pos="160020" algn="l"/>
              </a:tabLst>
            </a:pPr>
            <a:r>
              <a:rPr sz="1000" b="0">
                <a:solidFill>
                  <a:srgbClr val="3C1B50"/>
                </a:solidFill>
                <a:latin typeface="Montserrat"/>
              </a:rPr>
              <a:t>QA, документация и питч</a:t>
            </a:r>
            <a:endParaRPr sz="1200">
              <a:latin typeface="Microsoft Sans Serif"/>
              <a:cs typeface="Microsoft Sans Serif"/>
            </a:endParaRPr>
          </a:p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1000" b="0">
                <a:solidFill>
                  <a:srgbClr val="6B5B78"/>
                </a:solidFill>
                <a:latin typeface="Montserrat"/>
              </a:rPr>
              <a:t>Telegram: @pretuan</a:t>
            </a:r>
          </a:p>
        </p:txBody>
      </p:sp>
      <p:sp>
        <p:nvSpPr>
          <p:cNvPr id="21" name="object 21"/>
          <p:cNvSpPr txBox="1">
            <a:spLocks noGrp="1"/>
          </p:cNvSpPr>
          <p:nvPr>
            <p:ph type="sldNum" idx="7" sz="quarter"/>
          </p:nvPr>
        </p:nvSpPr>
        <p:spPr>
          <a:prstGeom prst="rect"/>
        </p:spPr>
        <p:txBody>
          <a:bodyPr wrap="square" lIns="0" tIns="43180" rIns="0" bIns="0" rtlCol="0" vert="horz">
            <a:spAutoFit/>
          </a:bodyPr>
          <a:lstStyle/>
          <a:p>
            <a:pPr marL="62865">
              <a:lnSpc>
                <a:spcPct val="100000"/>
              </a:lnSpc>
              <a:spcBef>
                <a:spcPts val="340"/>
              </a:spcBef>
            </a:pPr>
            <a:r>
              <a:rPr sz="1200">
                <a:solidFill>
                  <a:srgbClr val="520978"/>
                </a:solidFill>
                <a:latin typeface="Montserrat"/>
              </a:rPr>
              <a:t>3</a:t>
            </a:r>
          </a:p>
        </p:txBody>
      </p:sp>
      <p:sp>
        <p:nvSpPr>
          <p:cNvPr id="22" name="Oval 21"/>
          <p:cNvSpPr/>
          <p:nvPr/>
        </p:nvSpPr>
        <p:spPr>
          <a:xfrm>
            <a:off x="597204" y="2057400"/>
            <a:ext cx="1325880" cy="1325880"/>
          </a:xfrm>
          <a:prstGeom prst="ellipse">
            <a:avLst/>
          </a:prstGeom>
          <a:solidFill>
            <a:srgbClr val="FF0053"/>
          </a:solidFill>
          <a:ln w="254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2600" b="1">
                <a:solidFill>
                  <a:srgbClr val="FFFFFF"/>
                </a:solidFill>
                <a:latin typeface="Montserrat"/>
              </a:rPr>
              <a:t>СП</a:t>
            </a:r>
          </a:p>
        </p:txBody>
      </p:sp>
      <p:pic>
        <p:nvPicPr>
          <p:cNvPr id="23" name="Picture 22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81252" y="5074920"/>
            <a:ext cx="713232" cy="713232"/>
          </a:xfrm>
          <a:prstGeom prst="rect">
            <a:avLst/>
          </a:prstGeom>
        </p:spPr>
      </p:pic>
      <p:sp>
        <p:nvSpPr>
          <p:cNvPr id="24" name="Oval 23"/>
          <p:cNvSpPr/>
          <p:nvPr/>
        </p:nvSpPr>
        <p:spPr>
          <a:xfrm>
            <a:off x="2902966" y="2057400"/>
            <a:ext cx="1325880" cy="1325880"/>
          </a:xfrm>
          <a:prstGeom prst="ellipse">
            <a:avLst/>
          </a:prstGeom>
          <a:solidFill>
            <a:srgbClr val="FF0053"/>
          </a:solidFill>
          <a:ln w="254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2600" b="1">
                <a:solidFill>
                  <a:srgbClr val="FFFFFF"/>
                </a:solidFill>
                <a:latin typeface="Montserrat"/>
              </a:rPr>
              <a:t>ТК</a:t>
            </a:r>
          </a:p>
        </p:txBody>
      </p:sp>
      <p:pic>
        <p:nvPicPr>
          <p:cNvPr id="25" name="Picture 24" descr="imag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287013" y="5074920"/>
            <a:ext cx="713232" cy="713232"/>
          </a:xfrm>
          <a:prstGeom prst="rect">
            <a:avLst/>
          </a:prstGeom>
        </p:spPr>
      </p:pic>
      <p:sp>
        <p:nvSpPr>
          <p:cNvPr id="26" name="Oval 25"/>
          <p:cNvSpPr/>
          <p:nvPr/>
        </p:nvSpPr>
        <p:spPr>
          <a:xfrm>
            <a:off x="5209159" y="2057400"/>
            <a:ext cx="1325880" cy="1325880"/>
          </a:xfrm>
          <a:prstGeom prst="ellipse">
            <a:avLst/>
          </a:prstGeom>
          <a:solidFill>
            <a:srgbClr val="FF0053"/>
          </a:solidFill>
          <a:ln w="254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2600" b="1">
                <a:solidFill>
                  <a:srgbClr val="FFFFFF"/>
                </a:solidFill>
                <a:latin typeface="Montserrat"/>
              </a:rPr>
              <a:t>СА</a:t>
            </a:r>
          </a:p>
        </p:txBody>
      </p:sp>
      <p:pic>
        <p:nvPicPr>
          <p:cNvPr id="27" name="Picture 26" descr="image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593207" y="5074920"/>
            <a:ext cx="713232" cy="713232"/>
          </a:xfrm>
          <a:prstGeom prst="rect">
            <a:avLst/>
          </a:prstGeom>
        </p:spPr>
      </p:pic>
      <p:sp>
        <p:nvSpPr>
          <p:cNvPr id="28" name="Oval 27"/>
          <p:cNvSpPr/>
          <p:nvPr/>
        </p:nvSpPr>
        <p:spPr>
          <a:xfrm>
            <a:off x="7514970" y="2057400"/>
            <a:ext cx="1325880" cy="1325880"/>
          </a:xfrm>
          <a:prstGeom prst="ellipse">
            <a:avLst/>
          </a:prstGeom>
          <a:solidFill>
            <a:srgbClr val="FF0053"/>
          </a:solidFill>
          <a:ln w="254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2600" b="1">
                <a:solidFill>
                  <a:srgbClr val="FFFFFF"/>
                </a:solidFill>
                <a:latin typeface="Montserrat"/>
              </a:rPr>
              <a:t>ИМ</a:t>
            </a:r>
          </a:p>
        </p:txBody>
      </p:sp>
      <p:pic>
        <p:nvPicPr>
          <p:cNvPr id="29" name="Picture 28" descr="image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7899018" y="5074920"/>
            <a:ext cx="713232" cy="713232"/>
          </a:xfrm>
          <a:prstGeom prst="rect">
            <a:avLst/>
          </a:prstGeom>
        </p:spPr>
      </p:pic>
      <p:sp>
        <p:nvSpPr>
          <p:cNvPr id="30" name="Oval 29"/>
          <p:cNvSpPr/>
          <p:nvPr/>
        </p:nvSpPr>
        <p:spPr>
          <a:xfrm>
            <a:off x="9820782" y="2057400"/>
            <a:ext cx="1325880" cy="1325880"/>
          </a:xfrm>
          <a:prstGeom prst="ellipse">
            <a:avLst/>
          </a:prstGeom>
          <a:solidFill>
            <a:srgbClr val="FF0053"/>
          </a:solidFill>
          <a:ln w="254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2600" b="1">
                <a:solidFill>
                  <a:srgbClr val="FFFFFF"/>
                </a:solidFill>
                <a:latin typeface="Montserrat"/>
              </a:rPr>
              <a:t>НП</a:t>
            </a:r>
          </a:p>
        </p:txBody>
      </p:sp>
      <p:pic>
        <p:nvPicPr>
          <p:cNvPr id="31" name="Picture 30" descr="image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10204830" y="5074920"/>
            <a:ext cx="713232" cy="713232"/>
          </a:xfrm>
          <a:prstGeom prst="rect">
            <a:avLst/>
          </a:prstGeom>
        </p:spPr>
      </p:pic>
      <p:sp>
        <p:nvSpPr>
          <p:cNvPr id="32" name="TextBox 31"/>
          <p:cNvSpPr txBox="1"/>
          <p:nvPr/>
        </p:nvSpPr>
        <p:spPr>
          <a:xfrm>
            <a:off x="594360" y="6035040"/>
            <a:ext cx="4572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900" b="0">
                <a:solidFill>
                  <a:srgbClr val="6B5B78"/>
                </a:solidFill>
                <a:latin typeface="Montserrat"/>
              </a:rPr>
              <a:t>QR-код ведёт на профиль участника в Telegram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object 2"/>
          <p:cNvGrpSpPr/>
          <p:nvPr/>
        </p:nvGrpSpPr>
        <p:grpSpPr>
          <a:xfrm>
            <a:off x="0" y="0"/>
            <a:ext cx="12192000" cy="6858000"/>
            <a:chOff x="0" y="0"/>
            <a:chExt cx="12192000" cy="6858000"/>
          </a:xfrm>
        </p:grpSpPr>
        <p:pic>
          <p:nvPicPr>
            <p:cNvPr id="3" name="object 3"/>
            <p:cNvPicPr/>
            <p:nvPr/>
          </p:nvPicPr>
          <p:blipFill>
            <a:blip r:embed="rId2" cstate="print"/>
            <a:stretch>
              <a:fillRect/>
            </a:stretch>
          </p:blipFill>
          <p:spPr>
            <a:xfrm>
              <a:off x="0" y="0"/>
              <a:ext cx="12192000" cy="6857999"/>
            </a:xfrm>
            <a:prstGeom prst="rect">
              <a:avLst/>
            </a:prstGeom>
          </p:spPr>
        </p:pic>
        <p:sp>
          <p:nvSpPr>
            <p:cNvPr id="4" name="object 4"/>
            <p:cNvSpPr/>
            <p:nvPr/>
          </p:nvSpPr>
          <p:spPr>
            <a:xfrm>
              <a:off x="347472" y="323088"/>
              <a:ext cx="3950335" cy="622300"/>
            </a:xfrm>
            <a:custGeom>
              <a:avLst/>
              <a:gdLst/>
              <a:ahLst/>
              <a:cxnLst/>
              <a:rect l="l" t="t" r="r" b="b"/>
              <a:pathLst>
                <a:path w="3950335" h="622300">
                  <a:moveTo>
                    <a:pt x="3833876" y="0"/>
                  </a:moveTo>
                  <a:lnTo>
                    <a:pt x="116306" y="0"/>
                  </a:lnTo>
                  <a:lnTo>
                    <a:pt x="71033" y="9140"/>
                  </a:lnTo>
                  <a:lnTo>
                    <a:pt x="34064" y="34067"/>
                  </a:lnTo>
                  <a:lnTo>
                    <a:pt x="9139" y="71044"/>
                  </a:lnTo>
                  <a:lnTo>
                    <a:pt x="0" y="116331"/>
                  </a:lnTo>
                  <a:lnTo>
                    <a:pt x="0" y="505459"/>
                  </a:lnTo>
                  <a:lnTo>
                    <a:pt x="9139" y="550747"/>
                  </a:lnTo>
                  <a:lnTo>
                    <a:pt x="34064" y="587724"/>
                  </a:lnTo>
                  <a:lnTo>
                    <a:pt x="71033" y="612651"/>
                  </a:lnTo>
                  <a:lnTo>
                    <a:pt x="116306" y="621791"/>
                  </a:lnTo>
                  <a:lnTo>
                    <a:pt x="3833876" y="621791"/>
                  </a:lnTo>
                  <a:lnTo>
                    <a:pt x="3879163" y="612651"/>
                  </a:lnTo>
                  <a:lnTo>
                    <a:pt x="3916140" y="587724"/>
                  </a:lnTo>
                  <a:lnTo>
                    <a:pt x="3941067" y="550747"/>
                  </a:lnTo>
                  <a:lnTo>
                    <a:pt x="3950207" y="505459"/>
                  </a:lnTo>
                  <a:lnTo>
                    <a:pt x="3950207" y="116331"/>
                  </a:lnTo>
                  <a:lnTo>
                    <a:pt x="3941067" y="71044"/>
                  </a:lnTo>
                  <a:lnTo>
                    <a:pt x="3916140" y="34067"/>
                  </a:lnTo>
                  <a:lnTo>
                    <a:pt x="3879163" y="9140"/>
                  </a:lnTo>
                  <a:lnTo>
                    <a:pt x="3833876" y="0"/>
                  </a:lnTo>
                  <a:close/>
                </a:path>
              </a:pathLst>
            </a:custGeom>
            <a:solidFill>
              <a:srgbClr val="FF0052"/>
            </a:solidFill>
          </p:spPr>
          <p:txBody>
            <a:bodyPr wrap="square" lIns="0" tIns="0" rIns="0" bIns="0" rtlCol="0"/>
            <a:lstStyle/>
            <a:p/>
          </p:txBody>
        </p:sp>
      </p:grpSp>
      <p:sp>
        <p:nvSpPr>
          <p:cNvPr id="5" name="object 5"/>
          <p:cNvSpPr txBox="1"/>
          <p:nvPr/>
        </p:nvSpPr>
        <p:spPr>
          <a:xfrm>
            <a:off x="868680" y="1225296"/>
            <a:ext cx="10424160" cy="1371600"/>
          </a:xfrm>
          <a:prstGeom prst="rect">
            <a:avLst/>
          </a:prstGeom>
        </p:spPr>
        <p:txBody>
          <a:bodyPr wrap="square" lIns="0" tIns="121920" rIns="0" bIns="0" rtlCol="0" vert="horz">
            <a:spAutoFit/>
          </a:bodyPr>
          <a:lstStyle/>
          <a:p>
            <a:pPr marL="12700" algn="l">
              <a:lnSpc>
                <a:spcPct val="112000"/>
              </a:lnSpc>
              <a:spcBef>
                <a:spcPts val="960"/>
              </a:spcBef>
              <a:spcAft>
                <a:spcPts val="500"/>
              </a:spcAft>
            </a:pPr>
            <a:r>
              <a:rPr sz="1500" b="1">
                <a:solidFill>
                  <a:srgbClr val="520978"/>
                </a:solidFill>
                <a:latin typeface="Montserrat"/>
              </a:rPr>
              <a:t>Краткая история команды</a:t>
            </a:r>
            <a:endParaRPr sz="1400">
              <a:latin typeface="Arial"/>
              <a:cs typeface="Arial"/>
            </a:endParaRPr>
          </a:p>
          <a:p>
            <a:pPr algn="l">
              <a:lnSpc>
                <a:spcPct val="112000"/>
              </a:lnSpc>
              <a:spcAft>
                <a:spcPts val="400"/>
              </a:spcAft>
            </a:pPr>
            <a:r>
              <a:rPr sz="1150" b="0">
                <a:solidFill>
                  <a:srgbClr val="1C1D22"/>
                </a:solidFill>
                <a:latin typeface="Montserrat"/>
              </a:rPr>
              <a:t>Команда сложилась на хакатоне ЛЦТ 2026: backend, frontend, аналитика, отчёты и QA. Роли распределили по сильным сторонам, работали итерациями с ежедневной синхронизацией.</a:t>
            </a:r>
          </a:p>
        </p:txBody>
      </p:sp>
      <p:sp>
        <p:nvSpPr>
          <p:cNvPr id="7" name="object 7"/>
          <p:cNvSpPr txBox="1"/>
          <p:nvPr/>
        </p:nvSpPr>
        <p:spPr>
          <a:xfrm>
            <a:off x="868680" y="2852928"/>
            <a:ext cx="10424160" cy="1371600"/>
          </a:xfrm>
          <a:prstGeom prst="rect">
            <a:avLst/>
          </a:prstGeom>
        </p:spPr>
        <p:txBody>
          <a:bodyPr wrap="square" lIns="0" tIns="12065" rIns="0" bIns="0" rtlCol="0" vert="horz">
            <a:spAutoFit/>
          </a:bodyPr>
          <a:lstStyle/>
          <a:p>
            <a:pPr marL="12700" algn="l">
              <a:lnSpc>
                <a:spcPct val="112000"/>
              </a:lnSpc>
              <a:spcBef>
                <a:spcPts val="95"/>
              </a:spcBef>
              <a:spcAft>
                <a:spcPts val="500"/>
              </a:spcAft>
            </a:pPr>
            <a:r>
              <a:rPr sz="1500" b="1">
                <a:solidFill>
                  <a:srgbClr val="520978"/>
                </a:solidFill>
                <a:latin typeface="Montserrat"/>
              </a:rPr>
              <a:t>Почему выбрали эту задачу</a:t>
            </a:r>
            <a:endParaRPr sz="1400">
              <a:latin typeface="Arial"/>
              <a:cs typeface="Arial"/>
            </a:endParaRPr>
          </a:p>
          <a:p>
            <a:pPr algn="l">
              <a:lnSpc>
                <a:spcPct val="112000"/>
              </a:lnSpc>
              <a:spcAft>
                <a:spcPts val="400"/>
              </a:spcAft>
            </a:pPr>
            <a:r>
              <a:rPr sz="1150" b="0">
                <a:solidFill>
                  <a:srgbClr val="1C1D22"/>
                </a:solidFill>
                <a:latin typeface="Montserrat"/>
              </a:rPr>
              <a:t>Задача ИТ Школы — про реальный процесс, а не учебный кейс: взаимодействие с вузами живёт в таблицах и чатах. Хотелось собрать это в один прозрачный контур.</a:t>
            </a:r>
          </a:p>
        </p:txBody>
      </p:sp>
      <p:sp>
        <p:nvSpPr>
          <p:cNvPr id="8" name="object 8"/>
          <p:cNvSpPr/>
          <p:nvPr/>
        </p:nvSpPr>
        <p:spPr>
          <a:xfrm>
            <a:off x="624840" y="1109472"/>
            <a:ext cx="11233150" cy="3298190"/>
          </a:xfrm>
          <a:custGeom>
            <a:avLst/>
            <a:gdLst/>
            <a:ahLst/>
            <a:cxnLst/>
            <a:rect l="l" t="t" r="r" b="b"/>
            <a:pathLst>
              <a:path w="11233150" h="3298190">
                <a:moveTo>
                  <a:pt x="0" y="1636776"/>
                </a:moveTo>
                <a:lnTo>
                  <a:pt x="11233150" y="1636776"/>
                </a:lnTo>
              </a:path>
              <a:path w="11233150" h="3298190">
                <a:moveTo>
                  <a:pt x="0" y="3297935"/>
                </a:moveTo>
                <a:lnTo>
                  <a:pt x="11233150" y="3297935"/>
                </a:lnTo>
              </a:path>
              <a:path w="11233150" h="3298190">
                <a:moveTo>
                  <a:pt x="0" y="0"/>
                </a:moveTo>
                <a:lnTo>
                  <a:pt x="11233150" y="0"/>
                </a:lnTo>
              </a:path>
            </a:pathLst>
          </a:custGeom>
          <a:ln w="6096">
            <a:solidFill>
              <a:srgbClr val="FF0052"/>
            </a:solidFill>
          </a:ln>
        </p:spPr>
        <p:txBody>
          <a:bodyPr wrap="square" lIns="0" tIns="0" rIns="0" bIns="0" rtlCol="0"/>
          <a:lstStyle/>
          <a:p/>
        </p:txBody>
      </p:sp>
      <p:sp>
        <p:nvSpPr>
          <p:cNvPr id="9" name="object 9"/>
          <p:cNvSpPr txBox="1"/>
          <p:nvPr/>
        </p:nvSpPr>
        <p:spPr>
          <a:xfrm>
            <a:off x="11676633" y="1289050"/>
            <a:ext cx="220979" cy="238125"/>
          </a:xfrm>
          <a:prstGeom prst="rect">
            <a:avLst/>
          </a:prstGeom>
        </p:spPr>
        <p:txBody>
          <a:bodyPr wrap="square" lIns="0" tIns="11430" rIns="0" bIns="0" rtlCol="0" vert="horz">
            <a:spAutoFit/>
          </a:bodyPr>
          <a:lstStyle/>
          <a:p>
            <a:pPr marL="12700">
              <a:lnSpc>
                <a:spcPct val="100000"/>
              </a:lnSpc>
              <a:spcBef>
                <a:spcPts val="90"/>
              </a:spcBef>
            </a:pPr>
            <a:r>
              <a:rPr dirty="0" sz="1400" spc="-25" b="1">
                <a:solidFill>
                  <a:srgbClr val="520977"/>
                </a:solidFill>
                <a:latin typeface="Montserrat"/>
                <a:cs typeface="Arial"/>
              </a:rPr>
              <a:t>01</a:t>
            </a:r>
            <a:endParaRPr sz="1400">
              <a:latin typeface="Arial"/>
              <a:cs typeface="Arial"/>
            </a:endParaRPr>
          </a:p>
        </p:txBody>
      </p:sp>
      <p:sp>
        <p:nvSpPr>
          <p:cNvPr id="10" name="object 10"/>
          <p:cNvSpPr txBox="1"/>
          <p:nvPr/>
        </p:nvSpPr>
        <p:spPr>
          <a:xfrm>
            <a:off x="11649202" y="2931109"/>
            <a:ext cx="220979" cy="238125"/>
          </a:xfrm>
          <a:prstGeom prst="rect">
            <a:avLst/>
          </a:prstGeom>
        </p:spPr>
        <p:txBody>
          <a:bodyPr wrap="square" lIns="0" tIns="12065" rIns="0" bIns="0" rtlCol="0" vert="horz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</a:pPr>
            <a:r>
              <a:rPr dirty="0" sz="1400" spc="-25" b="1">
                <a:solidFill>
                  <a:srgbClr val="520977"/>
                </a:solidFill>
                <a:latin typeface="Montserrat"/>
                <a:cs typeface="Arial"/>
              </a:rPr>
              <a:t>02</a:t>
            </a:r>
            <a:endParaRPr sz="1400">
              <a:latin typeface="Arial"/>
              <a:cs typeface="Arial"/>
            </a:endParaRPr>
          </a:p>
        </p:txBody>
      </p:sp>
      <p:sp>
        <p:nvSpPr>
          <p:cNvPr id="6" name="object 6"/>
          <p:cNvSpPr txBox="1"/>
          <p:nvPr/>
        </p:nvSpPr>
        <p:spPr>
          <a:xfrm>
            <a:off x="868680" y="4535424"/>
            <a:ext cx="10424160" cy="1371600"/>
          </a:xfrm>
          <a:prstGeom prst="rect">
            <a:avLst/>
          </a:prstGeom>
        </p:spPr>
        <p:txBody>
          <a:bodyPr wrap="square" lIns="0" tIns="12700" rIns="0" bIns="0" rtlCol="0" vert="horz">
            <a:spAutoFit/>
          </a:bodyPr>
          <a:lstStyle/>
          <a:p>
            <a:pPr marL="12700" marR="2652395" algn="l">
              <a:lnSpc>
                <a:spcPct val="112000"/>
              </a:lnSpc>
              <a:spcBef>
                <a:spcPts val="100"/>
              </a:spcBef>
              <a:spcAft>
                <a:spcPts val="500"/>
              </a:spcAft>
            </a:pPr>
            <a:r>
              <a:rPr sz="1500" b="1">
                <a:solidFill>
                  <a:srgbClr val="520978"/>
                </a:solidFill>
                <a:latin typeface="Montserrat"/>
              </a:rPr>
              <a:t>Сложности и вызовы</a:t>
            </a:r>
            <a:endParaRPr sz="1400">
              <a:latin typeface="Arial"/>
              <a:cs typeface="Arial"/>
            </a:endParaRPr>
          </a:p>
          <a:p>
            <a:pPr algn="l">
              <a:lnSpc>
                <a:spcPct val="112000"/>
              </a:lnSpc>
              <a:spcAft>
                <a:spcPts val="400"/>
              </a:spcAft>
            </a:pPr>
            <a:r>
              <a:rPr sz="1150" b="0">
                <a:solidFill>
                  <a:srgbClr val="1C1D22"/>
                </a:solidFill>
                <a:latin typeface="Montserrat"/>
              </a:rPr>
              <a:t>Свести две разные воронки — B2B (14 этапов) и B2C (4 этапа) — так, чтобы фильтры, создание заявок и отчёты не путали их между собой. Отдельно занимались версткой PDF-отчётов и контрастом тёмной темы.</a:t>
            </a:r>
          </a:p>
        </p:txBody>
      </p:sp>
      <p:sp>
        <p:nvSpPr>
          <p:cNvPr id="11" name="object 11"/>
          <p:cNvSpPr txBox="1"/>
          <p:nvPr/>
        </p:nvSpPr>
        <p:spPr>
          <a:xfrm>
            <a:off x="11649202" y="4603750"/>
            <a:ext cx="220979" cy="238125"/>
          </a:xfrm>
          <a:prstGeom prst="rect">
            <a:avLst/>
          </a:prstGeom>
        </p:spPr>
        <p:txBody>
          <a:bodyPr wrap="square" lIns="0" tIns="11430" rIns="0" bIns="0" rtlCol="0" vert="horz">
            <a:spAutoFit/>
          </a:bodyPr>
          <a:lstStyle/>
          <a:p>
            <a:pPr marL="12700">
              <a:lnSpc>
                <a:spcPct val="100000"/>
              </a:lnSpc>
              <a:spcBef>
                <a:spcPts val="90"/>
              </a:spcBef>
            </a:pPr>
            <a:r>
              <a:rPr dirty="0" sz="1400" spc="-25" b="1">
                <a:solidFill>
                  <a:srgbClr val="520977"/>
                </a:solidFill>
                <a:latin typeface="Montserrat"/>
                <a:cs typeface="Arial"/>
              </a:rPr>
              <a:t>03</a:t>
            </a:r>
            <a:endParaRPr sz="1400">
              <a:latin typeface="Arial"/>
              <a:cs typeface="Arial"/>
            </a:endParaRPr>
          </a:p>
        </p:txBody>
      </p:sp>
      <p:sp>
        <p:nvSpPr>
          <p:cNvPr id="12" name="object 12"/>
          <p:cNvSpPr txBox="1">
            <a:spLocks noGrp="1"/>
          </p:cNvSpPr>
          <p:nvPr>
            <p:ph type="sldNum" idx="7" sz="quarter"/>
          </p:nvPr>
        </p:nvSpPr>
        <p:spPr>
          <a:prstGeom prst="rect"/>
        </p:spPr>
        <p:txBody>
          <a:bodyPr wrap="square" lIns="0" tIns="43180" rIns="0" bIns="0" rtlCol="0" vert="horz">
            <a:spAutoFit/>
          </a:bodyPr>
          <a:lstStyle/>
          <a:p>
            <a:pPr marL="62865">
              <a:lnSpc>
                <a:spcPct val="100000"/>
              </a:lnSpc>
              <a:spcBef>
                <a:spcPts val="340"/>
              </a:spcBef>
            </a:pPr>
            <a:r>
              <a:rPr sz="1200">
                <a:solidFill>
                  <a:srgbClr val="520978"/>
                </a:solidFill>
                <a:latin typeface="Montserrat"/>
              </a:rPr>
              <a:t>4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 descr="$PPTXTitle"/>
          <p:cNvSpPr txBox="1">
            <a:spLocks noGrp="1"/>
          </p:cNvSpPr>
          <p:nvPr>
            <p:ph type="title"/>
          </p:nvPr>
        </p:nvSpPr>
        <p:spPr>
          <a:prstGeom prst="rect"/>
        </p:spPr>
        <p:txBody>
          <a:bodyPr wrap="square" lIns="0" tIns="72974" rIns="0" bIns="0" rtlCol="0" vert="horz">
            <a:spAutoFit/>
          </a:bodyPr>
          <a:lstStyle/>
          <a:p>
            <a:pPr marL="14604">
              <a:lnSpc>
                <a:spcPct val="100000"/>
              </a:lnSpc>
              <a:spcBef>
                <a:spcPts val="95"/>
              </a:spcBef>
            </a:pPr>
            <a:r>
              <a:rPr dirty="0">
                <a:latin typeface="Montserrat"/>
              </a:rPr>
              <a:t>КОРОТКО</a:t>
            </a:r>
            <a:r>
              <a:rPr dirty="0" spc="-65">
                <a:latin typeface="Montserrat"/>
              </a:rPr>
              <a:t> </a:t>
            </a:r>
            <a:r>
              <a:rPr dirty="0">
                <a:latin typeface="Montserrat"/>
              </a:rPr>
              <a:t>О</a:t>
            </a:r>
            <a:r>
              <a:rPr dirty="0" spc="-20">
                <a:latin typeface="Montserrat"/>
              </a:rPr>
              <a:t> </a:t>
            </a:r>
            <a:r>
              <a:rPr dirty="0" spc="-10">
                <a:latin typeface="Montserrat"/>
              </a:rPr>
              <a:t>РЕШЕНИИ</a:t>
            </a:r>
          </a:p>
        </p:txBody>
      </p:sp>
      <p:sp>
        <p:nvSpPr>
          <p:cNvPr id="3" name="object 3"/>
          <p:cNvSpPr txBox="1"/>
          <p:nvPr/>
        </p:nvSpPr>
        <p:spPr>
          <a:xfrm>
            <a:off x="656945" y="1329316"/>
            <a:ext cx="4420870" cy="1031240"/>
          </a:xfrm>
          <a:prstGeom prst="rect">
            <a:avLst/>
          </a:prstGeom>
        </p:spPr>
        <p:txBody>
          <a:bodyPr wrap="square" lIns="0" tIns="186690" rIns="0" bIns="0" rtlCol="0" vert="horz">
            <a:spAutoFit/>
          </a:bodyPr>
          <a:lstStyle/>
          <a:p>
            <a:pPr marL="12700" algn="l">
              <a:lnSpc>
                <a:spcPct val="112000"/>
              </a:lnSpc>
              <a:spcBef>
                <a:spcPts val="1470"/>
              </a:spcBef>
              <a:spcAft>
                <a:spcPts val="600"/>
              </a:spcAft>
            </a:pPr>
            <a:r>
              <a:rPr sz="1500" b="1">
                <a:solidFill>
                  <a:srgbClr val="520978"/>
                </a:solidFill>
                <a:latin typeface="Montserrat"/>
              </a:rPr>
              <a:t>Техническая суть решения</a:t>
            </a:r>
            <a:endParaRPr sz="2000">
              <a:latin typeface="Arial"/>
              <a:cs typeface="Arial"/>
            </a:endParaRPr>
          </a:p>
          <a:p>
            <a:pPr algn="l">
              <a:lnSpc>
                <a:spcPct val="112000"/>
              </a:lnSpc>
              <a:spcAft>
                <a:spcPts val="400"/>
              </a:spcAft>
            </a:pPr>
            <a:r>
              <a:rPr sz="1150" b="0">
                <a:solidFill>
                  <a:srgbClr val="1C1D22"/>
                </a:solidFill>
                <a:latin typeface="Montserrat"/>
              </a:rPr>
              <a:t>React 18 + TypeScript + Ant Design на клиенте; FastAPI, SQLAlchemy 2 (async), PostgreSQL и JWT на сервере. Ролевой доступ и audit log для изменяющих операций.</a:t>
            </a:r>
          </a:p>
        </p:txBody>
      </p:sp>
      <p:sp>
        <p:nvSpPr>
          <p:cNvPr id="4" name="object 4"/>
          <p:cNvSpPr txBox="1"/>
          <p:nvPr/>
        </p:nvSpPr>
        <p:spPr>
          <a:xfrm>
            <a:off x="6593840" y="1329316"/>
            <a:ext cx="4436110" cy="1223010"/>
          </a:xfrm>
          <a:prstGeom prst="rect">
            <a:avLst/>
          </a:prstGeom>
        </p:spPr>
        <p:txBody>
          <a:bodyPr wrap="square" lIns="0" tIns="186690" rIns="0" bIns="0" rtlCol="0" vert="horz">
            <a:spAutoFit/>
          </a:bodyPr>
          <a:lstStyle/>
          <a:p>
            <a:pPr marL="12700" algn="l">
              <a:lnSpc>
                <a:spcPct val="112000"/>
              </a:lnSpc>
              <a:spcBef>
                <a:spcPts val="1470"/>
              </a:spcBef>
              <a:spcAft>
                <a:spcPts val="600"/>
              </a:spcAft>
            </a:pPr>
            <a:r>
              <a:rPr sz="1500" b="1">
                <a:solidFill>
                  <a:srgbClr val="520978"/>
                </a:solidFill>
                <a:latin typeface="Montserrat"/>
              </a:rPr>
              <a:t>Маркетинговая суть решения</a:t>
            </a:r>
            <a:endParaRPr sz="2000">
              <a:latin typeface="Arial"/>
              <a:cs typeface="Arial"/>
            </a:endParaRPr>
          </a:p>
          <a:p>
            <a:pPr algn="l">
              <a:lnSpc>
                <a:spcPct val="112000"/>
              </a:lnSpc>
              <a:spcAft>
                <a:spcPts val="400"/>
              </a:spcAft>
            </a:pPr>
            <a:r>
              <a:rPr sz="1150" b="0">
                <a:solidFill>
                  <a:srgbClr val="1C1D22"/>
                </a:solidFill>
                <a:latin typeface="Montserrat"/>
              </a:rPr>
              <a:t>Продукт закрывает потребность ИТ Школы в управляемом взаимодействии с вузами и переносится на другие подразделения с похожим процессом: продажи, партнёрства, работа с филиалами.</a:t>
            </a:r>
          </a:p>
        </p:txBody>
      </p:sp>
      <p:sp>
        <p:nvSpPr>
          <p:cNvPr id="5" name="object 5"/>
          <p:cNvSpPr txBox="1">
            <a:spLocks noGrp="1"/>
          </p:cNvSpPr>
          <p:nvPr>
            <p:ph type="sldNum" idx="7" sz="quarter"/>
          </p:nvPr>
        </p:nvSpPr>
        <p:spPr>
          <a:prstGeom prst="rect"/>
        </p:spPr>
        <p:txBody>
          <a:bodyPr wrap="square" lIns="0" tIns="43180" rIns="0" bIns="0" rtlCol="0" vert="horz">
            <a:spAutoFit/>
          </a:bodyPr>
          <a:lstStyle/>
          <a:p>
            <a:pPr marL="62865">
              <a:lnSpc>
                <a:spcPct val="100000"/>
              </a:lnSpc>
              <a:spcBef>
                <a:spcPts val="340"/>
              </a:spcBef>
            </a:pPr>
            <a:r>
              <a:rPr sz="1200">
                <a:solidFill>
                  <a:srgbClr val="520978"/>
                </a:solidFill>
                <a:latin typeface="Montserrat"/>
              </a:rPr>
              <a:t>5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object 2"/>
          <p:cNvGrpSpPr/>
          <p:nvPr/>
        </p:nvGrpSpPr>
        <p:grpSpPr>
          <a:xfrm>
            <a:off x="0" y="0"/>
            <a:ext cx="12192000" cy="6858000"/>
            <a:chOff x="0" y="0"/>
            <a:chExt cx="12192000" cy="6858000"/>
          </a:xfrm>
        </p:grpSpPr>
        <p:pic>
          <p:nvPicPr>
            <p:cNvPr id="3" name="object 3"/>
            <p:cNvPicPr/>
            <p:nvPr/>
          </p:nvPicPr>
          <p:blipFill>
            <a:blip r:embed="rId2" cstate="print"/>
            <a:stretch>
              <a:fillRect/>
            </a:stretch>
          </p:blipFill>
          <p:spPr>
            <a:xfrm>
              <a:off x="0" y="0"/>
              <a:ext cx="12192000" cy="6857999"/>
            </a:xfrm>
            <a:prstGeom prst="rect">
              <a:avLst/>
            </a:prstGeom>
          </p:spPr>
        </p:pic>
        <p:sp>
          <p:nvSpPr>
            <p:cNvPr id="4" name="object 4"/>
            <p:cNvSpPr/>
            <p:nvPr/>
          </p:nvSpPr>
          <p:spPr>
            <a:xfrm>
              <a:off x="326136" y="1304544"/>
              <a:ext cx="11539855" cy="5050790"/>
            </a:xfrm>
            <a:custGeom>
              <a:avLst/>
              <a:gdLst/>
              <a:ahLst/>
              <a:cxnLst/>
              <a:rect l="l" t="t" r="r" b="b"/>
              <a:pathLst>
                <a:path w="11539855" h="5050790">
                  <a:moveTo>
                    <a:pt x="11189970" y="0"/>
                  </a:moveTo>
                  <a:lnTo>
                    <a:pt x="349796" y="0"/>
                  </a:lnTo>
                  <a:lnTo>
                    <a:pt x="302332" y="3192"/>
                  </a:lnTo>
                  <a:lnTo>
                    <a:pt x="256808" y="12493"/>
                  </a:lnTo>
                  <a:lnTo>
                    <a:pt x="213642" y="27485"/>
                  </a:lnTo>
                  <a:lnTo>
                    <a:pt x="173250" y="47751"/>
                  </a:lnTo>
                  <a:lnTo>
                    <a:pt x="136049" y="72876"/>
                  </a:lnTo>
                  <a:lnTo>
                    <a:pt x="102455" y="102441"/>
                  </a:lnTo>
                  <a:lnTo>
                    <a:pt x="72886" y="136030"/>
                  </a:lnTo>
                  <a:lnTo>
                    <a:pt x="47759" y="173228"/>
                  </a:lnTo>
                  <a:lnTo>
                    <a:pt x="27489" y="213615"/>
                  </a:lnTo>
                  <a:lnTo>
                    <a:pt x="12495" y="256778"/>
                  </a:lnTo>
                  <a:lnTo>
                    <a:pt x="3193" y="302297"/>
                  </a:lnTo>
                  <a:lnTo>
                    <a:pt x="0" y="349757"/>
                  </a:lnTo>
                  <a:lnTo>
                    <a:pt x="0" y="4700739"/>
                  </a:lnTo>
                  <a:lnTo>
                    <a:pt x="3193" y="4748203"/>
                  </a:lnTo>
                  <a:lnTo>
                    <a:pt x="12495" y="4793727"/>
                  </a:lnTo>
                  <a:lnTo>
                    <a:pt x="27489" y="4836893"/>
                  </a:lnTo>
                  <a:lnTo>
                    <a:pt x="47759" y="4877285"/>
                  </a:lnTo>
                  <a:lnTo>
                    <a:pt x="72886" y="4914486"/>
                  </a:lnTo>
                  <a:lnTo>
                    <a:pt x="102455" y="4948080"/>
                  </a:lnTo>
                  <a:lnTo>
                    <a:pt x="136049" y="4977649"/>
                  </a:lnTo>
                  <a:lnTo>
                    <a:pt x="173250" y="5002776"/>
                  </a:lnTo>
                  <a:lnTo>
                    <a:pt x="213642" y="5023046"/>
                  </a:lnTo>
                  <a:lnTo>
                    <a:pt x="256808" y="5038040"/>
                  </a:lnTo>
                  <a:lnTo>
                    <a:pt x="302332" y="5047342"/>
                  </a:lnTo>
                  <a:lnTo>
                    <a:pt x="349796" y="5050535"/>
                  </a:lnTo>
                  <a:lnTo>
                    <a:pt x="11189970" y="5050535"/>
                  </a:lnTo>
                  <a:lnTo>
                    <a:pt x="11237430" y="5047342"/>
                  </a:lnTo>
                  <a:lnTo>
                    <a:pt x="11282949" y="5038040"/>
                  </a:lnTo>
                  <a:lnTo>
                    <a:pt x="11326112" y="5023046"/>
                  </a:lnTo>
                  <a:lnTo>
                    <a:pt x="11366500" y="5002776"/>
                  </a:lnTo>
                  <a:lnTo>
                    <a:pt x="11403697" y="4977649"/>
                  </a:lnTo>
                  <a:lnTo>
                    <a:pt x="11437286" y="4948080"/>
                  </a:lnTo>
                  <a:lnTo>
                    <a:pt x="11466851" y="4914486"/>
                  </a:lnTo>
                  <a:lnTo>
                    <a:pt x="11491976" y="4877285"/>
                  </a:lnTo>
                  <a:lnTo>
                    <a:pt x="11512242" y="4836893"/>
                  </a:lnTo>
                  <a:lnTo>
                    <a:pt x="11527234" y="4793727"/>
                  </a:lnTo>
                  <a:lnTo>
                    <a:pt x="11536535" y="4748203"/>
                  </a:lnTo>
                  <a:lnTo>
                    <a:pt x="11539728" y="4700739"/>
                  </a:lnTo>
                  <a:lnTo>
                    <a:pt x="11539728" y="349757"/>
                  </a:lnTo>
                  <a:lnTo>
                    <a:pt x="11536535" y="302297"/>
                  </a:lnTo>
                  <a:lnTo>
                    <a:pt x="11527234" y="256778"/>
                  </a:lnTo>
                  <a:lnTo>
                    <a:pt x="11512242" y="213615"/>
                  </a:lnTo>
                  <a:lnTo>
                    <a:pt x="11491976" y="173227"/>
                  </a:lnTo>
                  <a:lnTo>
                    <a:pt x="11466851" y="136030"/>
                  </a:lnTo>
                  <a:lnTo>
                    <a:pt x="11437286" y="102441"/>
                  </a:lnTo>
                  <a:lnTo>
                    <a:pt x="11403697" y="72876"/>
                  </a:lnTo>
                  <a:lnTo>
                    <a:pt x="11366500" y="47751"/>
                  </a:lnTo>
                  <a:lnTo>
                    <a:pt x="11326112" y="27485"/>
                  </a:lnTo>
                  <a:lnTo>
                    <a:pt x="11282949" y="12493"/>
                  </a:lnTo>
                  <a:lnTo>
                    <a:pt x="11237430" y="3192"/>
                  </a:lnTo>
                  <a:lnTo>
                    <a:pt x="11189970" y="0"/>
                  </a:lnTo>
                  <a:close/>
                </a:path>
              </a:pathLst>
            </a:custGeom>
            <a:solidFill>
              <a:srgbClr val="FFFFFF"/>
            </a:solidFill>
          </p:spPr>
          <p:txBody>
            <a:bodyPr wrap="square" lIns="0" tIns="0" rIns="0" bIns="0" rtlCol="0"/>
            <a:lstStyle/>
            <a:p/>
          </p:txBody>
        </p:sp>
      </p:grpSp>
      <p:sp>
        <p:nvSpPr>
          <p:cNvPr id="5" name="object 5"/>
          <p:cNvSpPr txBox="1">
            <a:spLocks noGrp="1"/>
          </p:cNvSpPr>
          <p:nvPr>
            <p:ph type="sldNum" idx="7" sz="quarter"/>
          </p:nvPr>
        </p:nvSpPr>
        <p:spPr>
          <a:prstGeom prst="rect"/>
        </p:spPr>
        <p:txBody>
          <a:bodyPr wrap="square" lIns="0" tIns="43180" rIns="0" bIns="0" rtlCol="0" vert="horz">
            <a:spAutoFit/>
          </a:bodyPr>
          <a:lstStyle/>
          <a:p>
            <a:pPr marL="62865">
              <a:lnSpc>
                <a:spcPct val="100000"/>
              </a:lnSpc>
              <a:spcBef>
                <a:spcPts val="340"/>
              </a:spcBef>
            </a:pPr>
            <a:r>
              <a:rPr sz="1200">
                <a:solidFill>
                  <a:srgbClr val="520978"/>
                </a:solidFill>
                <a:latin typeface="Montserrat"/>
              </a:rPr>
              <a:t>6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329184" y="1307592"/>
            <a:ext cx="11539728" cy="5047488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566928" y="1517904"/>
            <a:ext cx="4023360" cy="475488"/>
          </a:xfrm>
          <a:prstGeom prst="roundRect">
            <a:avLst>
              <a:gd name="adj" fmla="val 50000"/>
            </a:avLst>
          </a:prstGeom>
          <a:solidFill>
            <a:srgbClr val="FF005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28016" rIns="128016"/>
          <a:lstStyle/>
          <a:p>
            <a:pPr algn="l"/>
            <a:r>
              <a:rPr sz="1300" b="1">
                <a:solidFill>
                  <a:srgbClr val="FFFFFF"/>
                </a:solidFill>
                <a:latin typeface="Montserrat"/>
              </a:rPr>
              <a:t>01 · Подробное описание решения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85800" y="2240280"/>
            <a:ext cx="3429000" cy="3703320"/>
          </a:xfrm>
          <a:prstGeom prst="roundRect">
            <a:avLst>
              <a:gd name="adj" fmla="val 6000"/>
            </a:avLst>
          </a:prstGeom>
          <a:solidFill>
            <a:srgbClr val="F7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05256" y="2450592"/>
            <a:ext cx="301752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1300" b="1">
                <a:solidFill>
                  <a:srgbClr val="520978"/>
                </a:solidFill>
                <a:latin typeface="Montserrat"/>
              </a:rPr>
              <a:t>Kanban-доска взаимодействий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05256" y="3127248"/>
            <a:ext cx="3017520" cy="2651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2000"/>
              </a:lnSpc>
              <a:spcAft>
                <a:spcPts val="800"/>
              </a:spcAft>
            </a:pPr>
            <a:r>
              <a:rPr sz="1100" b="0">
                <a:solidFill>
                  <a:srgbClr val="1C1D22"/>
                </a:solidFill>
                <a:latin typeface="Montserrat"/>
              </a:rPr>
              <a:t>•  Перемещение карточек между этапами (drag-and-drop)</a:t>
            </a:r>
          </a:p>
          <a:p>
            <a:pPr algn="l">
              <a:lnSpc>
                <a:spcPct val="112000"/>
              </a:lnSpc>
              <a:spcAft>
                <a:spcPts val="800"/>
              </a:spcAft>
            </a:pPr>
            <a:r>
              <a:rPr sz="1100" b="0">
                <a:solidFill>
                  <a:srgbClr val="1C1D22"/>
                </a:solidFill>
                <a:latin typeface="Montserrat"/>
              </a:rPr>
              <a:t>•  Поиск по вузу и фильтр по ИТ-продукту</a:t>
            </a:r>
          </a:p>
          <a:p>
            <a:pPr algn="l">
              <a:lnSpc>
                <a:spcPct val="112000"/>
              </a:lnSpc>
              <a:spcAft>
                <a:spcPts val="800"/>
              </a:spcAft>
            </a:pPr>
            <a:r>
              <a:rPr sz="1100" b="0">
                <a:solidFill>
                  <a:srgbClr val="1C1D22"/>
                </a:solidFill>
                <a:latin typeface="Montserrat"/>
              </a:rPr>
              <a:t>•  Отдельный выбор этапа на мобильной версии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288536" y="2240280"/>
            <a:ext cx="3429000" cy="3703320"/>
          </a:xfrm>
          <a:prstGeom prst="roundRect">
            <a:avLst>
              <a:gd name="adj" fmla="val 6000"/>
            </a:avLst>
          </a:prstGeom>
          <a:solidFill>
            <a:srgbClr val="F7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507992" y="2450592"/>
            <a:ext cx="301752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1300" b="1">
                <a:solidFill>
                  <a:srgbClr val="520978"/>
                </a:solidFill>
                <a:latin typeface="Montserrat"/>
              </a:rPr>
              <a:t>Карточка взаимодействия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507992" y="3127248"/>
            <a:ext cx="3017520" cy="2651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2000"/>
              </a:lnSpc>
              <a:spcAft>
                <a:spcPts val="800"/>
              </a:spcAft>
            </a:pPr>
            <a:r>
              <a:rPr sz="1100" b="0">
                <a:solidFill>
                  <a:srgbClr val="1C1D22"/>
                </a:solidFill>
                <a:latin typeface="Montserrat"/>
              </a:rPr>
              <a:t>•  Вуз, продукт, направление и договор</a:t>
            </a:r>
          </a:p>
          <a:p>
            <a:pPr algn="l">
              <a:lnSpc>
                <a:spcPct val="112000"/>
              </a:lnSpc>
              <a:spcAft>
                <a:spcPts val="800"/>
              </a:spcAft>
            </a:pPr>
            <a:r>
              <a:rPr sz="1100" b="0">
                <a:solidFill>
                  <a:srgbClr val="1C1D22"/>
                </a:solidFill>
                <a:latin typeface="Montserrat"/>
              </a:rPr>
              <a:t>•  Задачи со сроками и ответственными</a:t>
            </a:r>
          </a:p>
          <a:p>
            <a:pPr algn="l">
              <a:lnSpc>
                <a:spcPct val="112000"/>
              </a:lnSpc>
              <a:spcAft>
                <a:spcPts val="800"/>
              </a:spcAft>
            </a:pPr>
            <a:r>
              <a:rPr sz="1100" b="0">
                <a:solidFill>
                  <a:srgbClr val="1C1D22"/>
                </a:solidFill>
                <a:latin typeface="Montserrat"/>
              </a:rPr>
              <a:t>•  Комментарии, файлы и история изменений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7891271" y="2240280"/>
            <a:ext cx="3429000" cy="3703320"/>
          </a:xfrm>
          <a:prstGeom prst="roundRect">
            <a:avLst>
              <a:gd name="adj" fmla="val 6000"/>
            </a:avLst>
          </a:prstGeom>
          <a:solidFill>
            <a:srgbClr val="F7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110727" y="2450592"/>
            <a:ext cx="301752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1300" b="1">
                <a:solidFill>
                  <a:srgbClr val="520978"/>
                </a:solidFill>
                <a:latin typeface="Montserrat"/>
              </a:rPr>
              <a:t>Управляемость и отчётность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110727" y="3127248"/>
            <a:ext cx="3017520" cy="2651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2000"/>
              </a:lnSpc>
              <a:spcAft>
                <a:spcPts val="800"/>
              </a:spcAft>
            </a:pPr>
            <a:r>
              <a:rPr sz="1100" b="0">
                <a:solidFill>
                  <a:srgbClr val="1C1D22"/>
                </a:solidFill>
                <a:latin typeface="Montserrat"/>
              </a:rPr>
              <a:t>•  Настройка этапов workflow администратором</a:t>
            </a:r>
          </a:p>
          <a:p>
            <a:pPr algn="l">
              <a:lnSpc>
                <a:spcPct val="112000"/>
              </a:lnSpc>
              <a:spcAft>
                <a:spcPts val="800"/>
              </a:spcAft>
            </a:pPr>
            <a:r>
              <a:rPr sz="1100" b="0">
                <a:solidFill>
                  <a:srgbClr val="1C1D22"/>
                </a:solidFill>
                <a:latin typeface="Montserrat"/>
              </a:rPr>
              <a:t>•  Ключевые показатели и распределение по этапам</a:t>
            </a:r>
          </a:p>
          <a:p>
            <a:pPr algn="l">
              <a:lnSpc>
                <a:spcPct val="112000"/>
              </a:lnSpc>
              <a:spcAft>
                <a:spcPts val="800"/>
              </a:spcAft>
            </a:pPr>
            <a:r>
              <a:rPr sz="1100" b="0">
                <a:solidFill>
                  <a:srgbClr val="1C1D22"/>
                </a:solidFill>
                <a:latin typeface="Montserrat"/>
              </a:rPr>
              <a:t>•  Экспорт отчётов в XLSX, XLS, PDF и JSON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object 2"/>
          <p:cNvGrpSpPr/>
          <p:nvPr/>
        </p:nvGrpSpPr>
        <p:grpSpPr>
          <a:xfrm>
            <a:off x="0" y="0"/>
            <a:ext cx="12192000" cy="6858000"/>
            <a:chOff x="0" y="0"/>
            <a:chExt cx="12192000" cy="6858000"/>
          </a:xfrm>
        </p:grpSpPr>
        <p:pic>
          <p:nvPicPr>
            <p:cNvPr id="3" name="object 3"/>
            <p:cNvPicPr/>
            <p:nvPr/>
          </p:nvPicPr>
          <p:blipFill>
            <a:blip r:embed="rId2" cstate="print"/>
            <a:stretch>
              <a:fillRect/>
            </a:stretch>
          </p:blipFill>
          <p:spPr>
            <a:xfrm>
              <a:off x="0" y="0"/>
              <a:ext cx="12192000" cy="6857999"/>
            </a:xfrm>
            <a:prstGeom prst="rect">
              <a:avLst/>
            </a:prstGeom>
          </p:spPr>
        </p:pic>
        <p:sp>
          <p:nvSpPr>
            <p:cNvPr id="4" name="object 4"/>
            <p:cNvSpPr/>
            <p:nvPr/>
          </p:nvSpPr>
          <p:spPr>
            <a:xfrm>
              <a:off x="347472" y="323088"/>
              <a:ext cx="3108960" cy="622300"/>
            </a:xfrm>
            <a:custGeom>
              <a:avLst/>
              <a:gdLst/>
              <a:ahLst/>
              <a:cxnLst/>
              <a:rect l="l" t="t" r="r" b="b"/>
              <a:pathLst>
                <a:path w="3108960" h="622300">
                  <a:moveTo>
                    <a:pt x="2992628" y="0"/>
                  </a:moveTo>
                  <a:lnTo>
                    <a:pt x="116319" y="0"/>
                  </a:lnTo>
                  <a:lnTo>
                    <a:pt x="71039" y="9140"/>
                  </a:lnTo>
                  <a:lnTo>
                    <a:pt x="34066" y="34067"/>
                  </a:lnTo>
                  <a:lnTo>
                    <a:pt x="9139" y="71044"/>
                  </a:lnTo>
                  <a:lnTo>
                    <a:pt x="0" y="116331"/>
                  </a:lnTo>
                  <a:lnTo>
                    <a:pt x="0" y="505459"/>
                  </a:lnTo>
                  <a:lnTo>
                    <a:pt x="9139" y="550747"/>
                  </a:lnTo>
                  <a:lnTo>
                    <a:pt x="34066" y="587724"/>
                  </a:lnTo>
                  <a:lnTo>
                    <a:pt x="71039" y="612651"/>
                  </a:lnTo>
                  <a:lnTo>
                    <a:pt x="116319" y="621791"/>
                  </a:lnTo>
                  <a:lnTo>
                    <a:pt x="2992628" y="621791"/>
                  </a:lnTo>
                  <a:lnTo>
                    <a:pt x="3037915" y="612651"/>
                  </a:lnTo>
                  <a:lnTo>
                    <a:pt x="3074892" y="587724"/>
                  </a:lnTo>
                  <a:lnTo>
                    <a:pt x="3099819" y="550747"/>
                  </a:lnTo>
                  <a:lnTo>
                    <a:pt x="3108960" y="505459"/>
                  </a:lnTo>
                  <a:lnTo>
                    <a:pt x="3108960" y="116331"/>
                  </a:lnTo>
                  <a:lnTo>
                    <a:pt x="3099819" y="71044"/>
                  </a:lnTo>
                  <a:lnTo>
                    <a:pt x="3074892" y="34067"/>
                  </a:lnTo>
                  <a:lnTo>
                    <a:pt x="3037915" y="9140"/>
                  </a:lnTo>
                  <a:lnTo>
                    <a:pt x="2992628" y="0"/>
                  </a:lnTo>
                  <a:close/>
                </a:path>
              </a:pathLst>
            </a:custGeom>
            <a:solidFill>
              <a:srgbClr val="FF0052"/>
            </a:solidFill>
          </p:spPr>
          <p:txBody>
            <a:bodyPr wrap="square" lIns="0" tIns="0" rIns="0" bIns="0" rtlCol="0"/>
            <a:lstStyle/>
            <a:p/>
          </p:txBody>
        </p:sp>
        <p:sp>
          <p:nvSpPr>
            <p:cNvPr id="5" name="object 5"/>
            <p:cNvSpPr/>
            <p:nvPr/>
          </p:nvSpPr>
          <p:spPr>
            <a:xfrm>
              <a:off x="347472" y="1520951"/>
              <a:ext cx="11497310" cy="4678680"/>
            </a:xfrm>
            <a:custGeom>
              <a:avLst/>
              <a:gdLst/>
              <a:ahLst/>
              <a:cxnLst/>
              <a:rect l="l" t="t" r="r" b="b"/>
              <a:pathLst>
                <a:path w="11497310" h="4678680">
                  <a:moveTo>
                    <a:pt x="2670048" y="262255"/>
                  </a:moveTo>
                  <a:lnTo>
                    <a:pt x="2665819" y="215099"/>
                  </a:lnTo>
                  <a:lnTo>
                    <a:pt x="2653639" y="170726"/>
                  </a:lnTo>
                  <a:lnTo>
                    <a:pt x="2634246" y="129870"/>
                  </a:lnTo>
                  <a:lnTo>
                    <a:pt x="2608389" y="93268"/>
                  </a:lnTo>
                  <a:lnTo>
                    <a:pt x="2576779" y="61658"/>
                  </a:lnTo>
                  <a:lnTo>
                    <a:pt x="2540177" y="35801"/>
                  </a:lnTo>
                  <a:lnTo>
                    <a:pt x="2499322" y="16408"/>
                  </a:lnTo>
                  <a:lnTo>
                    <a:pt x="2454948" y="4229"/>
                  </a:lnTo>
                  <a:lnTo>
                    <a:pt x="2407793" y="0"/>
                  </a:lnTo>
                  <a:lnTo>
                    <a:pt x="262229" y="0"/>
                  </a:lnTo>
                  <a:lnTo>
                    <a:pt x="215087" y="4229"/>
                  </a:lnTo>
                  <a:lnTo>
                    <a:pt x="170726" y="16408"/>
                  </a:lnTo>
                  <a:lnTo>
                    <a:pt x="129870" y="35801"/>
                  </a:lnTo>
                  <a:lnTo>
                    <a:pt x="93268" y="61658"/>
                  </a:lnTo>
                  <a:lnTo>
                    <a:pt x="61671" y="93268"/>
                  </a:lnTo>
                  <a:lnTo>
                    <a:pt x="35788" y="129870"/>
                  </a:lnTo>
                  <a:lnTo>
                    <a:pt x="16395" y="170726"/>
                  </a:lnTo>
                  <a:lnTo>
                    <a:pt x="4216" y="215099"/>
                  </a:lnTo>
                  <a:lnTo>
                    <a:pt x="0" y="262255"/>
                  </a:lnTo>
                  <a:lnTo>
                    <a:pt x="0" y="4416450"/>
                  </a:lnTo>
                  <a:lnTo>
                    <a:pt x="4216" y="4463593"/>
                  </a:lnTo>
                  <a:lnTo>
                    <a:pt x="16395" y="4507954"/>
                  </a:lnTo>
                  <a:lnTo>
                    <a:pt x="35788" y="4548810"/>
                  </a:lnTo>
                  <a:lnTo>
                    <a:pt x="61671" y="4585411"/>
                  </a:lnTo>
                  <a:lnTo>
                    <a:pt x="93268" y="4617009"/>
                  </a:lnTo>
                  <a:lnTo>
                    <a:pt x="129870" y="4642891"/>
                  </a:lnTo>
                  <a:lnTo>
                    <a:pt x="170726" y="4662284"/>
                  </a:lnTo>
                  <a:lnTo>
                    <a:pt x="215087" y="4674463"/>
                  </a:lnTo>
                  <a:lnTo>
                    <a:pt x="262229" y="4678680"/>
                  </a:lnTo>
                  <a:lnTo>
                    <a:pt x="2407793" y="4678680"/>
                  </a:lnTo>
                  <a:lnTo>
                    <a:pt x="2454948" y="4674463"/>
                  </a:lnTo>
                  <a:lnTo>
                    <a:pt x="2499322" y="4662284"/>
                  </a:lnTo>
                  <a:lnTo>
                    <a:pt x="2540177" y="4642891"/>
                  </a:lnTo>
                  <a:lnTo>
                    <a:pt x="2576779" y="4617009"/>
                  </a:lnTo>
                  <a:lnTo>
                    <a:pt x="2608389" y="4585411"/>
                  </a:lnTo>
                  <a:lnTo>
                    <a:pt x="2634246" y="4548810"/>
                  </a:lnTo>
                  <a:lnTo>
                    <a:pt x="2653639" y="4507954"/>
                  </a:lnTo>
                  <a:lnTo>
                    <a:pt x="2665819" y="4463593"/>
                  </a:lnTo>
                  <a:lnTo>
                    <a:pt x="2670048" y="4416450"/>
                  </a:lnTo>
                  <a:lnTo>
                    <a:pt x="2670048" y="262255"/>
                  </a:lnTo>
                  <a:close/>
                </a:path>
                <a:path w="11497310" h="4678680">
                  <a:moveTo>
                    <a:pt x="5614416" y="262509"/>
                  </a:moveTo>
                  <a:lnTo>
                    <a:pt x="5610187" y="215315"/>
                  </a:lnTo>
                  <a:lnTo>
                    <a:pt x="5597995" y="170891"/>
                  </a:lnTo>
                  <a:lnTo>
                    <a:pt x="5578576" y="129997"/>
                  </a:lnTo>
                  <a:lnTo>
                    <a:pt x="5552694" y="93357"/>
                  </a:lnTo>
                  <a:lnTo>
                    <a:pt x="5521058" y="61722"/>
                  </a:lnTo>
                  <a:lnTo>
                    <a:pt x="5484419" y="35839"/>
                  </a:lnTo>
                  <a:lnTo>
                    <a:pt x="5443525" y="16421"/>
                  </a:lnTo>
                  <a:lnTo>
                    <a:pt x="5399100" y="4229"/>
                  </a:lnTo>
                  <a:lnTo>
                    <a:pt x="5351907" y="0"/>
                  </a:lnTo>
                  <a:lnTo>
                    <a:pt x="3203829" y="0"/>
                  </a:lnTo>
                  <a:lnTo>
                    <a:pt x="3156623" y="4229"/>
                  </a:lnTo>
                  <a:lnTo>
                    <a:pt x="3112198" y="16421"/>
                  </a:lnTo>
                  <a:lnTo>
                    <a:pt x="3071304" y="35839"/>
                  </a:lnTo>
                  <a:lnTo>
                    <a:pt x="3034665" y="61722"/>
                  </a:lnTo>
                  <a:lnTo>
                    <a:pt x="3003029" y="93357"/>
                  </a:lnTo>
                  <a:lnTo>
                    <a:pt x="2977146" y="129997"/>
                  </a:lnTo>
                  <a:lnTo>
                    <a:pt x="2957728" y="170891"/>
                  </a:lnTo>
                  <a:lnTo>
                    <a:pt x="2945536" y="215315"/>
                  </a:lnTo>
                  <a:lnTo>
                    <a:pt x="2941307" y="262509"/>
                  </a:lnTo>
                  <a:lnTo>
                    <a:pt x="2941307" y="4416158"/>
                  </a:lnTo>
                  <a:lnTo>
                    <a:pt x="2945536" y="4463351"/>
                  </a:lnTo>
                  <a:lnTo>
                    <a:pt x="2957728" y="4507763"/>
                  </a:lnTo>
                  <a:lnTo>
                    <a:pt x="2977146" y="4548657"/>
                  </a:lnTo>
                  <a:lnTo>
                    <a:pt x="3003029" y="4585297"/>
                  </a:lnTo>
                  <a:lnTo>
                    <a:pt x="3034665" y="4616945"/>
                  </a:lnTo>
                  <a:lnTo>
                    <a:pt x="3071304" y="4642840"/>
                  </a:lnTo>
                  <a:lnTo>
                    <a:pt x="3112198" y="4662259"/>
                  </a:lnTo>
                  <a:lnTo>
                    <a:pt x="3156623" y="4674451"/>
                  </a:lnTo>
                  <a:lnTo>
                    <a:pt x="3203829" y="4678680"/>
                  </a:lnTo>
                  <a:lnTo>
                    <a:pt x="5351907" y="4678680"/>
                  </a:lnTo>
                  <a:lnTo>
                    <a:pt x="5399100" y="4674451"/>
                  </a:lnTo>
                  <a:lnTo>
                    <a:pt x="5443525" y="4662259"/>
                  </a:lnTo>
                  <a:lnTo>
                    <a:pt x="5484419" y="4642840"/>
                  </a:lnTo>
                  <a:lnTo>
                    <a:pt x="5521058" y="4616945"/>
                  </a:lnTo>
                  <a:lnTo>
                    <a:pt x="5552694" y="4585297"/>
                  </a:lnTo>
                  <a:lnTo>
                    <a:pt x="5578576" y="4548657"/>
                  </a:lnTo>
                  <a:lnTo>
                    <a:pt x="5597995" y="4507763"/>
                  </a:lnTo>
                  <a:lnTo>
                    <a:pt x="5610187" y="4463351"/>
                  </a:lnTo>
                  <a:lnTo>
                    <a:pt x="5614416" y="4416158"/>
                  </a:lnTo>
                  <a:lnTo>
                    <a:pt x="5614416" y="262509"/>
                  </a:lnTo>
                  <a:close/>
                </a:path>
                <a:path w="11497310" h="4678680">
                  <a:moveTo>
                    <a:pt x="8555736" y="262509"/>
                  </a:moveTo>
                  <a:lnTo>
                    <a:pt x="8551507" y="215315"/>
                  </a:lnTo>
                  <a:lnTo>
                    <a:pt x="8539315" y="170891"/>
                  </a:lnTo>
                  <a:lnTo>
                    <a:pt x="8519897" y="129997"/>
                  </a:lnTo>
                  <a:lnTo>
                    <a:pt x="8494014" y="93357"/>
                  </a:lnTo>
                  <a:lnTo>
                    <a:pt x="8462378" y="61722"/>
                  </a:lnTo>
                  <a:lnTo>
                    <a:pt x="8425739" y="35839"/>
                  </a:lnTo>
                  <a:lnTo>
                    <a:pt x="8384845" y="16421"/>
                  </a:lnTo>
                  <a:lnTo>
                    <a:pt x="8340420" y="4229"/>
                  </a:lnTo>
                  <a:lnTo>
                    <a:pt x="8293227" y="0"/>
                  </a:lnTo>
                  <a:lnTo>
                    <a:pt x="6145149" y="0"/>
                  </a:lnTo>
                  <a:lnTo>
                    <a:pt x="6097943" y="4229"/>
                  </a:lnTo>
                  <a:lnTo>
                    <a:pt x="6053518" y="16421"/>
                  </a:lnTo>
                  <a:lnTo>
                    <a:pt x="6012624" y="35839"/>
                  </a:lnTo>
                  <a:lnTo>
                    <a:pt x="5975985" y="61722"/>
                  </a:lnTo>
                  <a:lnTo>
                    <a:pt x="5944349" y="93357"/>
                  </a:lnTo>
                  <a:lnTo>
                    <a:pt x="5918466" y="129997"/>
                  </a:lnTo>
                  <a:lnTo>
                    <a:pt x="5899048" y="170891"/>
                  </a:lnTo>
                  <a:lnTo>
                    <a:pt x="5886856" y="215315"/>
                  </a:lnTo>
                  <a:lnTo>
                    <a:pt x="5882640" y="262509"/>
                  </a:lnTo>
                  <a:lnTo>
                    <a:pt x="5882640" y="4416158"/>
                  </a:lnTo>
                  <a:lnTo>
                    <a:pt x="5886856" y="4463351"/>
                  </a:lnTo>
                  <a:lnTo>
                    <a:pt x="5899048" y="4507763"/>
                  </a:lnTo>
                  <a:lnTo>
                    <a:pt x="5918466" y="4548657"/>
                  </a:lnTo>
                  <a:lnTo>
                    <a:pt x="5944349" y="4585297"/>
                  </a:lnTo>
                  <a:lnTo>
                    <a:pt x="5975985" y="4616945"/>
                  </a:lnTo>
                  <a:lnTo>
                    <a:pt x="6012624" y="4642840"/>
                  </a:lnTo>
                  <a:lnTo>
                    <a:pt x="6053518" y="4662259"/>
                  </a:lnTo>
                  <a:lnTo>
                    <a:pt x="6097943" y="4674451"/>
                  </a:lnTo>
                  <a:lnTo>
                    <a:pt x="6145149" y="4678680"/>
                  </a:lnTo>
                  <a:lnTo>
                    <a:pt x="8293227" y="4678680"/>
                  </a:lnTo>
                  <a:lnTo>
                    <a:pt x="8340420" y="4674451"/>
                  </a:lnTo>
                  <a:lnTo>
                    <a:pt x="8384845" y="4662259"/>
                  </a:lnTo>
                  <a:lnTo>
                    <a:pt x="8425739" y="4642840"/>
                  </a:lnTo>
                  <a:lnTo>
                    <a:pt x="8462378" y="4616945"/>
                  </a:lnTo>
                  <a:lnTo>
                    <a:pt x="8494014" y="4585297"/>
                  </a:lnTo>
                  <a:lnTo>
                    <a:pt x="8519897" y="4548657"/>
                  </a:lnTo>
                  <a:lnTo>
                    <a:pt x="8539315" y="4507763"/>
                  </a:lnTo>
                  <a:lnTo>
                    <a:pt x="8551507" y="4463351"/>
                  </a:lnTo>
                  <a:lnTo>
                    <a:pt x="8555736" y="4416158"/>
                  </a:lnTo>
                  <a:lnTo>
                    <a:pt x="8555736" y="262509"/>
                  </a:lnTo>
                  <a:close/>
                </a:path>
                <a:path w="11497310" h="4678680">
                  <a:moveTo>
                    <a:pt x="11497056" y="262255"/>
                  </a:moveTo>
                  <a:lnTo>
                    <a:pt x="11492827" y="215099"/>
                  </a:lnTo>
                  <a:lnTo>
                    <a:pt x="11480648" y="170726"/>
                  </a:lnTo>
                  <a:lnTo>
                    <a:pt x="11461255" y="129870"/>
                  </a:lnTo>
                  <a:lnTo>
                    <a:pt x="11435398" y="93268"/>
                  </a:lnTo>
                  <a:lnTo>
                    <a:pt x="11403787" y="61658"/>
                  </a:lnTo>
                  <a:lnTo>
                    <a:pt x="11367186" y="35801"/>
                  </a:lnTo>
                  <a:lnTo>
                    <a:pt x="11326330" y="16408"/>
                  </a:lnTo>
                  <a:lnTo>
                    <a:pt x="11281956" y="4229"/>
                  </a:lnTo>
                  <a:lnTo>
                    <a:pt x="11234801" y="0"/>
                  </a:lnTo>
                  <a:lnTo>
                    <a:pt x="9089263" y="0"/>
                  </a:lnTo>
                  <a:lnTo>
                    <a:pt x="9042095" y="4229"/>
                  </a:lnTo>
                  <a:lnTo>
                    <a:pt x="8997721" y="16408"/>
                  </a:lnTo>
                  <a:lnTo>
                    <a:pt x="8956865" y="35801"/>
                  </a:lnTo>
                  <a:lnTo>
                    <a:pt x="8920264" y="61658"/>
                  </a:lnTo>
                  <a:lnTo>
                    <a:pt x="8888654" y="93268"/>
                  </a:lnTo>
                  <a:lnTo>
                    <a:pt x="8862797" y="129870"/>
                  </a:lnTo>
                  <a:lnTo>
                    <a:pt x="8843404" y="170726"/>
                  </a:lnTo>
                  <a:lnTo>
                    <a:pt x="8831224" y="215099"/>
                  </a:lnTo>
                  <a:lnTo>
                    <a:pt x="8827008" y="262255"/>
                  </a:lnTo>
                  <a:lnTo>
                    <a:pt x="8827008" y="4416450"/>
                  </a:lnTo>
                  <a:lnTo>
                    <a:pt x="8831224" y="4463593"/>
                  </a:lnTo>
                  <a:lnTo>
                    <a:pt x="8843404" y="4507954"/>
                  </a:lnTo>
                  <a:lnTo>
                    <a:pt x="8862797" y="4548810"/>
                  </a:lnTo>
                  <a:lnTo>
                    <a:pt x="8888654" y="4585411"/>
                  </a:lnTo>
                  <a:lnTo>
                    <a:pt x="8920264" y="4617009"/>
                  </a:lnTo>
                  <a:lnTo>
                    <a:pt x="8956865" y="4642891"/>
                  </a:lnTo>
                  <a:lnTo>
                    <a:pt x="8997721" y="4662284"/>
                  </a:lnTo>
                  <a:lnTo>
                    <a:pt x="9042095" y="4674463"/>
                  </a:lnTo>
                  <a:lnTo>
                    <a:pt x="9089263" y="4678680"/>
                  </a:lnTo>
                  <a:lnTo>
                    <a:pt x="11234801" y="4678680"/>
                  </a:lnTo>
                  <a:lnTo>
                    <a:pt x="11281956" y="4674463"/>
                  </a:lnTo>
                  <a:lnTo>
                    <a:pt x="11326330" y="4662284"/>
                  </a:lnTo>
                  <a:lnTo>
                    <a:pt x="11367186" y="4642891"/>
                  </a:lnTo>
                  <a:lnTo>
                    <a:pt x="11403787" y="4617009"/>
                  </a:lnTo>
                  <a:lnTo>
                    <a:pt x="11435398" y="4585411"/>
                  </a:lnTo>
                  <a:lnTo>
                    <a:pt x="11461255" y="4548810"/>
                  </a:lnTo>
                  <a:lnTo>
                    <a:pt x="11480648" y="4507954"/>
                  </a:lnTo>
                  <a:lnTo>
                    <a:pt x="11492827" y="4463593"/>
                  </a:lnTo>
                  <a:lnTo>
                    <a:pt x="11497056" y="4416450"/>
                  </a:lnTo>
                  <a:lnTo>
                    <a:pt x="11497056" y="262255"/>
                  </a:lnTo>
                  <a:close/>
                </a:path>
              </a:pathLst>
            </a:custGeom>
            <a:solidFill>
              <a:srgbClr val="FFFFFF"/>
            </a:solidFill>
          </p:spPr>
          <p:txBody>
            <a:bodyPr wrap="square" lIns="0" tIns="0" rIns="0" bIns="0" rtlCol="0"/>
            <a:lstStyle/>
            <a:p/>
          </p:txBody>
        </p:sp>
      </p:grpSp>
      <p:sp>
        <p:nvSpPr>
          <p:cNvPr id="6" name="object 6"/>
          <p:cNvSpPr txBox="1">
            <a:spLocks noGrp="1"/>
          </p:cNvSpPr>
          <p:nvPr>
            <p:ph type="sldNum" idx="7" sz="quarter"/>
          </p:nvPr>
        </p:nvSpPr>
        <p:spPr>
          <a:prstGeom prst="rect"/>
        </p:spPr>
        <p:txBody>
          <a:bodyPr wrap="square" lIns="0" tIns="43180" rIns="0" bIns="0" rtlCol="0" vert="horz">
            <a:spAutoFit/>
          </a:bodyPr>
          <a:lstStyle/>
          <a:p>
            <a:pPr marL="62865">
              <a:lnSpc>
                <a:spcPct val="100000"/>
              </a:lnSpc>
              <a:spcBef>
                <a:spcPts val="340"/>
              </a:spcBef>
            </a:pPr>
            <a:r>
              <a:rPr sz="1200">
                <a:solidFill>
                  <a:srgbClr val="520978"/>
                </a:solidFill>
                <a:latin typeface="Montserrat"/>
              </a:rPr>
              <a:t>10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347472" y="320040"/>
            <a:ext cx="3657600" cy="475488"/>
          </a:xfrm>
          <a:prstGeom prst="roundRect">
            <a:avLst>
              <a:gd name="adj" fmla="val 50000"/>
            </a:avLst>
          </a:prstGeom>
          <a:solidFill>
            <a:srgbClr val="FF005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28016" rIns="128016"/>
          <a:lstStyle/>
          <a:p>
            <a:pPr algn="l"/>
            <a:r>
              <a:rPr sz="1300" b="1">
                <a:solidFill>
                  <a:srgbClr val="FFFFFF"/>
                </a:solidFill>
                <a:latin typeface="Montserrat"/>
              </a:rPr>
              <a:t>05 · Уникальность решения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85800" y="1874519"/>
            <a:ext cx="10789920" cy="3931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2000"/>
              </a:lnSpc>
              <a:spcAft>
                <a:spcPts val="1000"/>
              </a:spcAft>
            </a:pPr>
            <a:r>
              <a:rPr sz="2000" b="1">
                <a:solidFill>
                  <a:srgbClr val="520978"/>
                </a:solidFill>
                <a:latin typeface="Montserrat"/>
              </a:rPr>
              <a:t>Настраиваемый workflow без доработки кода</a:t>
            </a:r>
          </a:p>
          <a:p>
            <a:pPr algn="l">
              <a:lnSpc>
                <a:spcPct val="112000"/>
              </a:lnSpc>
              <a:spcAft>
                <a:spcPts val="1400"/>
              </a:spcAft>
            </a:pPr>
            <a:r>
              <a:rPr sz="1300" b="0">
                <a:solidFill>
                  <a:srgbClr val="1C1D22"/>
                </a:solidFill>
                <a:latin typeface="Montserrat"/>
              </a:rPr>
              <a:t>Администратор сам добавляет и переименовывает этапы, задаёт цвет колонки, порядок и включение — процесс меняется вместе с бизнесом, а не вслед за релизом.</a:t>
            </a:r>
          </a:p>
          <a:p>
            <a:pPr algn="l">
              <a:lnSpc>
                <a:spcPct val="112000"/>
              </a:lnSpc>
              <a:spcAft>
                <a:spcPts val="1000"/>
              </a:spcAft>
            </a:pPr>
            <a:r>
              <a:rPr sz="2000" b="1">
                <a:solidFill>
                  <a:srgbClr val="520978"/>
                </a:solidFill>
                <a:latin typeface="Montserrat"/>
              </a:rPr>
              <a:t>Две воронки в одном продукте</a:t>
            </a:r>
          </a:p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1300" b="0">
                <a:solidFill>
                  <a:srgbClr val="1C1D22"/>
                </a:solidFill>
                <a:latin typeface="Montserrat"/>
              </a:rPr>
              <a:t>B2B строится на 14 этапах, B2C — на 4. Фильтры доски, создание заявок и отчёты учитывают scope, поэтому воронки не смешиваются ни в UI, ни в API.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object 2"/>
          <p:cNvGrpSpPr/>
          <p:nvPr/>
        </p:nvGrpSpPr>
        <p:grpSpPr>
          <a:xfrm>
            <a:off x="0" y="0"/>
            <a:ext cx="12192000" cy="6858000"/>
            <a:chOff x="0" y="0"/>
            <a:chExt cx="12192000" cy="6858000"/>
          </a:xfrm>
        </p:grpSpPr>
        <p:pic>
          <p:nvPicPr>
            <p:cNvPr id="3" name="object 3"/>
            <p:cNvPicPr/>
            <p:nvPr/>
          </p:nvPicPr>
          <p:blipFill>
            <a:blip r:embed="rId2" cstate="print"/>
            <a:stretch>
              <a:fillRect/>
            </a:stretch>
          </p:blipFill>
          <p:spPr>
            <a:xfrm>
              <a:off x="0" y="0"/>
              <a:ext cx="12192000" cy="6857999"/>
            </a:xfrm>
            <a:prstGeom prst="rect">
              <a:avLst/>
            </a:prstGeom>
          </p:spPr>
        </p:pic>
        <p:sp>
          <p:nvSpPr>
            <p:cNvPr id="4" name="object 4"/>
            <p:cNvSpPr/>
            <p:nvPr/>
          </p:nvSpPr>
          <p:spPr>
            <a:xfrm>
              <a:off x="4421123" y="1522475"/>
              <a:ext cx="3398520" cy="4678680"/>
            </a:xfrm>
            <a:custGeom>
              <a:avLst/>
              <a:gdLst/>
              <a:ahLst/>
              <a:cxnLst/>
              <a:rect l="l" t="t" r="r" b="b"/>
              <a:pathLst>
                <a:path w="3398520" h="4678680">
                  <a:moveTo>
                    <a:pt x="3064764" y="0"/>
                  </a:moveTo>
                  <a:lnTo>
                    <a:pt x="333755" y="0"/>
                  </a:lnTo>
                  <a:lnTo>
                    <a:pt x="284447" y="3619"/>
                  </a:lnTo>
                  <a:lnTo>
                    <a:pt x="237381" y="14135"/>
                  </a:lnTo>
                  <a:lnTo>
                    <a:pt x="193075" y="31028"/>
                  </a:lnTo>
                  <a:lnTo>
                    <a:pt x="152045" y="53783"/>
                  </a:lnTo>
                  <a:lnTo>
                    <a:pt x="114808" y="81882"/>
                  </a:lnTo>
                  <a:lnTo>
                    <a:pt x="81882" y="114808"/>
                  </a:lnTo>
                  <a:lnTo>
                    <a:pt x="53783" y="152045"/>
                  </a:lnTo>
                  <a:lnTo>
                    <a:pt x="31028" y="193075"/>
                  </a:lnTo>
                  <a:lnTo>
                    <a:pt x="14135" y="237381"/>
                  </a:lnTo>
                  <a:lnTo>
                    <a:pt x="3619" y="284447"/>
                  </a:lnTo>
                  <a:lnTo>
                    <a:pt x="0" y="333756"/>
                  </a:lnTo>
                  <a:lnTo>
                    <a:pt x="0" y="4344911"/>
                  </a:lnTo>
                  <a:lnTo>
                    <a:pt x="3619" y="4394234"/>
                  </a:lnTo>
                  <a:lnTo>
                    <a:pt x="14135" y="4441309"/>
                  </a:lnTo>
                  <a:lnTo>
                    <a:pt x="31028" y="4485621"/>
                  </a:lnTo>
                  <a:lnTo>
                    <a:pt x="53783" y="4526654"/>
                  </a:lnTo>
                  <a:lnTo>
                    <a:pt x="81882" y="4563890"/>
                  </a:lnTo>
                  <a:lnTo>
                    <a:pt x="114808" y="4596813"/>
                  </a:lnTo>
                  <a:lnTo>
                    <a:pt x="152045" y="4624909"/>
                  </a:lnTo>
                  <a:lnTo>
                    <a:pt x="193075" y="4647659"/>
                  </a:lnTo>
                  <a:lnTo>
                    <a:pt x="237381" y="4664548"/>
                  </a:lnTo>
                  <a:lnTo>
                    <a:pt x="284447" y="4675061"/>
                  </a:lnTo>
                  <a:lnTo>
                    <a:pt x="333755" y="4678680"/>
                  </a:lnTo>
                  <a:lnTo>
                    <a:pt x="3064764" y="4678680"/>
                  </a:lnTo>
                  <a:lnTo>
                    <a:pt x="3114072" y="4675061"/>
                  </a:lnTo>
                  <a:lnTo>
                    <a:pt x="3161138" y="4664548"/>
                  </a:lnTo>
                  <a:lnTo>
                    <a:pt x="3205444" y="4647659"/>
                  </a:lnTo>
                  <a:lnTo>
                    <a:pt x="3246474" y="4624909"/>
                  </a:lnTo>
                  <a:lnTo>
                    <a:pt x="3283711" y="4596813"/>
                  </a:lnTo>
                  <a:lnTo>
                    <a:pt x="3316637" y="4563890"/>
                  </a:lnTo>
                  <a:lnTo>
                    <a:pt x="3344736" y="4526654"/>
                  </a:lnTo>
                  <a:lnTo>
                    <a:pt x="3367491" y="4485621"/>
                  </a:lnTo>
                  <a:lnTo>
                    <a:pt x="3384384" y="4441309"/>
                  </a:lnTo>
                  <a:lnTo>
                    <a:pt x="3394900" y="4394234"/>
                  </a:lnTo>
                  <a:lnTo>
                    <a:pt x="3398520" y="4344911"/>
                  </a:lnTo>
                  <a:lnTo>
                    <a:pt x="3398520" y="333756"/>
                  </a:lnTo>
                  <a:lnTo>
                    <a:pt x="3394900" y="284447"/>
                  </a:lnTo>
                  <a:lnTo>
                    <a:pt x="3384384" y="237381"/>
                  </a:lnTo>
                  <a:lnTo>
                    <a:pt x="3367491" y="193075"/>
                  </a:lnTo>
                  <a:lnTo>
                    <a:pt x="3344736" y="152045"/>
                  </a:lnTo>
                  <a:lnTo>
                    <a:pt x="3316637" y="114808"/>
                  </a:lnTo>
                  <a:lnTo>
                    <a:pt x="3283711" y="81882"/>
                  </a:lnTo>
                  <a:lnTo>
                    <a:pt x="3246474" y="53783"/>
                  </a:lnTo>
                  <a:lnTo>
                    <a:pt x="3205444" y="31028"/>
                  </a:lnTo>
                  <a:lnTo>
                    <a:pt x="3161138" y="14135"/>
                  </a:lnTo>
                  <a:lnTo>
                    <a:pt x="3114072" y="3619"/>
                  </a:lnTo>
                  <a:lnTo>
                    <a:pt x="3064764" y="0"/>
                  </a:lnTo>
                  <a:close/>
                </a:path>
              </a:pathLst>
            </a:custGeom>
            <a:solidFill>
              <a:srgbClr val="FFFFFF"/>
            </a:solidFill>
          </p:spPr>
          <p:txBody>
            <a:bodyPr wrap="square" lIns="0" tIns="0" rIns="0" bIns="0" rtlCol="0"/>
            <a:lstStyle/>
            <a:p/>
          </p:txBody>
        </p:sp>
        <p:sp>
          <p:nvSpPr>
            <p:cNvPr id="5" name="object 5"/>
            <p:cNvSpPr/>
            <p:nvPr/>
          </p:nvSpPr>
          <p:spPr>
            <a:xfrm>
              <a:off x="4421123" y="1522475"/>
              <a:ext cx="3398520" cy="4678680"/>
            </a:xfrm>
            <a:custGeom>
              <a:avLst/>
              <a:gdLst/>
              <a:ahLst/>
              <a:cxnLst/>
              <a:rect l="l" t="t" r="r" b="b"/>
              <a:pathLst>
                <a:path w="3398520" h="4678680">
                  <a:moveTo>
                    <a:pt x="0" y="333756"/>
                  </a:moveTo>
                  <a:lnTo>
                    <a:pt x="3619" y="284447"/>
                  </a:lnTo>
                  <a:lnTo>
                    <a:pt x="14135" y="237381"/>
                  </a:lnTo>
                  <a:lnTo>
                    <a:pt x="31028" y="193075"/>
                  </a:lnTo>
                  <a:lnTo>
                    <a:pt x="53783" y="152045"/>
                  </a:lnTo>
                  <a:lnTo>
                    <a:pt x="81882" y="114808"/>
                  </a:lnTo>
                  <a:lnTo>
                    <a:pt x="114808" y="81882"/>
                  </a:lnTo>
                  <a:lnTo>
                    <a:pt x="152045" y="53783"/>
                  </a:lnTo>
                  <a:lnTo>
                    <a:pt x="193075" y="31028"/>
                  </a:lnTo>
                  <a:lnTo>
                    <a:pt x="237381" y="14135"/>
                  </a:lnTo>
                  <a:lnTo>
                    <a:pt x="284447" y="3619"/>
                  </a:lnTo>
                  <a:lnTo>
                    <a:pt x="333755" y="0"/>
                  </a:lnTo>
                  <a:lnTo>
                    <a:pt x="3064764" y="0"/>
                  </a:lnTo>
                  <a:lnTo>
                    <a:pt x="3114072" y="3619"/>
                  </a:lnTo>
                  <a:lnTo>
                    <a:pt x="3161138" y="14135"/>
                  </a:lnTo>
                  <a:lnTo>
                    <a:pt x="3205444" y="31028"/>
                  </a:lnTo>
                  <a:lnTo>
                    <a:pt x="3246474" y="53783"/>
                  </a:lnTo>
                  <a:lnTo>
                    <a:pt x="3283711" y="81882"/>
                  </a:lnTo>
                  <a:lnTo>
                    <a:pt x="3316637" y="114808"/>
                  </a:lnTo>
                  <a:lnTo>
                    <a:pt x="3344736" y="152045"/>
                  </a:lnTo>
                  <a:lnTo>
                    <a:pt x="3367491" y="193075"/>
                  </a:lnTo>
                  <a:lnTo>
                    <a:pt x="3384384" y="237381"/>
                  </a:lnTo>
                  <a:lnTo>
                    <a:pt x="3394900" y="284447"/>
                  </a:lnTo>
                  <a:lnTo>
                    <a:pt x="3398520" y="333756"/>
                  </a:lnTo>
                  <a:lnTo>
                    <a:pt x="3398520" y="4344911"/>
                  </a:lnTo>
                  <a:lnTo>
                    <a:pt x="3394900" y="4394234"/>
                  </a:lnTo>
                  <a:lnTo>
                    <a:pt x="3384384" y="4441309"/>
                  </a:lnTo>
                  <a:lnTo>
                    <a:pt x="3367491" y="4485621"/>
                  </a:lnTo>
                  <a:lnTo>
                    <a:pt x="3344736" y="4526654"/>
                  </a:lnTo>
                  <a:lnTo>
                    <a:pt x="3316637" y="4563890"/>
                  </a:lnTo>
                  <a:lnTo>
                    <a:pt x="3283711" y="4596813"/>
                  </a:lnTo>
                  <a:lnTo>
                    <a:pt x="3246474" y="4624909"/>
                  </a:lnTo>
                  <a:lnTo>
                    <a:pt x="3205444" y="4647659"/>
                  </a:lnTo>
                  <a:lnTo>
                    <a:pt x="3161138" y="4664548"/>
                  </a:lnTo>
                  <a:lnTo>
                    <a:pt x="3114072" y="4675061"/>
                  </a:lnTo>
                  <a:lnTo>
                    <a:pt x="3064764" y="4678680"/>
                  </a:lnTo>
                  <a:lnTo>
                    <a:pt x="333755" y="4678680"/>
                  </a:lnTo>
                  <a:lnTo>
                    <a:pt x="284447" y="4675061"/>
                  </a:lnTo>
                  <a:lnTo>
                    <a:pt x="237381" y="4664548"/>
                  </a:lnTo>
                  <a:lnTo>
                    <a:pt x="193075" y="4647659"/>
                  </a:lnTo>
                  <a:lnTo>
                    <a:pt x="152045" y="4624909"/>
                  </a:lnTo>
                  <a:lnTo>
                    <a:pt x="114808" y="4596813"/>
                  </a:lnTo>
                  <a:lnTo>
                    <a:pt x="81882" y="4563890"/>
                  </a:lnTo>
                  <a:lnTo>
                    <a:pt x="53783" y="4526654"/>
                  </a:lnTo>
                  <a:lnTo>
                    <a:pt x="31028" y="4485621"/>
                  </a:lnTo>
                  <a:lnTo>
                    <a:pt x="14135" y="4441309"/>
                  </a:lnTo>
                  <a:lnTo>
                    <a:pt x="3619" y="4394234"/>
                  </a:lnTo>
                  <a:lnTo>
                    <a:pt x="0" y="4344911"/>
                  </a:lnTo>
                  <a:lnTo>
                    <a:pt x="0" y="333756"/>
                  </a:lnTo>
                  <a:close/>
                </a:path>
              </a:pathLst>
            </a:custGeom>
            <a:ln w="9144">
              <a:solidFill>
                <a:srgbClr val="520977"/>
              </a:solidFill>
            </a:ln>
          </p:spPr>
          <p:txBody>
            <a:bodyPr wrap="square" lIns="0" tIns="0" rIns="0" bIns="0" rtlCol="0"/>
            <a:lstStyle/>
            <a:p/>
          </p:txBody>
        </p:sp>
        <p:sp>
          <p:nvSpPr>
            <p:cNvPr id="6" name="object 6"/>
            <p:cNvSpPr/>
            <p:nvPr/>
          </p:nvSpPr>
          <p:spPr>
            <a:xfrm>
              <a:off x="8368283" y="1522475"/>
              <a:ext cx="3249295" cy="4678680"/>
            </a:xfrm>
            <a:custGeom>
              <a:avLst/>
              <a:gdLst/>
              <a:ahLst/>
              <a:cxnLst/>
              <a:rect l="l" t="t" r="r" b="b"/>
              <a:pathLst>
                <a:path w="3249295" h="4678680">
                  <a:moveTo>
                    <a:pt x="2930017" y="0"/>
                  </a:moveTo>
                  <a:lnTo>
                    <a:pt x="319150" y="0"/>
                  </a:lnTo>
                  <a:lnTo>
                    <a:pt x="271986" y="3460"/>
                  </a:lnTo>
                  <a:lnTo>
                    <a:pt x="226970" y="13511"/>
                  </a:lnTo>
                  <a:lnTo>
                    <a:pt x="184599" y="29660"/>
                  </a:lnTo>
                  <a:lnTo>
                    <a:pt x="145363" y="51413"/>
                  </a:lnTo>
                  <a:lnTo>
                    <a:pt x="109758" y="78277"/>
                  </a:lnTo>
                  <a:lnTo>
                    <a:pt x="78277" y="109758"/>
                  </a:lnTo>
                  <a:lnTo>
                    <a:pt x="51413" y="145363"/>
                  </a:lnTo>
                  <a:lnTo>
                    <a:pt x="29660" y="184599"/>
                  </a:lnTo>
                  <a:lnTo>
                    <a:pt x="13511" y="226970"/>
                  </a:lnTo>
                  <a:lnTo>
                    <a:pt x="3460" y="271986"/>
                  </a:lnTo>
                  <a:lnTo>
                    <a:pt x="0" y="319150"/>
                  </a:lnTo>
                  <a:lnTo>
                    <a:pt x="0" y="4359579"/>
                  </a:lnTo>
                  <a:lnTo>
                    <a:pt x="3460" y="4406734"/>
                  </a:lnTo>
                  <a:lnTo>
                    <a:pt x="13511" y="4451741"/>
                  </a:lnTo>
                  <a:lnTo>
                    <a:pt x="29660" y="4494106"/>
                  </a:lnTo>
                  <a:lnTo>
                    <a:pt x="51413" y="4533334"/>
                  </a:lnTo>
                  <a:lnTo>
                    <a:pt x="78277" y="4568934"/>
                  </a:lnTo>
                  <a:lnTo>
                    <a:pt x="109758" y="4600411"/>
                  </a:lnTo>
                  <a:lnTo>
                    <a:pt x="145363" y="4627271"/>
                  </a:lnTo>
                  <a:lnTo>
                    <a:pt x="184599" y="4649022"/>
                  </a:lnTo>
                  <a:lnTo>
                    <a:pt x="226970" y="4665169"/>
                  </a:lnTo>
                  <a:lnTo>
                    <a:pt x="271986" y="4675220"/>
                  </a:lnTo>
                  <a:lnTo>
                    <a:pt x="319150" y="4678680"/>
                  </a:lnTo>
                  <a:lnTo>
                    <a:pt x="2930017" y="4678680"/>
                  </a:lnTo>
                  <a:lnTo>
                    <a:pt x="2977181" y="4675220"/>
                  </a:lnTo>
                  <a:lnTo>
                    <a:pt x="3022197" y="4665169"/>
                  </a:lnTo>
                  <a:lnTo>
                    <a:pt x="3064568" y="4649022"/>
                  </a:lnTo>
                  <a:lnTo>
                    <a:pt x="3103804" y="4627271"/>
                  </a:lnTo>
                  <a:lnTo>
                    <a:pt x="3139409" y="4600411"/>
                  </a:lnTo>
                  <a:lnTo>
                    <a:pt x="3170890" y="4568934"/>
                  </a:lnTo>
                  <a:lnTo>
                    <a:pt x="3197754" y="4533334"/>
                  </a:lnTo>
                  <a:lnTo>
                    <a:pt x="3219507" y="4494106"/>
                  </a:lnTo>
                  <a:lnTo>
                    <a:pt x="3235656" y="4451741"/>
                  </a:lnTo>
                  <a:lnTo>
                    <a:pt x="3245707" y="4406734"/>
                  </a:lnTo>
                  <a:lnTo>
                    <a:pt x="3249168" y="4359579"/>
                  </a:lnTo>
                  <a:lnTo>
                    <a:pt x="3249168" y="319150"/>
                  </a:lnTo>
                  <a:lnTo>
                    <a:pt x="3245707" y="271986"/>
                  </a:lnTo>
                  <a:lnTo>
                    <a:pt x="3235656" y="226970"/>
                  </a:lnTo>
                  <a:lnTo>
                    <a:pt x="3219507" y="184599"/>
                  </a:lnTo>
                  <a:lnTo>
                    <a:pt x="3197754" y="145363"/>
                  </a:lnTo>
                  <a:lnTo>
                    <a:pt x="3170890" y="109758"/>
                  </a:lnTo>
                  <a:lnTo>
                    <a:pt x="3139409" y="78277"/>
                  </a:lnTo>
                  <a:lnTo>
                    <a:pt x="3103804" y="51413"/>
                  </a:lnTo>
                  <a:lnTo>
                    <a:pt x="3064568" y="29660"/>
                  </a:lnTo>
                  <a:lnTo>
                    <a:pt x="3022197" y="13511"/>
                  </a:lnTo>
                  <a:lnTo>
                    <a:pt x="2977181" y="3460"/>
                  </a:lnTo>
                  <a:lnTo>
                    <a:pt x="2930017" y="0"/>
                  </a:lnTo>
                  <a:close/>
                </a:path>
              </a:pathLst>
            </a:custGeom>
            <a:solidFill>
              <a:srgbClr val="FFFFFF"/>
            </a:solidFill>
          </p:spPr>
          <p:txBody>
            <a:bodyPr wrap="square" lIns="0" tIns="0" rIns="0" bIns="0" rtlCol="0"/>
            <a:lstStyle/>
            <a:p/>
          </p:txBody>
        </p:sp>
        <p:sp>
          <p:nvSpPr>
            <p:cNvPr id="7" name="object 7"/>
            <p:cNvSpPr/>
            <p:nvPr/>
          </p:nvSpPr>
          <p:spPr>
            <a:xfrm>
              <a:off x="8368283" y="1522475"/>
              <a:ext cx="3249295" cy="4678680"/>
            </a:xfrm>
            <a:custGeom>
              <a:avLst/>
              <a:gdLst/>
              <a:ahLst/>
              <a:cxnLst/>
              <a:rect l="l" t="t" r="r" b="b"/>
              <a:pathLst>
                <a:path w="3249295" h="4678680">
                  <a:moveTo>
                    <a:pt x="0" y="319150"/>
                  </a:moveTo>
                  <a:lnTo>
                    <a:pt x="3460" y="271986"/>
                  </a:lnTo>
                  <a:lnTo>
                    <a:pt x="13511" y="226970"/>
                  </a:lnTo>
                  <a:lnTo>
                    <a:pt x="29660" y="184599"/>
                  </a:lnTo>
                  <a:lnTo>
                    <a:pt x="51413" y="145363"/>
                  </a:lnTo>
                  <a:lnTo>
                    <a:pt x="78277" y="109758"/>
                  </a:lnTo>
                  <a:lnTo>
                    <a:pt x="109758" y="78277"/>
                  </a:lnTo>
                  <a:lnTo>
                    <a:pt x="145363" y="51413"/>
                  </a:lnTo>
                  <a:lnTo>
                    <a:pt x="184599" y="29660"/>
                  </a:lnTo>
                  <a:lnTo>
                    <a:pt x="226970" y="13511"/>
                  </a:lnTo>
                  <a:lnTo>
                    <a:pt x="271986" y="3460"/>
                  </a:lnTo>
                  <a:lnTo>
                    <a:pt x="319150" y="0"/>
                  </a:lnTo>
                  <a:lnTo>
                    <a:pt x="2930017" y="0"/>
                  </a:lnTo>
                  <a:lnTo>
                    <a:pt x="2977181" y="3460"/>
                  </a:lnTo>
                  <a:lnTo>
                    <a:pt x="3022197" y="13511"/>
                  </a:lnTo>
                  <a:lnTo>
                    <a:pt x="3064568" y="29660"/>
                  </a:lnTo>
                  <a:lnTo>
                    <a:pt x="3103804" y="51413"/>
                  </a:lnTo>
                  <a:lnTo>
                    <a:pt x="3139409" y="78277"/>
                  </a:lnTo>
                  <a:lnTo>
                    <a:pt x="3170890" y="109758"/>
                  </a:lnTo>
                  <a:lnTo>
                    <a:pt x="3197754" y="145363"/>
                  </a:lnTo>
                  <a:lnTo>
                    <a:pt x="3219507" y="184599"/>
                  </a:lnTo>
                  <a:lnTo>
                    <a:pt x="3235656" y="226970"/>
                  </a:lnTo>
                  <a:lnTo>
                    <a:pt x="3245707" y="271986"/>
                  </a:lnTo>
                  <a:lnTo>
                    <a:pt x="3249168" y="319150"/>
                  </a:lnTo>
                  <a:lnTo>
                    <a:pt x="3249168" y="4359579"/>
                  </a:lnTo>
                  <a:lnTo>
                    <a:pt x="3245707" y="4406734"/>
                  </a:lnTo>
                  <a:lnTo>
                    <a:pt x="3235656" y="4451741"/>
                  </a:lnTo>
                  <a:lnTo>
                    <a:pt x="3219507" y="4494106"/>
                  </a:lnTo>
                  <a:lnTo>
                    <a:pt x="3197754" y="4533334"/>
                  </a:lnTo>
                  <a:lnTo>
                    <a:pt x="3170890" y="4568934"/>
                  </a:lnTo>
                  <a:lnTo>
                    <a:pt x="3139409" y="4600411"/>
                  </a:lnTo>
                  <a:lnTo>
                    <a:pt x="3103804" y="4627271"/>
                  </a:lnTo>
                  <a:lnTo>
                    <a:pt x="3064568" y="4649022"/>
                  </a:lnTo>
                  <a:lnTo>
                    <a:pt x="3022197" y="4665169"/>
                  </a:lnTo>
                  <a:lnTo>
                    <a:pt x="2977181" y="4675220"/>
                  </a:lnTo>
                  <a:lnTo>
                    <a:pt x="2930017" y="4678680"/>
                  </a:lnTo>
                  <a:lnTo>
                    <a:pt x="319150" y="4678680"/>
                  </a:lnTo>
                  <a:lnTo>
                    <a:pt x="271986" y="4675220"/>
                  </a:lnTo>
                  <a:lnTo>
                    <a:pt x="226970" y="4665169"/>
                  </a:lnTo>
                  <a:lnTo>
                    <a:pt x="184599" y="4649022"/>
                  </a:lnTo>
                  <a:lnTo>
                    <a:pt x="145363" y="4627271"/>
                  </a:lnTo>
                  <a:lnTo>
                    <a:pt x="109758" y="4600411"/>
                  </a:lnTo>
                  <a:lnTo>
                    <a:pt x="78277" y="4568934"/>
                  </a:lnTo>
                  <a:lnTo>
                    <a:pt x="51413" y="4533334"/>
                  </a:lnTo>
                  <a:lnTo>
                    <a:pt x="29660" y="4494106"/>
                  </a:lnTo>
                  <a:lnTo>
                    <a:pt x="13511" y="4451741"/>
                  </a:lnTo>
                  <a:lnTo>
                    <a:pt x="3460" y="4406734"/>
                  </a:lnTo>
                  <a:lnTo>
                    <a:pt x="0" y="4359579"/>
                  </a:lnTo>
                  <a:lnTo>
                    <a:pt x="0" y="319150"/>
                  </a:lnTo>
                  <a:close/>
                </a:path>
              </a:pathLst>
            </a:custGeom>
            <a:ln w="9144">
              <a:solidFill>
                <a:srgbClr val="520977"/>
              </a:solidFill>
            </a:ln>
          </p:spPr>
          <p:txBody>
            <a:bodyPr wrap="square" lIns="0" tIns="0" rIns="0" bIns="0" rtlCol="0"/>
            <a:lstStyle/>
            <a:p/>
          </p:txBody>
        </p:sp>
        <p:sp>
          <p:nvSpPr>
            <p:cNvPr id="8" name="object 8"/>
            <p:cNvSpPr/>
            <p:nvPr/>
          </p:nvSpPr>
          <p:spPr>
            <a:xfrm>
              <a:off x="626363" y="1522475"/>
              <a:ext cx="3246120" cy="4678680"/>
            </a:xfrm>
            <a:custGeom>
              <a:avLst/>
              <a:gdLst/>
              <a:ahLst/>
              <a:cxnLst/>
              <a:rect l="l" t="t" r="r" b="b"/>
              <a:pathLst>
                <a:path w="3246120" h="4678680">
                  <a:moveTo>
                    <a:pt x="2927350" y="0"/>
                  </a:moveTo>
                  <a:lnTo>
                    <a:pt x="318795" y="0"/>
                  </a:lnTo>
                  <a:lnTo>
                    <a:pt x="271687" y="3456"/>
                  </a:lnTo>
                  <a:lnTo>
                    <a:pt x="226725" y="13498"/>
                  </a:lnTo>
                  <a:lnTo>
                    <a:pt x="184401" y="29632"/>
                  </a:lnTo>
                  <a:lnTo>
                    <a:pt x="145210" y="51363"/>
                  </a:lnTo>
                  <a:lnTo>
                    <a:pt x="109644" y="78198"/>
                  </a:lnTo>
                  <a:lnTo>
                    <a:pt x="78197" y="109645"/>
                  </a:lnTo>
                  <a:lnTo>
                    <a:pt x="51361" y="145209"/>
                  </a:lnTo>
                  <a:lnTo>
                    <a:pt x="29630" y="184397"/>
                  </a:lnTo>
                  <a:lnTo>
                    <a:pt x="13497" y="226715"/>
                  </a:lnTo>
                  <a:lnTo>
                    <a:pt x="3456" y="271671"/>
                  </a:lnTo>
                  <a:lnTo>
                    <a:pt x="0" y="318770"/>
                  </a:lnTo>
                  <a:lnTo>
                    <a:pt x="0" y="4359884"/>
                  </a:lnTo>
                  <a:lnTo>
                    <a:pt x="3456" y="4406992"/>
                  </a:lnTo>
                  <a:lnTo>
                    <a:pt x="13497" y="4451954"/>
                  </a:lnTo>
                  <a:lnTo>
                    <a:pt x="29630" y="4494278"/>
                  </a:lnTo>
                  <a:lnTo>
                    <a:pt x="51361" y="4533469"/>
                  </a:lnTo>
                  <a:lnTo>
                    <a:pt x="78197" y="4569035"/>
                  </a:lnTo>
                  <a:lnTo>
                    <a:pt x="109644" y="4600482"/>
                  </a:lnTo>
                  <a:lnTo>
                    <a:pt x="145210" y="4627318"/>
                  </a:lnTo>
                  <a:lnTo>
                    <a:pt x="184401" y="4649049"/>
                  </a:lnTo>
                  <a:lnTo>
                    <a:pt x="226725" y="4665182"/>
                  </a:lnTo>
                  <a:lnTo>
                    <a:pt x="271687" y="4675223"/>
                  </a:lnTo>
                  <a:lnTo>
                    <a:pt x="318795" y="4678680"/>
                  </a:lnTo>
                  <a:lnTo>
                    <a:pt x="2927350" y="4678680"/>
                  </a:lnTo>
                  <a:lnTo>
                    <a:pt x="2974448" y="4675223"/>
                  </a:lnTo>
                  <a:lnTo>
                    <a:pt x="3019404" y="4665182"/>
                  </a:lnTo>
                  <a:lnTo>
                    <a:pt x="3061722" y="4649049"/>
                  </a:lnTo>
                  <a:lnTo>
                    <a:pt x="3100910" y="4627318"/>
                  </a:lnTo>
                  <a:lnTo>
                    <a:pt x="3136474" y="4600482"/>
                  </a:lnTo>
                  <a:lnTo>
                    <a:pt x="3167921" y="4569035"/>
                  </a:lnTo>
                  <a:lnTo>
                    <a:pt x="3194756" y="4533469"/>
                  </a:lnTo>
                  <a:lnTo>
                    <a:pt x="3216487" y="4494278"/>
                  </a:lnTo>
                  <a:lnTo>
                    <a:pt x="3232621" y="4451954"/>
                  </a:lnTo>
                  <a:lnTo>
                    <a:pt x="3242663" y="4406992"/>
                  </a:lnTo>
                  <a:lnTo>
                    <a:pt x="3246120" y="4359884"/>
                  </a:lnTo>
                  <a:lnTo>
                    <a:pt x="3246120" y="318770"/>
                  </a:lnTo>
                  <a:lnTo>
                    <a:pt x="3242663" y="271671"/>
                  </a:lnTo>
                  <a:lnTo>
                    <a:pt x="3232621" y="226715"/>
                  </a:lnTo>
                  <a:lnTo>
                    <a:pt x="3216487" y="184397"/>
                  </a:lnTo>
                  <a:lnTo>
                    <a:pt x="3194756" y="145209"/>
                  </a:lnTo>
                  <a:lnTo>
                    <a:pt x="3167921" y="109645"/>
                  </a:lnTo>
                  <a:lnTo>
                    <a:pt x="3136474" y="78198"/>
                  </a:lnTo>
                  <a:lnTo>
                    <a:pt x="3100910" y="51363"/>
                  </a:lnTo>
                  <a:lnTo>
                    <a:pt x="3061722" y="29632"/>
                  </a:lnTo>
                  <a:lnTo>
                    <a:pt x="3019404" y="13498"/>
                  </a:lnTo>
                  <a:lnTo>
                    <a:pt x="2974448" y="3456"/>
                  </a:lnTo>
                  <a:lnTo>
                    <a:pt x="2927350" y="0"/>
                  </a:lnTo>
                  <a:close/>
                </a:path>
              </a:pathLst>
            </a:custGeom>
            <a:solidFill>
              <a:srgbClr val="FFFFFF"/>
            </a:solidFill>
          </p:spPr>
          <p:txBody>
            <a:bodyPr wrap="square" lIns="0" tIns="0" rIns="0" bIns="0" rtlCol="0"/>
            <a:lstStyle/>
            <a:p/>
          </p:txBody>
        </p:sp>
        <p:sp>
          <p:nvSpPr>
            <p:cNvPr id="9" name="object 9"/>
            <p:cNvSpPr/>
            <p:nvPr/>
          </p:nvSpPr>
          <p:spPr>
            <a:xfrm>
              <a:off x="626363" y="1522475"/>
              <a:ext cx="3246120" cy="4678680"/>
            </a:xfrm>
            <a:custGeom>
              <a:avLst/>
              <a:gdLst/>
              <a:ahLst/>
              <a:cxnLst/>
              <a:rect l="l" t="t" r="r" b="b"/>
              <a:pathLst>
                <a:path w="3246120" h="4678680">
                  <a:moveTo>
                    <a:pt x="0" y="318770"/>
                  </a:moveTo>
                  <a:lnTo>
                    <a:pt x="3456" y="271671"/>
                  </a:lnTo>
                  <a:lnTo>
                    <a:pt x="13497" y="226715"/>
                  </a:lnTo>
                  <a:lnTo>
                    <a:pt x="29630" y="184397"/>
                  </a:lnTo>
                  <a:lnTo>
                    <a:pt x="51361" y="145209"/>
                  </a:lnTo>
                  <a:lnTo>
                    <a:pt x="78197" y="109645"/>
                  </a:lnTo>
                  <a:lnTo>
                    <a:pt x="109644" y="78198"/>
                  </a:lnTo>
                  <a:lnTo>
                    <a:pt x="145210" y="51363"/>
                  </a:lnTo>
                  <a:lnTo>
                    <a:pt x="184401" y="29632"/>
                  </a:lnTo>
                  <a:lnTo>
                    <a:pt x="226725" y="13498"/>
                  </a:lnTo>
                  <a:lnTo>
                    <a:pt x="271687" y="3456"/>
                  </a:lnTo>
                  <a:lnTo>
                    <a:pt x="318795" y="0"/>
                  </a:lnTo>
                  <a:lnTo>
                    <a:pt x="2927350" y="0"/>
                  </a:lnTo>
                  <a:lnTo>
                    <a:pt x="2974448" y="3456"/>
                  </a:lnTo>
                  <a:lnTo>
                    <a:pt x="3019404" y="13498"/>
                  </a:lnTo>
                  <a:lnTo>
                    <a:pt x="3061722" y="29632"/>
                  </a:lnTo>
                  <a:lnTo>
                    <a:pt x="3100910" y="51363"/>
                  </a:lnTo>
                  <a:lnTo>
                    <a:pt x="3136474" y="78198"/>
                  </a:lnTo>
                  <a:lnTo>
                    <a:pt x="3167921" y="109645"/>
                  </a:lnTo>
                  <a:lnTo>
                    <a:pt x="3194756" y="145209"/>
                  </a:lnTo>
                  <a:lnTo>
                    <a:pt x="3216487" y="184397"/>
                  </a:lnTo>
                  <a:lnTo>
                    <a:pt x="3232621" y="226715"/>
                  </a:lnTo>
                  <a:lnTo>
                    <a:pt x="3242663" y="271671"/>
                  </a:lnTo>
                  <a:lnTo>
                    <a:pt x="3246120" y="318770"/>
                  </a:lnTo>
                  <a:lnTo>
                    <a:pt x="3246120" y="4359884"/>
                  </a:lnTo>
                  <a:lnTo>
                    <a:pt x="3242663" y="4406992"/>
                  </a:lnTo>
                  <a:lnTo>
                    <a:pt x="3232621" y="4451954"/>
                  </a:lnTo>
                  <a:lnTo>
                    <a:pt x="3216487" y="4494278"/>
                  </a:lnTo>
                  <a:lnTo>
                    <a:pt x="3194756" y="4533469"/>
                  </a:lnTo>
                  <a:lnTo>
                    <a:pt x="3167921" y="4569035"/>
                  </a:lnTo>
                  <a:lnTo>
                    <a:pt x="3136474" y="4600482"/>
                  </a:lnTo>
                  <a:lnTo>
                    <a:pt x="3100910" y="4627318"/>
                  </a:lnTo>
                  <a:lnTo>
                    <a:pt x="3061722" y="4649049"/>
                  </a:lnTo>
                  <a:lnTo>
                    <a:pt x="3019404" y="4665182"/>
                  </a:lnTo>
                  <a:lnTo>
                    <a:pt x="2974448" y="4675223"/>
                  </a:lnTo>
                  <a:lnTo>
                    <a:pt x="2927350" y="4678680"/>
                  </a:lnTo>
                  <a:lnTo>
                    <a:pt x="318795" y="4678680"/>
                  </a:lnTo>
                  <a:lnTo>
                    <a:pt x="271687" y="4675223"/>
                  </a:lnTo>
                  <a:lnTo>
                    <a:pt x="226725" y="4665182"/>
                  </a:lnTo>
                  <a:lnTo>
                    <a:pt x="184401" y="4649049"/>
                  </a:lnTo>
                  <a:lnTo>
                    <a:pt x="145210" y="4627318"/>
                  </a:lnTo>
                  <a:lnTo>
                    <a:pt x="109644" y="4600482"/>
                  </a:lnTo>
                  <a:lnTo>
                    <a:pt x="78197" y="4569035"/>
                  </a:lnTo>
                  <a:lnTo>
                    <a:pt x="51361" y="4533469"/>
                  </a:lnTo>
                  <a:lnTo>
                    <a:pt x="29630" y="4494278"/>
                  </a:lnTo>
                  <a:lnTo>
                    <a:pt x="13497" y="4451954"/>
                  </a:lnTo>
                  <a:lnTo>
                    <a:pt x="3456" y="4406992"/>
                  </a:lnTo>
                  <a:lnTo>
                    <a:pt x="0" y="4359884"/>
                  </a:lnTo>
                  <a:lnTo>
                    <a:pt x="0" y="318770"/>
                  </a:lnTo>
                  <a:close/>
                </a:path>
              </a:pathLst>
            </a:custGeom>
            <a:ln w="9144">
              <a:solidFill>
                <a:srgbClr val="520977"/>
              </a:solidFill>
            </a:ln>
          </p:spPr>
          <p:txBody>
            <a:bodyPr wrap="square" lIns="0" tIns="0" rIns="0" bIns="0" rtlCol="0"/>
            <a:lstStyle/>
            <a:p/>
          </p:txBody>
        </p:sp>
      </p:grpSp>
      <p:sp>
        <p:nvSpPr>
          <p:cNvPr id="10" name="object 10"/>
          <p:cNvSpPr txBox="1">
            <a:spLocks noGrp="1"/>
          </p:cNvSpPr>
          <p:nvPr>
            <p:ph type="sldNum" idx="7" sz="quarter"/>
          </p:nvPr>
        </p:nvSpPr>
        <p:spPr>
          <a:prstGeom prst="rect"/>
        </p:spPr>
        <p:txBody>
          <a:bodyPr wrap="square" lIns="0" tIns="43180" rIns="0" bIns="0" rtlCol="0" vert="horz">
            <a:spAutoFit/>
          </a:bodyPr>
          <a:lstStyle/>
          <a:p>
            <a:pPr marL="62865">
              <a:lnSpc>
                <a:spcPct val="100000"/>
              </a:lnSpc>
              <a:spcBef>
                <a:spcPts val="340"/>
              </a:spcBef>
            </a:pPr>
            <a:r>
              <a:rPr sz="1200">
                <a:solidFill>
                  <a:srgbClr val="520978"/>
                </a:solidFill>
                <a:latin typeface="Montserrat"/>
              </a:rPr>
              <a:t>7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21792" y="868680"/>
            <a:ext cx="4206240" cy="475488"/>
          </a:xfrm>
          <a:prstGeom prst="roundRect">
            <a:avLst>
              <a:gd name="adj" fmla="val 50000"/>
            </a:avLst>
          </a:prstGeom>
          <a:solidFill>
            <a:srgbClr val="FF005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28016" rIns="128016"/>
          <a:lstStyle/>
          <a:p>
            <a:pPr algn="l"/>
            <a:r>
              <a:rPr sz="1300" b="1">
                <a:solidFill>
                  <a:srgbClr val="FFFFFF"/>
                </a:solidFill>
                <a:latin typeface="Montserrat"/>
              </a:rPr>
              <a:t>04 · Техническая проработка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22960" y="1847088"/>
            <a:ext cx="2843784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1500" b="1">
                <a:solidFill>
                  <a:srgbClr val="520978"/>
                </a:solidFill>
                <a:latin typeface="Montserrat"/>
              </a:rPr>
              <a:t>Frontend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22960" y="2487168"/>
            <a:ext cx="2843784" cy="3291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2000"/>
              </a:lnSpc>
              <a:spcAft>
                <a:spcPts val="1000"/>
              </a:spcAft>
            </a:pPr>
            <a:r>
              <a:rPr sz="1150" b="0">
                <a:solidFill>
                  <a:srgbClr val="1C1D22"/>
                </a:solidFill>
                <a:latin typeface="Montserrat"/>
              </a:rPr>
              <a:t>•  React 18 и TypeScript</a:t>
            </a:r>
          </a:p>
          <a:p>
            <a:pPr algn="l">
              <a:lnSpc>
                <a:spcPct val="112000"/>
              </a:lnSpc>
              <a:spcAft>
                <a:spcPts val="1000"/>
              </a:spcAft>
            </a:pPr>
            <a:r>
              <a:rPr sz="1150" b="0">
                <a:solidFill>
                  <a:srgbClr val="1C1D22"/>
                </a:solidFill>
                <a:latin typeface="Montserrat"/>
              </a:rPr>
              <a:t>•  Vite, Ant Design 5, Zustand</a:t>
            </a:r>
          </a:p>
          <a:p>
            <a:pPr algn="l">
              <a:lnSpc>
                <a:spcPct val="112000"/>
              </a:lnSpc>
              <a:spcAft>
                <a:spcPts val="1000"/>
              </a:spcAft>
            </a:pPr>
            <a:r>
              <a:rPr sz="1150" b="0">
                <a:solidFill>
                  <a:srgbClr val="1C1D22"/>
                </a:solidFill>
                <a:latin typeface="Montserrat"/>
              </a:rPr>
              <a:t>•  Recharts и @dnd-kit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617720" y="1847088"/>
            <a:ext cx="2999232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1500" b="1">
                <a:solidFill>
                  <a:srgbClr val="520978"/>
                </a:solidFill>
                <a:latin typeface="Montserrat"/>
              </a:rPr>
              <a:t>Backend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617720" y="2487168"/>
            <a:ext cx="2999232" cy="3291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2000"/>
              </a:lnSpc>
              <a:spcAft>
                <a:spcPts val="1000"/>
              </a:spcAft>
            </a:pPr>
            <a:r>
              <a:rPr sz="1150" b="0">
                <a:solidFill>
                  <a:srgbClr val="1C1D22"/>
                </a:solidFill>
                <a:latin typeface="Montserrat"/>
              </a:rPr>
              <a:t>•  Python 3.11, FastAPI</a:t>
            </a:r>
          </a:p>
          <a:p>
            <a:pPr algn="l">
              <a:lnSpc>
                <a:spcPct val="112000"/>
              </a:lnSpc>
              <a:spcAft>
                <a:spcPts val="1000"/>
              </a:spcAft>
            </a:pPr>
            <a:r>
              <a:rPr sz="1150" b="0">
                <a:solidFill>
                  <a:srgbClr val="1C1D22"/>
                </a:solidFill>
                <a:latin typeface="Montserrat"/>
              </a:rPr>
              <a:t>•  SQLAlchemy 2 async, asyncpg</a:t>
            </a:r>
          </a:p>
          <a:p>
            <a:pPr algn="l">
              <a:lnSpc>
                <a:spcPct val="112000"/>
              </a:lnSpc>
              <a:spcAft>
                <a:spcPts val="1000"/>
              </a:spcAft>
            </a:pPr>
            <a:r>
              <a:rPr sz="1150" b="0">
                <a:solidFill>
                  <a:srgbClr val="1C1D22"/>
                </a:solidFill>
                <a:latin typeface="Montserrat"/>
              </a:rPr>
              <a:t>•  Pydantic v2, JWT и bcrypt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567928" y="1847088"/>
            <a:ext cx="2843784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1500" b="1">
                <a:solidFill>
                  <a:srgbClr val="520978"/>
                </a:solidFill>
                <a:latin typeface="Montserrat"/>
              </a:rPr>
              <a:t>Данные и инфраструктура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567928" y="2487168"/>
            <a:ext cx="2843784" cy="3291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2000"/>
              </a:lnSpc>
              <a:spcAft>
                <a:spcPts val="1000"/>
              </a:spcAft>
            </a:pPr>
            <a:r>
              <a:rPr sz="1150" b="0">
                <a:solidFill>
                  <a:srgbClr val="1C1D22"/>
                </a:solidFill>
                <a:latin typeface="Montserrat"/>
              </a:rPr>
              <a:t>•  PostgreSQL для production</a:t>
            </a:r>
          </a:p>
          <a:p>
            <a:pPr algn="l">
              <a:lnSpc>
                <a:spcPct val="112000"/>
              </a:lnSpc>
              <a:spcAft>
                <a:spcPts val="1000"/>
              </a:spcAft>
            </a:pPr>
            <a:r>
              <a:rPr sz="1150" b="0">
                <a:solidFill>
                  <a:srgbClr val="1C1D22"/>
                </a:solidFill>
                <a:latin typeface="Montserrat"/>
              </a:rPr>
              <a:t>•  SQLite для локального запуска</a:t>
            </a:r>
          </a:p>
          <a:p>
            <a:pPr algn="l">
              <a:lnSpc>
                <a:spcPct val="112000"/>
              </a:lnSpc>
              <a:spcAft>
                <a:spcPts val="1000"/>
              </a:spcAft>
            </a:pPr>
            <a:r>
              <a:rPr sz="1150" b="0">
                <a:solidFill>
                  <a:srgbClr val="1C1D22"/>
                </a:solidFill>
                <a:latin typeface="Montserrat"/>
              </a:rPr>
              <a:t>•  Docker Compose и Nginx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object 2"/>
          <p:cNvGrpSpPr/>
          <p:nvPr/>
        </p:nvGrpSpPr>
        <p:grpSpPr>
          <a:xfrm>
            <a:off x="0" y="0"/>
            <a:ext cx="12192000" cy="6858000"/>
            <a:chOff x="0" y="0"/>
            <a:chExt cx="12192000" cy="6858000"/>
          </a:xfrm>
        </p:grpSpPr>
        <p:pic>
          <p:nvPicPr>
            <p:cNvPr id="3" name="object 3"/>
            <p:cNvPicPr/>
            <p:nvPr/>
          </p:nvPicPr>
          <p:blipFill>
            <a:blip r:embed="rId2" cstate="print"/>
            <a:stretch>
              <a:fillRect/>
            </a:stretch>
          </p:blipFill>
          <p:spPr>
            <a:xfrm>
              <a:off x="0" y="0"/>
              <a:ext cx="12192000" cy="6857999"/>
            </a:xfrm>
            <a:prstGeom prst="rect">
              <a:avLst/>
            </a:prstGeom>
          </p:spPr>
        </p:pic>
        <p:sp>
          <p:nvSpPr>
            <p:cNvPr id="4" name="object 4"/>
            <p:cNvSpPr/>
            <p:nvPr/>
          </p:nvSpPr>
          <p:spPr>
            <a:xfrm>
              <a:off x="347472" y="323088"/>
              <a:ext cx="3108960" cy="622300"/>
            </a:xfrm>
            <a:custGeom>
              <a:avLst/>
              <a:gdLst/>
              <a:ahLst/>
              <a:cxnLst/>
              <a:rect l="l" t="t" r="r" b="b"/>
              <a:pathLst>
                <a:path w="3108960" h="622300">
                  <a:moveTo>
                    <a:pt x="2992628" y="0"/>
                  </a:moveTo>
                  <a:lnTo>
                    <a:pt x="116319" y="0"/>
                  </a:lnTo>
                  <a:lnTo>
                    <a:pt x="71039" y="9140"/>
                  </a:lnTo>
                  <a:lnTo>
                    <a:pt x="34066" y="34067"/>
                  </a:lnTo>
                  <a:lnTo>
                    <a:pt x="9139" y="71044"/>
                  </a:lnTo>
                  <a:lnTo>
                    <a:pt x="0" y="116331"/>
                  </a:lnTo>
                  <a:lnTo>
                    <a:pt x="0" y="505459"/>
                  </a:lnTo>
                  <a:lnTo>
                    <a:pt x="9139" y="550747"/>
                  </a:lnTo>
                  <a:lnTo>
                    <a:pt x="34066" y="587724"/>
                  </a:lnTo>
                  <a:lnTo>
                    <a:pt x="71039" y="612651"/>
                  </a:lnTo>
                  <a:lnTo>
                    <a:pt x="116319" y="621791"/>
                  </a:lnTo>
                  <a:lnTo>
                    <a:pt x="2992628" y="621791"/>
                  </a:lnTo>
                  <a:lnTo>
                    <a:pt x="3037915" y="612651"/>
                  </a:lnTo>
                  <a:lnTo>
                    <a:pt x="3074892" y="587724"/>
                  </a:lnTo>
                  <a:lnTo>
                    <a:pt x="3099819" y="550747"/>
                  </a:lnTo>
                  <a:lnTo>
                    <a:pt x="3108960" y="505459"/>
                  </a:lnTo>
                  <a:lnTo>
                    <a:pt x="3108960" y="116331"/>
                  </a:lnTo>
                  <a:lnTo>
                    <a:pt x="3099819" y="71044"/>
                  </a:lnTo>
                  <a:lnTo>
                    <a:pt x="3074892" y="34067"/>
                  </a:lnTo>
                  <a:lnTo>
                    <a:pt x="3037915" y="9140"/>
                  </a:lnTo>
                  <a:lnTo>
                    <a:pt x="2992628" y="0"/>
                  </a:lnTo>
                  <a:close/>
                </a:path>
              </a:pathLst>
            </a:custGeom>
            <a:solidFill>
              <a:srgbClr val="520977"/>
            </a:solidFill>
          </p:spPr>
          <p:txBody>
            <a:bodyPr wrap="square" lIns="0" tIns="0" rIns="0" bIns="0" rtlCol="0"/>
            <a:lstStyle/>
            <a:p/>
          </p:txBody>
        </p:sp>
        <p:sp>
          <p:nvSpPr>
            <p:cNvPr id="5" name="object 5"/>
            <p:cNvSpPr/>
            <p:nvPr/>
          </p:nvSpPr>
          <p:spPr>
            <a:xfrm>
              <a:off x="348995" y="1016508"/>
              <a:ext cx="6806565" cy="2030095"/>
            </a:xfrm>
            <a:custGeom>
              <a:avLst/>
              <a:gdLst/>
              <a:ahLst/>
              <a:cxnLst/>
              <a:rect l="l" t="t" r="r" b="b"/>
              <a:pathLst>
                <a:path w="6806565" h="2030095">
                  <a:moveTo>
                    <a:pt x="6600571" y="0"/>
                  </a:moveTo>
                  <a:lnTo>
                    <a:pt x="205587" y="0"/>
                  </a:lnTo>
                  <a:lnTo>
                    <a:pt x="158449" y="5431"/>
                  </a:lnTo>
                  <a:lnTo>
                    <a:pt x="115177" y="20902"/>
                  </a:lnTo>
                  <a:lnTo>
                    <a:pt x="77005" y="45176"/>
                  </a:lnTo>
                  <a:lnTo>
                    <a:pt x="45166" y="77020"/>
                  </a:lnTo>
                  <a:lnTo>
                    <a:pt x="20897" y="115197"/>
                  </a:lnTo>
                  <a:lnTo>
                    <a:pt x="5429" y="158473"/>
                  </a:lnTo>
                  <a:lnTo>
                    <a:pt x="0" y="205612"/>
                  </a:lnTo>
                  <a:lnTo>
                    <a:pt x="0" y="1824354"/>
                  </a:lnTo>
                  <a:lnTo>
                    <a:pt x="5429" y="1871494"/>
                  </a:lnTo>
                  <a:lnTo>
                    <a:pt x="20897" y="1914770"/>
                  </a:lnTo>
                  <a:lnTo>
                    <a:pt x="45166" y="1952947"/>
                  </a:lnTo>
                  <a:lnTo>
                    <a:pt x="77005" y="1984791"/>
                  </a:lnTo>
                  <a:lnTo>
                    <a:pt x="115177" y="2009065"/>
                  </a:lnTo>
                  <a:lnTo>
                    <a:pt x="158449" y="2024536"/>
                  </a:lnTo>
                  <a:lnTo>
                    <a:pt x="205587" y="2029967"/>
                  </a:lnTo>
                  <a:lnTo>
                    <a:pt x="6600571" y="2029967"/>
                  </a:lnTo>
                  <a:lnTo>
                    <a:pt x="6647710" y="2024536"/>
                  </a:lnTo>
                  <a:lnTo>
                    <a:pt x="6690986" y="2009065"/>
                  </a:lnTo>
                  <a:lnTo>
                    <a:pt x="6729163" y="1984791"/>
                  </a:lnTo>
                  <a:lnTo>
                    <a:pt x="6761007" y="1952947"/>
                  </a:lnTo>
                  <a:lnTo>
                    <a:pt x="6785281" y="1914770"/>
                  </a:lnTo>
                  <a:lnTo>
                    <a:pt x="6800752" y="1871494"/>
                  </a:lnTo>
                  <a:lnTo>
                    <a:pt x="6806183" y="1824354"/>
                  </a:lnTo>
                  <a:lnTo>
                    <a:pt x="6806183" y="205612"/>
                  </a:lnTo>
                  <a:lnTo>
                    <a:pt x="6800752" y="158473"/>
                  </a:lnTo>
                  <a:lnTo>
                    <a:pt x="6785281" y="115197"/>
                  </a:lnTo>
                  <a:lnTo>
                    <a:pt x="6761007" y="77020"/>
                  </a:lnTo>
                  <a:lnTo>
                    <a:pt x="6729163" y="45176"/>
                  </a:lnTo>
                  <a:lnTo>
                    <a:pt x="6690986" y="20902"/>
                  </a:lnTo>
                  <a:lnTo>
                    <a:pt x="6647710" y="5431"/>
                  </a:lnTo>
                  <a:lnTo>
                    <a:pt x="6600571" y="0"/>
                  </a:lnTo>
                  <a:close/>
                </a:path>
              </a:pathLst>
            </a:custGeom>
            <a:solidFill>
              <a:srgbClr val="FFFFFF"/>
            </a:solidFill>
          </p:spPr>
          <p:txBody>
            <a:bodyPr wrap="square" lIns="0" tIns="0" rIns="0" bIns="0" rtlCol="0"/>
            <a:lstStyle/>
            <a:p/>
          </p:txBody>
        </p:sp>
        <p:sp>
          <p:nvSpPr>
            <p:cNvPr id="6" name="object 6"/>
            <p:cNvSpPr/>
            <p:nvPr/>
          </p:nvSpPr>
          <p:spPr>
            <a:xfrm>
              <a:off x="348995" y="1016508"/>
              <a:ext cx="6806565" cy="2030095"/>
            </a:xfrm>
            <a:custGeom>
              <a:avLst/>
              <a:gdLst/>
              <a:ahLst/>
              <a:cxnLst/>
              <a:rect l="l" t="t" r="r" b="b"/>
              <a:pathLst>
                <a:path w="6806565" h="2030095">
                  <a:moveTo>
                    <a:pt x="0" y="205612"/>
                  </a:moveTo>
                  <a:lnTo>
                    <a:pt x="5429" y="158473"/>
                  </a:lnTo>
                  <a:lnTo>
                    <a:pt x="20897" y="115197"/>
                  </a:lnTo>
                  <a:lnTo>
                    <a:pt x="45166" y="77020"/>
                  </a:lnTo>
                  <a:lnTo>
                    <a:pt x="77005" y="45176"/>
                  </a:lnTo>
                  <a:lnTo>
                    <a:pt x="115177" y="20902"/>
                  </a:lnTo>
                  <a:lnTo>
                    <a:pt x="158449" y="5431"/>
                  </a:lnTo>
                  <a:lnTo>
                    <a:pt x="205587" y="0"/>
                  </a:lnTo>
                  <a:lnTo>
                    <a:pt x="6600571" y="0"/>
                  </a:lnTo>
                  <a:lnTo>
                    <a:pt x="6647710" y="5431"/>
                  </a:lnTo>
                  <a:lnTo>
                    <a:pt x="6690986" y="20902"/>
                  </a:lnTo>
                  <a:lnTo>
                    <a:pt x="6729163" y="45176"/>
                  </a:lnTo>
                  <a:lnTo>
                    <a:pt x="6761007" y="77020"/>
                  </a:lnTo>
                  <a:lnTo>
                    <a:pt x="6785281" y="115197"/>
                  </a:lnTo>
                  <a:lnTo>
                    <a:pt x="6800752" y="158473"/>
                  </a:lnTo>
                  <a:lnTo>
                    <a:pt x="6806183" y="205612"/>
                  </a:lnTo>
                  <a:lnTo>
                    <a:pt x="6806183" y="1824354"/>
                  </a:lnTo>
                  <a:lnTo>
                    <a:pt x="6800752" y="1871494"/>
                  </a:lnTo>
                  <a:lnTo>
                    <a:pt x="6785281" y="1914770"/>
                  </a:lnTo>
                  <a:lnTo>
                    <a:pt x="6761007" y="1952947"/>
                  </a:lnTo>
                  <a:lnTo>
                    <a:pt x="6729163" y="1984791"/>
                  </a:lnTo>
                  <a:lnTo>
                    <a:pt x="6690986" y="2009065"/>
                  </a:lnTo>
                  <a:lnTo>
                    <a:pt x="6647710" y="2024536"/>
                  </a:lnTo>
                  <a:lnTo>
                    <a:pt x="6600571" y="2029967"/>
                  </a:lnTo>
                  <a:lnTo>
                    <a:pt x="205587" y="2029967"/>
                  </a:lnTo>
                  <a:lnTo>
                    <a:pt x="158449" y="2024536"/>
                  </a:lnTo>
                  <a:lnTo>
                    <a:pt x="115177" y="2009065"/>
                  </a:lnTo>
                  <a:lnTo>
                    <a:pt x="77005" y="1984791"/>
                  </a:lnTo>
                  <a:lnTo>
                    <a:pt x="45166" y="1952947"/>
                  </a:lnTo>
                  <a:lnTo>
                    <a:pt x="20897" y="1914770"/>
                  </a:lnTo>
                  <a:lnTo>
                    <a:pt x="5429" y="1871494"/>
                  </a:lnTo>
                  <a:lnTo>
                    <a:pt x="0" y="1824354"/>
                  </a:lnTo>
                  <a:lnTo>
                    <a:pt x="0" y="205612"/>
                  </a:lnTo>
                  <a:close/>
                </a:path>
              </a:pathLst>
            </a:custGeom>
            <a:ln w="9144">
              <a:solidFill>
                <a:srgbClr val="520977"/>
              </a:solidFill>
            </a:ln>
          </p:spPr>
          <p:txBody>
            <a:bodyPr wrap="square" lIns="0" tIns="0" rIns="0" bIns="0" rtlCol="0"/>
            <a:lstStyle/>
            <a:p/>
          </p:txBody>
        </p:sp>
      </p:grpSp>
      <p:sp>
        <p:nvSpPr>
          <p:cNvPr id="7" name="object 7"/>
          <p:cNvSpPr txBox="1">
            <a:spLocks noGrp="1"/>
          </p:cNvSpPr>
          <p:nvPr>
            <p:ph type="sldNum" idx="7" sz="quarter"/>
          </p:nvPr>
        </p:nvSpPr>
        <p:spPr>
          <a:prstGeom prst="rect"/>
        </p:spPr>
        <p:txBody>
          <a:bodyPr wrap="square" lIns="0" tIns="43180" rIns="0" bIns="0" rtlCol="0" vert="horz">
            <a:spAutoFit/>
          </a:bodyPr>
          <a:lstStyle/>
          <a:p>
            <a:pPr marL="62865">
              <a:lnSpc>
                <a:spcPct val="100000"/>
              </a:lnSpc>
              <a:spcBef>
                <a:spcPts val="340"/>
              </a:spcBef>
            </a:pPr>
            <a:r>
              <a:rPr sz="1200">
                <a:solidFill>
                  <a:srgbClr val="520978"/>
                </a:solidFill>
                <a:latin typeface="Montserrat"/>
              </a:rPr>
              <a:t>8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347472" y="320040"/>
            <a:ext cx="4206240" cy="475488"/>
          </a:xfrm>
          <a:prstGeom prst="roundRect">
            <a:avLst>
              <a:gd name="adj" fmla="val 50000"/>
            </a:avLst>
          </a:prstGeom>
          <a:solidFill>
            <a:srgbClr val="FF005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28016" rIns="128016"/>
          <a:lstStyle/>
          <a:p>
            <a:pPr algn="l"/>
            <a:r>
              <a:rPr sz="1300" b="1">
                <a:solidFill>
                  <a:srgbClr val="FFFFFF"/>
                </a:solidFill>
                <a:latin typeface="Montserrat"/>
              </a:rPr>
              <a:t>02 · Маркетинговая часть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347472" y="1014984"/>
            <a:ext cx="11384280" cy="2029968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03504" y="1225296"/>
            <a:ext cx="5120640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2000"/>
              </a:lnSpc>
              <a:spcAft>
                <a:spcPts val="600"/>
              </a:spcAft>
            </a:pPr>
            <a:r>
              <a:rPr sz="1300" b="1">
                <a:solidFill>
                  <a:srgbClr val="520978"/>
                </a:solidFill>
                <a:latin typeface="Montserrat"/>
              </a:rPr>
              <a:t>Потребность</a:t>
            </a:r>
          </a:p>
          <a:p>
            <a:pPr algn="l">
              <a:lnSpc>
                <a:spcPct val="112000"/>
              </a:lnSpc>
              <a:spcAft>
                <a:spcPts val="400"/>
              </a:spcAft>
            </a:pPr>
            <a:r>
              <a:rPr sz="1150" b="0">
                <a:solidFill>
                  <a:srgbClr val="1C1D22"/>
                </a:solidFill>
                <a:latin typeface="Montserrat"/>
              </a:rPr>
              <a:t>ИТ Школа ведёт десятки вузов-партнёров. Статус взаимодействия и договорённости разбросаны по таблицам и чатам, из-за чего теряются сроки и история.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035040" y="1225296"/>
            <a:ext cx="5486400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2000"/>
              </a:lnSpc>
              <a:spcAft>
                <a:spcPts val="600"/>
              </a:spcAft>
            </a:pPr>
            <a:r>
              <a:rPr sz="1300" b="1">
                <a:solidFill>
                  <a:srgbClr val="520978"/>
                </a:solidFill>
                <a:latin typeface="Montserrat"/>
              </a:rPr>
              <a:t>Продвижение и развитие</a:t>
            </a:r>
          </a:p>
          <a:p>
            <a:pPr algn="l">
              <a:lnSpc>
                <a:spcPct val="112000"/>
              </a:lnSpc>
              <a:spcAft>
                <a:spcPts val="400"/>
              </a:spcAft>
            </a:pPr>
            <a:r>
              <a:rPr sz="1150" b="0">
                <a:solidFill>
                  <a:srgbClr val="1C1D22"/>
                </a:solidFill>
                <a:latin typeface="Montserrat"/>
              </a:rPr>
              <a:t>Продукт внедряется внутри Ростелекома как готовый контур, а затем тиражируется на подразделения с похожим процессом: продажи, партнёрства, работа с филиалами.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object 2"/>
          <p:cNvGrpSpPr/>
          <p:nvPr/>
        </p:nvGrpSpPr>
        <p:grpSpPr>
          <a:xfrm>
            <a:off x="0" y="0"/>
            <a:ext cx="11874500" cy="6858000"/>
            <a:chOff x="0" y="0"/>
            <a:chExt cx="11874500" cy="6858000"/>
          </a:xfrm>
        </p:grpSpPr>
        <p:pic>
          <p:nvPicPr>
            <p:cNvPr id="3" name="object 3"/>
            <p:cNvPicPr/>
            <p:nvPr/>
          </p:nvPicPr>
          <p:blipFill>
            <a:blip r:embed="rId2" cstate="print"/>
            <a:stretch>
              <a:fillRect/>
            </a:stretch>
          </p:blipFill>
          <p:spPr>
            <a:xfrm>
              <a:off x="0" y="0"/>
              <a:ext cx="11874500" cy="6857999"/>
            </a:xfrm>
            <a:prstGeom prst="rect">
              <a:avLst/>
            </a:prstGeom>
          </p:spPr>
        </p:pic>
        <p:sp>
          <p:nvSpPr>
            <p:cNvPr id="4" name="object 4"/>
            <p:cNvSpPr/>
            <p:nvPr/>
          </p:nvSpPr>
          <p:spPr>
            <a:xfrm>
              <a:off x="347472" y="323088"/>
              <a:ext cx="3108960" cy="622300"/>
            </a:xfrm>
            <a:custGeom>
              <a:avLst/>
              <a:gdLst/>
              <a:ahLst/>
              <a:cxnLst/>
              <a:rect l="l" t="t" r="r" b="b"/>
              <a:pathLst>
                <a:path w="3108960" h="622300">
                  <a:moveTo>
                    <a:pt x="2992628" y="0"/>
                  </a:moveTo>
                  <a:lnTo>
                    <a:pt x="116319" y="0"/>
                  </a:lnTo>
                  <a:lnTo>
                    <a:pt x="71039" y="9140"/>
                  </a:lnTo>
                  <a:lnTo>
                    <a:pt x="34066" y="34067"/>
                  </a:lnTo>
                  <a:lnTo>
                    <a:pt x="9139" y="71044"/>
                  </a:lnTo>
                  <a:lnTo>
                    <a:pt x="0" y="116331"/>
                  </a:lnTo>
                  <a:lnTo>
                    <a:pt x="0" y="505459"/>
                  </a:lnTo>
                  <a:lnTo>
                    <a:pt x="9139" y="550747"/>
                  </a:lnTo>
                  <a:lnTo>
                    <a:pt x="34066" y="587724"/>
                  </a:lnTo>
                  <a:lnTo>
                    <a:pt x="71039" y="612651"/>
                  </a:lnTo>
                  <a:lnTo>
                    <a:pt x="116319" y="621791"/>
                  </a:lnTo>
                  <a:lnTo>
                    <a:pt x="2992628" y="621791"/>
                  </a:lnTo>
                  <a:lnTo>
                    <a:pt x="3037915" y="612651"/>
                  </a:lnTo>
                  <a:lnTo>
                    <a:pt x="3074892" y="587724"/>
                  </a:lnTo>
                  <a:lnTo>
                    <a:pt x="3099819" y="550747"/>
                  </a:lnTo>
                  <a:lnTo>
                    <a:pt x="3108960" y="505459"/>
                  </a:lnTo>
                  <a:lnTo>
                    <a:pt x="3108960" y="116331"/>
                  </a:lnTo>
                  <a:lnTo>
                    <a:pt x="3099819" y="71044"/>
                  </a:lnTo>
                  <a:lnTo>
                    <a:pt x="3074892" y="34067"/>
                  </a:lnTo>
                  <a:lnTo>
                    <a:pt x="3037915" y="9140"/>
                  </a:lnTo>
                  <a:lnTo>
                    <a:pt x="2992628" y="0"/>
                  </a:lnTo>
                  <a:close/>
                </a:path>
              </a:pathLst>
            </a:custGeom>
            <a:solidFill>
              <a:srgbClr val="520977"/>
            </a:solidFill>
          </p:spPr>
          <p:txBody>
            <a:bodyPr wrap="square" lIns="0" tIns="0" rIns="0" bIns="0" rtlCol="0"/>
            <a:lstStyle/>
            <a:p/>
          </p:txBody>
        </p:sp>
        <p:sp>
          <p:nvSpPr>
            <p:cNvPr id="5" name="object 5"/>
            <p:cNvSpPr/>
            <p:nvPr/>
          </p:nvSpPr>
          <p:spPr>
            <a:xfrm>
              <a:off x="5954267" y="1367027"/>
              <a:ext cx="5904230" cy="792480"/>
            </a:xfrm>
            <a:custGeom>
              <a:avLst/>
              <a:gdLst/>
              <a:ahLst/>
              <a:cxnLst/>
              <a:rect l="l" t="t" r="r" b="b"/>
              <a:pathLst>
                <a:path w="5904230" h="792480">
                  <a:moveTo>
                    <a:pt x="5774436" y="0"/>
                  </a:moveTo>
                  <a:lnTo>
                    <a:pt x="129540" y="0"/>
                  </a:lnTo>
                  <a:lnTo>
                    <a:pt x="79081" y="10167"/>
                  </a:lnTo>
                  <a:lnTo>
                    <a:pt x="37909" y="37909"/>
                  </a:lnTo>
                  <a:lnTo>
                    <a:pt x="10167" y="79081"/>
                  </a:lnTo>
                  <a:lnTo>
                    <a:pt x="0" y="129539"/>
                  </a:lnTo>
                  <a:lnTo>
                    <a:pt x="0" y="662939"/>
                  </a:lnTo>
                  <a:lnTo>
                    <a:pt x="10167" y="713398"/>
                  </a:lnTo>
                  <a:lnTo>
                    <a:pt x="37909" y="754570"/>
                  </a:lnTo>
                  <a:lnTo>
                    <a:pt x="79081" y="782312"/>
                  </a:lnTo>
                  <a:lnTo>
                    <a:pt x="129540" y="792480"/>
                  </a:lnTo>
                  <a:lnTo>
                    <a:pt x="5774436" y="792480"/>
                  </a:lnTo>
                  <a:lnTo>
                    <a:pt x="5824894" y="782312"/>
                  </a:lnTo>
                  <a:lnTo>
                    <a:pt x="5866066" y="754570"/>
                  </a:lnTo>
                  <a:lnTo>
                    <a:pt x="5893808" y="713398"/>
                  </a:lnTo>
                  <a:lnTo>
                    <a:pt x="5903976" y="662939"/>
                  </a:lnTo>
                  <a:lnTo>
                    <a:pt x="5903976" y="129539"/>
                  </a:lnTo>
                  <a:lnTo>
                    <a:pt x="5893808" y="79081"/>
                  </a:lnTo>
                  <a:lnTo>
                    <a:pt x="5866066" y="37909"/>
                  </a:lnTo>
                  <a:lnTo>
                    <a:pt x="5824894" y="10167"/>
                  </a:lnTo>
                  <a:lnTo>
                    <a:pt x="5774436" y="0"/>
                  </a:lnTo>
                  <a:close/>
                </a:path>
              </a:pathLst>
            </a:custGeom>
            <a:solidFill>
              <a:srgbClr val="FFFFFF"/>
            </a:solidFill>
          </p:spPr>
          <p:txBody>
            <a:bodyPr wrap="square" lIns="0" tIns="0" rIns="0" bIns="0" rtlCol="0"/>
            <a:lstStyle/>
            <a:p/>
          </p:txBody>
        </p:sp>
        <p:sp>
          <p:nvSpPr>
            <p:cNvPr id="6" name="object 6"/>
            <p:cNvSpPr/>
            <p:nvPr/>
          </p:nvSpPr>
          <p:spPr>
            <a:xfrm>
              <a:off x="5954267" y="1367027"/>
              <a:ext cx="5904230" cy="792480"/>
            </a:xfrm>
            <a:custGeom>
              <a:avLst/>
              <a:gdLst/>
              <a:ahLst/>
              <a:cxnLst/>
              <a:rect l="l" t="t" r="r" b="b"/>
              <a:pathLst>
                <a:path w="5904230" h="792480">
                  <a:moveTo>
                    <a:pt x="0" y="129539"/>
                  </a:moveTo>
                  <a:lnTo>
                    <a:pt x="10167" y="79081"/>
                  </a:lnTo>
                  <a:lnTo>
                    <a:pt x="37909" y="37909"/>
                  </a:lnTo>
                  <a:lnTo>
                    <a:pt x="79081" y="10167"/>
                  </a:lnTo>
                  <a:lnTo>
                    <a:pt x="129540" y="0"/>
                  </a:lnTo>
                  <a:lnTo>
                    <a:pt x="5774436" y="0"/>
                  </a:lnTo>
                  <a:lnTo>
                    <a:pt x="5824894" y="10167"/>
                  </a:lnTo>
                  <a:lnTo>
                    <a:pt x="5866066" y="37909"/>
                  </a:lnTo>
                  <a:lnTo>
                    <a:pt x="5893808" y="79081"/>
                  </a:lnTo>
                  <a:lnTo>
                    <a:pt x="5903976" y="129539"/>
                  </a:lnTo>
                  <a:lnTo>
                    <a:pt x="5903976" y="662939"/>
                  </a:lnTo>
                  <a:lnTo>
                    <a:pt x="5893808" y="713398"/>
                  </a:lnTo>
                  <a:lnTo>
                    <a:pt x="5866066" y="754570"/>
                  </a:lnTo>
                  <a:lnTo>
                    <a:pt x="5824894" y="782312"/>
                  </a:lnTo>
                  <a:lnTo>
                    <a:pt x="5774436" y="792480"/>
                  </a:lnTo>
                  <a:lnTo>
                    <a:pt x="129540" y="792480"/>
                  </a:lnTo>
                  <a:lnTo>
                    <a:pt x="79081" y="782312"/>
                  </a:lnTo>
                  <a:lnTo>
                    <a:pt x="37909" y="754570"/>
                  </a:lnTo>
                  <a:lnTo>
                    <a:pt x="10167" y="713398"/>
                  </a:lnTo>
                  <a:lnTo>
                    <a:pt x="0" y="662939"/>
                  </a:lnTo>
                  <a:lnTo>
                    <a:pt x="0" y="129539"/>
                  </a:lnTo>
                  <a:close/>
                </a:path>
              </a:pathLst>
            </a:custGeom>
            <a:ln w="9144">
              <a:solidFill>
                <a:srgbClr val="520977"/>
              </a:solidFill>
            </a:ln>
          </p:spPr>
          <p:txBody>
            <a:bodyPr wrap="square" lIns="0" tIns="0" rIns="0" bIns="0" rtlCol="0"/>
            <a:lstStyle/>
            <a:p/>
          </p:txBody>
        </p:sp>
        <p:sp>
          <p:nvSpPr>
            <p:cNvPr id="7" name="object 7"/>
            <p:cNvSpPr/>
            <p:nvPr/>
          </p:nvSpPr>
          <p:spPr>
            <a:xfrm>
              <a:off x="5954267" y="2378964"/>
              <a:ext cx="5904230" cy="792480"/>
            </a:xfrm>
            <a:custGeom>
              <a:avLst/>
              <a:gdLst/>
              <a:ahLst/>
              <a:cxnLst/>
              <a:rect l="l" t="t" r="r" b="b"/>
              <a:pathLst>
                <a:path w="5904230" h="792480">
                  <a:moveTo>
                    <a:pt x="5774436" y="0"/>
                  </a:moveTo>
                  <a:lnTo>
                    <a:pt x="129540" y="0"/>
                  </a:lnTo>
                  <a:lnTo>
                    <a:pt x="79081" y="10167"/>
                  </a:lnTo>
                  <a:lnTo>
                    <a:pt x="37909" y="37909"/>
                  </a:lnTo>
                  <a:lnTo>
                    <a:pt x="10167" y="79081"/>
                  </a:lnTo>
                  <a:lnTo>
                    <a:pt x="0" y="129539"/>
                  </a:lnTo>
                  <a:lnTo>
                    <a:pt x="0" y="662939"/>
                  </a:lnTo>
                  <a:lnTo>
                    <a:pt x="10167" y="713398"/>
                  </a:lnTo>
                  <a:lnTo>
                    <a:pt x="37909" y="754570"/>
                  </a:lnTo>
                  <a:lnTo>
                    <a:pt x="79081" y="782312"/>
                  </a:lnTo>
                  <a:lnTo>
                    <a:pt x="129540" y="792480"/>
                  </a:lnTo>
                  <a:lnTo>
                    <a:pt x="5774436" y="792480"/>
                  </a:lnTo>
                  <a:lnTo>
                    <a:pt x="5824894" y="782312"/>
                  </a:lnTo>
                  <a:lnTo>
                    <a:pt x="5866066" y="754570"/>
                  </a:lnTo>
                  <a:lnTo>
                    <a:pt x="5893808" y="713398"/>
                  </a:lnTo>
                  <a:lnTo>
                    <a:pt x="5903976" y="662939"/>
                  </a:lnTo>
                  <a:lnTo>
                    <a:pt x="5903976" y="129539"/>
                  </a:lnTo>
                  <a:lnTo>
                    <a:pt x="5893808" y="79081"/>
                  </a:lnTo>
                  <a:lnTo>
                    <a:pt x="5866066" y="37909"/>
                  </a:lnTo>
                  <a:lnTo>
                    <a:pt x="5824894" y="10167"/>
                  </a:lnTo>
                  <a:lnTo>
                    <a:pt x="5774436" y="0"/>
                  </a:lnTo>
                  <a:close/>
                </a:path>
              </a:pathLst>
            </a:custGeom>
            <a:solidFill>
              <a:srgbClr val="FFFFFF"/>
            </a:solidFill>
          </p:spPr>
          <p:txBody>
            <a:bodyPr wrap="square" lIns="0" tIns="0" rIns="0" bIns="0" rtlCol="0"/>
            <a:lstStyle/>
            <a:p/>
          </p:txBody>
        </p:sp>
        <p:sp>
          <p:nvSpPr>
            <p:cNvPr id="8" name="object 8"/>
            <p:cNvSpPr/>
            <p:nvPr/>
          </p:nvSpPr>
          <p:spPr>
            <a:xfrm>
              <a:off x="5954267" y="2378964"/>
              <a:ext cx="5904230" cy="792480"/>
            </a:xfrm>
            <a:custGeom>
              <a:avLst/>
              <a:gdLst/>
              <a:ahLst/>
              <a:cxnLst/>
              <a:rect l="l" t="t" r="r" b="b"/>
              <a:pathLst>
                <a:path w="5904230" h="792480">
                  <a:moveTo>
                    <a:pt x="0" y="129539"/>
                  </a:moveTo>
                  <a:lnTo>
                    <a:pt x="10167" y="79081"/>
                  </a:lnTo>
                  <a:lnTo>
                    <a:pt x="37909" y="37909"/>
                  </a:lnTo>
                  <a:lnTo>
                    <a:pt x="79081" y="10167"/>
                  </a:lnTo>
                  <a:lnTo>
                    <a:pt x="129540" y="0"/>
                  </a:lnTo>
                  <a:lnTo>
                    <a:pt x="5774436" y="0"/>
                  </a:lnTo>
                  <a:lnTo>
                    <a:pt x="5824894" y="10167"/>
                  </a:lnTo>
                  <a:lnTo>
                    <a:pt x="5866066" y="37909"/>
                  </a:lnTo>
                  <a:lnTo>
                    <a:pt x="5893808" y="79081"/>
                  </a:lnTo>
                  <a:lnTo>
                    <a:pt x="5903976" y="129539"/>
                  </a:lnTo>
                  <a:lnTo>
                    <a:pt x="5903976" y="662939"/>
                  </a:lnTo>
                  <a:lnTo>
                    <a:pt x="5893808" y="713398"/>
                  </a:lnTo>
                  <a:lnTo>
                    <a:pt x="5866066" y="754570"/>
                  </a:lnTo>
                  <a:lnTo>
                    <a:pt x="5824894" y="782312"/>
                  </a:lnTo>
                  <a:lnTo>
                    <a:pt x="5774436" y="792480"/>
                  </a:lnTo>
                  <a:lnTo>
                    <a:pt x="129540" y="792480"/>
                  </a:lnTo>
                  <a:lnTo>
                    <a:pt x="79081" y="782312"/>
                  </a:lnTo>
                  <a:lnTo>
                    <a:pt x="37909" y="754570"/>
                  </a:lnTo>
                  <a:lnTo>
                    <a:pt x="10167" y="713398"/>
                  </a:lnTo>
                  <a:lnTo>
                    <a:pt x="0" y="662939"/>
                  </a:lnTo>
                  <a:lnTo>
                    <a:pt x="0" y="129539"/>
                  </a:lnTo>
                  <a:close/>
                </a:path>
              </a:pathLst>
            </a:custGeom>
            <a:ln w="9144">
              <a:solidFill>
                <a:srgbClr val="520977"/>
              </a:solidFill>
            </a:ln>
          </p:spPr>
          <p:txBody>
            <a:bodyPr wrap="square" lIns="0" tIns="0" rIns="0" bIns="0" rtlCol="0"/>
            <a:lstStyle/>
            <a:p/>
          </p:txBody>
        </p:sp>
        <p:sp>
          <p:nvSpPr>
            <p:cNvPr id="9" name="object 9"/>
            <p:cNvSpPr/>
            <p:nvPr/>
          </p:nvSpPr>
          <p:spPr>
            <a:xfrm>
              <a:off x="5954267" y="3387852"/>
              <a:ext cx="5904230" cy="792480"/>
            </a:xfrm>
            <a:custGeom>
              <a:avLst/>
              <a:gdLst/>
              <a:ahLst/>
              <a:cxnLst/>
              <a:rect l="l" t="t" r="r" b="b"/>
              <a:pathLst>
                <a:path w="5904230" h="792479">
                  <a:moveTo>
                    <a:pt x="5774436" y="0"/>
                  </a:moveTo>
                  <a:lnTo>
                    <a:pt x="129540" y="0"/>
                  </a:lnTo>
                  <a:lnTo>
                    <a:pt x="79081" y="10167"/>
                  </a:lnTo>
                  <a:lnTo>
                    <a:pt x="37909" y="37909"/>
                  </a:lnTo>
                  <a:lnTo>
                    <a:pt x="10167" y="79081"/>
                  </a:lnTo>
                  <a:lnTo>
                    <a:pt x="0" y="129539"/>
                  </a:lnTo>
                  <a:lnTo>
                    <a:pt x="0" y="662940"/>
                  </a:lnTo>
                  <a:lnTo>
                    <a:pt x="10167" y="713398"/>
                  </a:lnTo>
                  <a:lnTo>
                    <a:pt x="37909" y="754570"/>
                  </a:lnTo>
                  <a:lnTo>
                    <a:pt x="79081" y="782312"/>
                  </a:lnTo>
                  <a:lnTo>
                    <a:pt x="129540" y="792480"/>
                  </a:lnTo>
                  <a:lnTo>
                    <a:pt x="5774436" y="792480"/>
                  </a:lnTo>
                  <a:lnTo>
                    <a:pt x="5824894" y="782312"/>
                  </a:lnTo>
                  <a:lnTo>
                    <a:pt x="5866066" y="754570"/>
                  </a:lnTo>
                  <a:lnTo>
                    <a:pt x="5893808" y="713398"/>
                  </a:lnTo>
                  <a:lnTo>
                    <a:pt x="5903976" y="662940"/>
                  </a:lnTo>
                  <a:lnTo>
                    <a:pt x="5903976" y="129539"/>
                  </a:lnTo>
                  <a:lnTo>
                    <a:pt x="5893808" y="79081"/>
                  </a:lnTo>
                  <a:lnTo>
                    <a:pt x="5866066" y="37909"/>
                  </a:lnTo>
                  <a:lnTo>
                    <a:pt x="5824894" y="10167"/>
                  </a:lnTo>
                  <a:lnTo>
                    <a:pt x="5774436" y="0"/>
                  </a:lnTo>
                  <a:close/>
                </a:path>
              </a:pathLst>
            </a:custGeom>
            <a:solidFill>
              <a:srgbClr val="FFFFFF"/>
            </a:solidFill>
          </p:spPr>
          <p:txBody>
            <a:bodyPr wrap="square" lIns="0" tIns="0" rIns="0" bIns="0" rtlCol="0"/>
            <a:lstStyle/>
            <a:p/>
          </p:txBody>
        </p:sp>
        <p:sp>
          <p:nvSpPr>
            <p:cNvPr id="10" name="object 10"/>
            <p:cNvSpPr/>
            <p:nvPr/>
          </p:nvSpPr>
          <p:spPr>
            <a:xfrm>
              <a:off x="5954267" y="3387852"/>
              <a:ext cx="5904230" cy="792480"/>
            </a:xfrm>
            <a:custGeom>
              <a:avLst/>
              <a:gdLst/>
              <a:ahLst/>
              <a:cxnLst/>
              <a:rect l="l" t="t" r="r" b="b"/>
              <a:pathLst>
                <a:path w="5904230" h="792479">
                  <a:moveTo>
                    <a:pt x="0" y="129539"/>
                  </a:moveTo>
                  <a:lnTo>
                    <a:pt x="10167" y="79081"/>
                  </a:lnTo>
                  <a:lnTo>
                    <a:pt x="37909" y="37909"/>
                  </a:lnTo>
                  <a:lnTo>
                    <a:pt x="79081" y="10167"/>
                  </a:lnTo>
                  <a:lnTo>
                    <a:pt x="129540" y="0"/>
                  </a:lnTo>
                  <a:lnTo>
                    <a:pt x="5774436" y="0"/>
                  </a:lnTo>
                  <a:lnTo>
                    <a:pt x="5824894" y="10167"/>
                  </a:lnTo>
                  <a:lnTo>
                    <a:pt x="5866066" y="37909"/>
                  </a:lnTo>
                  <a:lnTo>
                    <a:pt x="5893808" y="79081"/>
                  </a:lnTo>
                  <a:lnTo>
                    <a:pt x="5903976" y="129539"/>
                  </a:lnTo>
                  <a:lnTo>
                    <a:pt x="5903976" y="662940"/>
                  </a:lnTo>
                  <a:lnTo>
                    <a:pt x="5893808" y="713398"/>
                  </a:lnTo>
                  <a:lnTo>
                    <a:pt x="5866066" y="754570"/>
                  </a:lnTo>
                  <a:lnTo>
                    <a:pt x="5824894" y="782312"/>
                  </a:lnTo>
                  <a:lnTo>
                    <a:pt x="5774436" y="792480"/>
                  </a:lnTo>
                  <a:lnTo>
                    <a:pt x="129540" y="792480"/>
                  </a:lnTo>
                  <a:lnTo>
                    <a:pt x="79081" y="782312"/>
                  </a:lnTo>
                  <a:lnTo>
                    <a:pt x="37909" y="754570"/>
                  </a:lnTo>
                  <a:lnTo>
                    <a:pt x="10167" y="713398"/>
                  </a:lnTo>
                  <a:lnTo>
                    <a:pt x="0" y="662940"/>
                  </a:lnTo>
                  <a:lnTo>
                    <a:pt x="0" y="129539"/>
                  </a:lnTo>
                  <a:close/>
                </a:path>
              </a:pathLst>
            </a:custGeom>
            <a:ln w="9144">
              <a:solidFill>
                <a:srgbClr val="520977"/>
              </a:solidFill>
            </a:ln>
          </p:spPr>
          <p:txBody>
            <a:bodyPr wrap="square" lIns="0" tIns="0" rIns="0" bIns="0" rtlCol="0"/>
            <a:lstStyle/>
            <a:p/>
          </p:txBody>
        </p:sp>
        <p:sp>
          <p:nvSpPr>
            <p:cNvPr id="11" name="object 11"/>
            <p:cNvSpPr/>
            <p:nvPr/>
          </p:nvSpPr>
          <p:spPr>
            <a:xfrm>
              <a:off x="5954267" y="4399788"/>
              <a:ext cx="5904230" cy="792480"/>
            </a:xfrm>
            <a:custGeom>
              <a:avLst/>
              <a:gdLst/>
              <a:ahLst/>
              <a:cxnLst/>
              <a:rect l="l" t="t" r="r" b="b"/>
              <a:pathLst>
                <a:path w="5904230" h="792479">
                  <a:moveTo>
                    <a:pt x="5774436" y="0"/>
                  </a:moveTo>
                  <a:lnTo>
                    <a:pt x="129540" y="0"/>
                  </a:lnTo>
                  <a:lnTo>
                    <a:pt x="79081" y="10167"/>
                  </a:lnTo>
                  <a:lnTo>
                    <a:pt x="37909" y="37909"/>
                  </a:lnTo>
                  <a:lnTo>
                    <a:pt x="10167" y="79081"/>
                  </a:lnTo>
                  <a:lnTo>
                    <a:pt x="0" y="129539"/>
                  </a:lnTo>
                  <a:lnTo>
                    <a:pt x="0" y="662939"/>
                  </a:lnTo>
                  <a:lnTo>
                    <a:pt x="10167" y="713398"/>
                  </a:lnTo>
                  <a:lnTo>
                    <a:pt x="37909" y="754570"/>
                  </a:lnTo>
                  <a:lnTo>
                    <a:pt x="79081" y="782312"/>
                  </a:lnTo>
                  <a:lnTo>
                    <a:pt x="129540" y="792480"/>
                  </a:lnTo>
                  <a:lnTo>
                    <a:pt x="5774436" y="792480"/>
                  </a:lnTo>
                  <a:lnTo>
                    <a:pt x="5824894" y="782312"/>
                  </a:lnTo>
                  <a:lnTo>
                    <a:pt x="5866066" y="754570"/>
                  </a:lnTo>
                  <a:lnTo>
                    <a:pt x="5893808" y="713398"/>
                  </a:lnTo>
                  <a:lnTo>
                    <a:pt x="5903976" y="662939"/>
                  </a:lnTo>
                  <a:lnTo>
                    <a:pt x="5903976" y="129539"/>
                  </a:lnTo>
                  <a:lnTo>
                    <a:pt x="5893808" y="79081"/>
                  </a:lnTo>
                  <a:lnTo>
                    <a:pt x="5866066" y="37909"/>
                  </a:lnTo>
                  <a:lnTo>
                    <a:pt x="5824894" y="10167"/>
                  </a:lnTo>
                  <a:lnTo>
                    <a:pt x="5774436" y="0"/>
                  </a:lnTo>
                  <a:close/>
                </a:path>
              </a:pathLst>
            </a:custGeom>
            <a:solidFill>
              <a:srgbClr val="FFFFFF"/>
            </a:solidFill>
          </p:spPr>
          <p:txBody>
            <a:bodyPr wrap="square" lIns="0" tIns="0" rIns="0" bIns="0" rtlCol="0"/>
            <a:lstStyle/>
            <a:p/>
          </p:txBody>
        </p:sp>
        <p:sp>
          <p:nvSpPr>
            <p:cNvPr id="12" name="object 12"/>
            <p:cNvSpPr/>
            <p:nvPr/>
          </p:nvSpPr>
          <p:spPr>
            <a:xfrm>
              <a:off x="5954267" y="4399788"/>
              <a:ext cx="5904230" cy="792480"/>
            </a:xfrm>
            <a:custGeom>
              <a:avLst/>
              <a:gdLst/>
              <a:ahLst/>
              <a:cxnLst/>
              <a:rect l="l" t="t" r="r" b="b"/>
              <a:pathLst>
                <a:path w="5904230" h="792479">
                  <a:moveTo>
                    <a:pt x="0" y="129539"/>
                  </a:moveTo>
                  <a:lnTo>
                    <a:pt x="10167" y="79081"/>
                  </a:lnTo>
                  <a:lnTo>
                    <a:pt x="37909" y="37909"/>
                  </a:lnTo>
                  <a:lnTo>
                    <a:pt x="79081" y="10167"/>
                  </a:lnTo>
                  <a:lnTo>
                    <a:pt x="129540" y="0"/>
                  </a:lnTo>
                  <a:lnTo>
                    <a:pt x="5774436" y="0"/>
                  </a:lnTo>
                  <a:lnTo>
                    <a:pt x="5824894" y="10167"/>
                  </a:lnTo>
                  <a:lnTo>
                    <a:pt x="5866066" y="37909"/>
                  </a:lnTo>
                  <a:lnTo>
                    <a:pt x="5893808" y="79081"/>
                  </a:lnTo>
                  <a:lnTo>
                    <a:pt x="5903976" y="129539"/>
                  </a:lnTo>
                  <a:lnTo>
                    <a:pt x="5903976" y="662939"/>
                  </a:lnTo>
                  <a:lnTo>
                    <a:pt x="5893808" y="713398"/>
                  </a:lnTo>
                  <a:lnTo>
                    <a:pt x="5866066" y="754570"/>
                  </a:lnTo>
                  <a:lnTo>
                    <a:pt x="5824894" y="782312"/>
                  </a:lnTo>
                  <a:lnTo>
                    <a:pt x="5774436" y="792480"/>
                  </a:lnTo>
                  <a:lnTo>
                    <a:pt x="129540" y="792480"/>
                  </a:lnTo>
                  <a:lnTo>
                    <a:pt x="79081" y="782312"/>
                  </a:lnTo>
                  <a:lnTo>
                    <a:pt x="37909" y="754570"/>
                  </a:lnTo>
                  <a:lnTo>
                    <a:pt x="10167" y="713398"/>
                  </a:lnTo>
                  <a:lnTo>
                    <a:pt x="0" y="662939"/>
                  </a:lnTo>
                  <a:lnTo>
                    <a:pt x="0" y="129539"/>
                  </a:lnTo>
                  <a:close/>
                </a:path>
              </a:pathLst>
            </a:custGeom>
            <a:ln w="9144">
              <a:solidFill>
                <a:srgbClr val="520977"/>
              </a:solidFill>
            </a:ln>
          </p:spPr>
          <p:txBody>
            <a:bodyPr wrap="square" lIns="0" tIns="0" rIns="0" bIns="0" rtlCol="0"/>
            <a:lstStyle/>
            <a:p/>
          </p:txBody>
        </p:sp>
        <p:sp>
          <p:nvSpPr>
            <p:cNvPr id="13" name="object 13"/>
            <p:cNvSpPr/>
            <p:nvPr/>
          </p:nvSpPr>
          <p:spPr>
            <a:xfrm>
              <a:off x="5954267" y="5411723"/>
              <a:ext cx="5904230" cy="789940"/>
            </a:xfrm>
            <a:custGeom>
              <a:avLst/>
              <a:gdLst/>
              <a:ahLst/>
              <a:cxnLst/>
              <a:rect l="l" t="t" r="r" b="b"/>
              <a:pathLst>
                <a:path w="5904230" h="789939">
                  <a:moveTo>
                    <a:pt x="5774944" y="0"/>
                  </a:moveTo>
                  <a:lnTo>
                    <a:pt x="129032" y="0"/>
                  </a:lnTo>
                  <a:lnTo>
                    <a:pt x="78813" y="10142"/>
                  </a:lnTo>
                  <a:lnTo>
                    <a:pt x="37798" y="37798"/>
                  </a:lnTo>
                  <a:lnTo>
                    <a:pt x="10142" y="78813"/>
                  </a:lnTo>
                  <a:lnTo>
                    <a:pt x="0" y="129031"/>
                  </a:lnTo>
                  <a:lnTo>
                    <a:pt x="0" y="660450"/>
                  </a:lnTo>
                  <a:lnTo>
                    <a:pt x="10142" y="710656"/>
                  </a:lnTo>
                  <a:lnTo>
                    <a:pt x="37798" y="751654"/>
                  </a:lnTo>
                  <a:lnTo>
                    <a:pt x="78813" y="779296"/>
                  </a:lnTo>
                  <a:lnTo>
                    <a:pt x="129032" y="789432"/>
                  </a:lnTo>
                  <a:lnTo>
                    <a:pt x="5774944" y="789432"/>
                  </a:lnTo>
                  <a:lnTo>
                    <a:pt x="5825162" y="779296"/>
                  </a:lnTo>
                  <a:lnTo>
                    <a:pt x="5866177" y="751654"/>
                  </a:lnTo>
                  <a:lnTo>
                    <a:pt x="5893833" y="710656"/>
                  </a:lnTo>
                  <a:lnTo>
                    <a:pt x="5903976" y="660450"/>
                  </a:lnTo>
                  <a:lnTo>
                    <a:pt x="5903976" y="129031"/>
                  </a:lnTo>
                  <a:lnTo>
                    <a:pt x="5893833" y="78813"/>
                  </a:lnTo>
                  <a:lnTo>
                    <a:pt x="5866177" y="37798"/>
                  </a:lnTo>
                  <a:lnTo>
                    <a:pt x="5825162" y="10142"/>
                  </a:lnTo>
                  <a:lnTo>
                    <a:pt x="5774944" y="0"/>
                  </a:lnTo>
                  <a:close/>
                </a:path>
              </a:pathLst>
            </a:custGeom>
            <a:solidFill>
              <a:srgbClr val="FFFFFF"/>
            </a:solidFill>
          </p:spPr>
          <p:txBody>
            <a:bodyPr wrap="square" lIns="0" tIns="0" rIns="0" bIns="0" rtlCol="0"/>
            <a:lstStyle/>
            <a:p/>
          </p:txBody>
        </p:sp>
        <p:sp>
          <p:nvSpPr>
            <p:cNvPr id="14" name="object 14"/>
            <p:cNvSpPr/>
            <p:nvPr/>
          </p:nvSpPr>
          <p:spPr>
            <a:xfrm>
              <a:off x="5954267" y="5411723"/>
              <a:ext cx="5904230" cy="789940"/>
            </a:xfrm>
            <a:custGeom>
              <a:avLst/>
              <a:gdLst/>
              <a:ahLst/>
              <a:cxnLst/>
              <a:rect l="l" t="t" r="r" b="b"/>
              <a:pathLst>
                <a:path w="5904230" h="789939">
                  <a:moveTo>
                    <a:pt x="0" y="129031"/>
                  </a:moveTo>
                  <a:lnTo>
                    <a:pt x="10142" y="78813"/>
                  </a:lnTo>
                  <a:lnTo>
                    <a:pt x="37798" y="37798"/>
                  </a:lnTo>
                  <a:lnTo>
                    <a:pt x="78813" y="10142"/>
                  </a:lnTo>
                  <a:lnTo>
                    <a:pt x="129032" y="0"/>
                  </a:lnTo>
                  <a:lnTo>
                    <a:pt x="5774944" y="0"/>
                  </a:lnTo>
                  <a:lnTo>
                    <a:pt x="5825162" y="10142"/>
                  </a:lnTo>
                  <a:lnTo>
                    <a:pt x="5866177" y="37798"/>
                  </a:lnTo>
                  <a:lnTo>
                    <a:pt x="5893833" y="78813"/>
                  </a:lnTo>
                  <a:lnTo>
                    <a:pt x="5903976" y="129031"/>
                  </a:lnTo>
                  <a:lnTo>
                    <a:pt x="5903976" y="660450"/>
                  </a:lnTo>
                  <a:lnTo>
                    <a:pt x="5893833" y="710656"/>
                  </a:lnTo>
                  <a:lnTo>
                    <a:pt x="5866177" y="751654"/>
                  </a:lnTo>
                  <a:lnTo>
                    <a:pt x="5825162" y="779296"/>
                  </a:lnTo>
                  <a:lnTo>
                    <a:pt x="5774944" y="789432"/>
                  </a:lnTo>
                  <a:lnTo>
                    <a:pt x="129032" y="789432"/>
                  </a:lnTo>
                  <a:lnTo>
                    <a:pt x="78813" y="779296"/>
                  </a:lnTo>
                  <a:lnTo>
                    <a:pt x="37798" y="751654"/>
                  </a:lnTo>
                  <a:lnTo>
                    <a:pt x="10142" y="710656"/>
                  </a:lnTo>
                  <a:lnTo>
                    <a:pt x="0" y="660450"/>
                  </a:lnTo>
                  <a:lnTo>
                    <a:pt x="0" y="129031"/>
                  </a:lnTo>
                  <a:close/>
                </a:path>
              </a:pathLst>
            </a:custGeom>
            <a:ln w="9144">
              <a:solidFill>
                <a:srgbClr val="520977"/>
              </a:solidFill>
            </a:ln>
          </p:spPr>
          <p:txBody>
            <a:bodyPr wrap="square" lIns="0" tIns="0" rIns="0" bIns="0" rtlCol="0"/>
            <a:lstStyle/>
            <a:p/>
          </p:txBody>
        </p:sp>
        <p:sp>
          <p:nvSpPr>
            <p:cNvPr id="15" name="object 15"/>
            <p:cNvSpPr/>
            <p:nvPr/>
          </p:nvSpPr>
          <p:spPr>
            <a:xfrm>
              <a:off x="348995" y="1367027"/>
              <a:ext cx="5389245" cy="4834255"/>
            </a:xfrm>
            <a:custGeom>
              <a:avLst/>
              <a:gdLst/>
              <a:ahLst/>
              <a:cxnLst/>
              <a:rect l="l" t="t" r="r" b="b"/>
              <a:pathLst>
                <a:path w="5389245" h="4834255">
                  <a:moveTo>
                    <a:pt x="5247767" y="0"/>
                  </a:moveTo>
                  <a:lnTo>
                    <a:pt x="141109" y="0"/>
                  </a:lnTo>
                  <a:lnTo>
                    <a:pt x="96510" y="7188"/>
                  </a:lnTo>
                  <a:lnTo>
                    <a:pt x="57774" y="27208"/>
                  </a:lnTo>
                  <a:lnTo>
                    <a:pt x="27227" y="57744"/>
                  </a:lnTo>
                  <a:lnTo>
                    <a:pt x="7194" y="96479"/>
                  </a:lnTo>
                  <a:lnTo>
                    <a:pt x="0" y="141097"/>
                  </a:lnTo>
                  <a:lnTo>
                    <a:pt x="0" y="4693018"/>
                  </a:lnTo>
                  <a:lnTo>
                    <a:pt x="7194" y="4737617"/>
                  </a:lnTo>
                  <a:lnTo>
                    <a:pt x="27227" y="4776353"/>
                  </a:lnTo>
                  <a:lnTo>
                    <a:pt x="57774" y="4806900"/>
                  </a:lnTo>
                  <a:lnTo>
                    <a:pt x="96510" y="4826933"/>
                  </a:lnTo>
                  <a:lnTo>
                    <a:pt x="141109" y="4834128"/>
                  </a:lnTo>
                  <a:lnTo>
                    <a:pt x="5247767" y="4834128"/>
                  </a:lnTo>
                  <a:lnTo>
                    <a:pt x="5292384" y="4826933"/>
                  </a:lnTo>
                  <a:lnTo>
                    <a:pt x="5331119" y="4806900"/>
                  </a:lnTo>
                  <a:lnTo>
                    <a:pt x="5361655" y="4776353"/>
                  </a:lnTo>
                  <a:lnTo>
                    <a:pt x="5381675" y="4737617"/>
                  </a:lnTo>
                  <a:lnTo>
                    <a:pt x="5388864" y="4693018"/>
                  </a:lnTo>
                  <a:lnTo>
                    <a:pt x="5388864" y="141097"/>
                  </a:lnTo>
                  <a:lnTo>
                    <a:pt x="5381675" y="96479"/>
                  </a:lnTo>
                  <a:lnTo>
                    <a:pt x="5361655" y="57744"/>
                  </a:lnTo>
                  <a:lnTo>
                    <a:pt x="5331119" y="27208"/>
                  </a:lnTo>
                  <a:lnTo>
                    <a:pt x="5292384" y="7188"/>
                  </a:lnTo>
                  <a:lnTo>
                    <a:pt x="5247767" y="0"/>
                  </a:lnTo>
                  <a:close/>
                </a:path>
              </a:pathLst>
            </a:custGeom>
            <a:solidFill>
              <a:srgbClr val="FFFFFF"/>
            </a:solidFill>
          </p:spPr>
          <p:txBody>
            <a:bodyPr wrap="square" lIns="0" tIns="0" rIns="0" bIns="0" rtlCol="0"/>
            <a:lstStyle/>
            <a:p/>
          </p:txBody>
        </p:sp>
        <p:sp>
          <p:nvSpPr>
            <p:cNvPr id="16" name="object 16"/>
            <p:cNvSpPr/>
            <p:nvPr/>
          </p:nvSpPr>
          <p:spPr>
            <a:xfrm>
              <a:off x="348995" y="1367027"/>
              <a:ext cx="5389245" cy="4834255"/>
            </a:xfrm>
            <a:custGeom>
              <a:avLst/>
              <a:gdLst/>
              <a:ahLst/>
              <a:cxnLst/>
              <a:rect l="l" t="t" r="r" b="b"/>
              <a:pathLst>
                <a:path w="5389245" h="4834255">
                  <a:moveTo>
                    <a:pt x="0" y="141097"/>
                  </a:moveTo>
                  <a:lnTo>
                    <a:pt x="7194" y="96479"/>
                  </a:lnTo>
                  <a:lnTo>
                    <a:pt x="27227" y="57744"/>
                  </a:lnTo>
                  <a:lnTo>
                    <a:pt x="57774" y="27208"/>
                  </a:lnTo>
                  <a:lnTo>
                    <a:pt x="96510" y="7188"/>
                  </a:lnTo>
                  <a:lnTo>
                    <a:pt x="141109" y="0"/>
                  </a:lnTo>
                  <a:lnTo>
                    <a:pt x="5247767" y="0"/>
                  </a:lnTo>
                  <a:lnTo>
                    <a:pt x="5292384" y="7188"/>
                  </a:lnTo>
                  <a:lnTo>
                    <a:pt x="5331119" y="27208"/>
                  </a:lnTo>
                  <a:lnTo>
                    <a:pt x="5361655" y="57744"/>
                  </a:lnTo>
                  <a:lnTo>
                    <a:pt x="5381675" y="96479"/>
                  </a:lnTo>
                  <a:lnTo>
                    <a:pt x="5388864" y="141097"/>
                  </a:lnTo>
                  <a:lnTo>
                    <a:pt x="5388864" y="4693018"/>
                  </a:lnTo>
                  <a:lnTo>
                    <a:pt x="5381675" y="4737617"/>
                  </a:lnTo>
                  <a:lnTo>
                    <a:pt x="5361655" y="4776353"/>
                  </a:lnTo>
                  <a:lnTo>
                    <a:pt x="5331119" y="4806900"/>
                  </a:lnTo>
                  <a:lnTo>
                    <a:pt x="5292384" y="4826933"/>
                  </a:lnTo>
                  <a:lnTo>
                    <a:pt x="5247767" y="4834128"/>
                  </a:lnTo>
                  <a:lnTo>
                    <a:pt x="141109" y="4834128"/>
                  </a:lnTo>
                  <a:lnTo>
                    <a:pt x="96510" y="4826933"/>
                  </a:lnTo>
                  <a:lnTo>
                    <a:pt x="57774" y="4806900"/>
                  </a:lnTo>
                  <a:lnTo>
                    <a:pt x="27227" y="4776353"/>
                  </a:lnTo>
                  <a:lnTo>
                    <a:pt x="7194" y="4737617"/>
                  </a:lnTo>
                  <a:lnTo>
                    <a:pt x="0" y="4693018"/>
                  </a:lnTo>
                  <a:lnTo>
                    <a:pt x="0" y="141097"/>
                  </a:lnTo>
                  <a:close/>
                </a:path>
              </a:pathLst>
            </a:custGeom>
            <a:ln w="9144">
              <a:solidFill>
                <a:srgbClr val="520977"/>
              </a:solidFill>
            </a:ln>
          </p:spPr>
          <p:txBody>
            <a:bodyPr wrap="square" lIns="0" tIns="0" rIns="0" bIns="0" rtlCol="0"/>
            <a:lstStyle/>
            <a:p/>
          </p:txBody>
        </p:sp>
      </p:grpSp>
      <p:sp>
        <p:nvSpPr>
          <p:cNvPr id="17" name="object 17"/>
          <p:cNvSpPr txBox="1"/>
          <p:nvPr/>
        </p:nvSpPr>
        <p:spPr>
          <a:xfrm>
            <a:off x="11815953" y="6449170"/>
            <a:ext cx="196215" cy="196215"/>
          </a:xfrm>
          <a:prstGeom prst="rect">
            <a:avLst/>
          </a:prstGeom>
        </p:spPr>
        <p:txBody>
          <a:bodyPr wrap="square" lIns="0" tIns="0" rIns="0" bIns="0" rtlCol="0" vert="horz">
            <a:spAutoFit/>
          </a:bodyPr>
          <a:lstStyle/>
          <a:p>
            <a:pPr marL="12700">
              <a:lnSpc>
                <a:spcPts val="1425"/>
              </a:lnSpc>
            </a:pPr>
            <a:r>
              <a:rPr sz="1200">
                <a:solidFill>
                  <a:srgbClr val="520978"/>
                </a:solidFill>
                <a:latin typeface="Montserrat"/>
              </a:rPr>
              <a:t>9</a:t>
            </a:r>
            <a:endParaRPr sz="1200">
              <a:latin typeface="Microsoft Sans Serif"/>
              <a:cs typeface="Microsoft Sans Serif"/>
            </a:endParaRPr>
          </a:p>
        </p:txBody>
      </p:sp>
      <p:sp>
        <p:nvSpPr>
          <p:cNvPr id="18" name="Rounded Rectangle 17"/>
          <p:cNvSpPr/>
          <p:nvPr/>
        </p:nvSpPr>
        <p:spPr>
          <a:xfrm>
            <a:off x="347472" y="320040"/>
            <a:ext cx="4206240" cy="475488"/>
          </a:xfrm>
          <a:prstGeom prst="roundRect">
            <a:avLst>
              <a:gd name="adj" fmla="val 50000"/>
            </a:avLst>
          </a:prstGeom>
          <a:solidFill>
            <a:srgbClr val="FF005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28016" rIns="128016"/>
          <a:lstStyle/>
          <a:p>
            <a:pPr algn="l"/>
            <a:r>
              <a:rPr sz="1300" b="1">
                <a:solidFill>
                  <a:srgbClr val="FFFFFF"/>
                </a:solidFill>
                <a:latin typeface="Montserrat"/>
              </a:rPr>
              <a:t>03 · Бизнес-составляющая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347472" y="1362456"/>
            <a:ext cx="5385816" cy="4837176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03504" y="1627632"/>
            <a:ext cx="4846320" cy="4297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2000"/>
              </a:lnSpc>
              <a:spcAft>
                <a:spcPts val="1000"/>
              </a:spcAft>
            </a:pPr>
            <a:r>
              <a:rPr sz="1500" b="1">
                <a:solidFill>
                  <a:srgbClr val="520978"/>
                </a:solidFill>
                <a:latin typeface="Montserrat"/>
              </a:rPr>
              <a:t>Эффект для ИТ Школы</a:t>
            </a:r>
          </a:p>
          <a:p>
            <a:pPr algn="l">
              <a:lnSpc>
                <a:spcPct val="112000"/>
              </a:lnSpc>
              <a:spcAft>
                <a:spcPts val="800"/>
              </a:spcAft>
            </a:pPr>
            <a:r>
              <a:rPr sz="1200" b="0">
                <a:solidFill>
                  <a:srgbClr val="1C1D22"/>
                </a:solidFill>
                <a:latin typeface="Montserrat"/>
              </a:rPr>
              <a:t>•  Единый контур вместо таблиц и чатов</a:t>
            </a:r>
          </a:p>
          <a:p>
            <a:pPr algn="l">
              <a:lnSpc>
                <a:spcPct val="112000"/>
              </a:lnSpc>
              <a:spcAft>
                <a:spcPts val="800"/>
              </a:spcAft>
            </a:pPr>
            <a:r>
              <a:rPr sz="1200" b="0">
                <a:solidFill>
                  <a:srgbClr val="1C1D22"/>
                </a:solidFill>
                <a:latin typeface="Montserrat"/>
              </a:rPr>
              <a:t>•  Прозрачные этапы и ответственные</a:t>
            </a:r>
          </a:p>
          <a:p>
            <a:pPr algn="l">
              <a:lnSpc>
                <a:spcPct val="112000"/>
              </a:lnSpc>
              <a:spcAft>
                <a:spcPts val="800"/>
              </a:spcAft>
            </a:pPr>
            <a:r>
              <a:rPr sz="1200" b="0">
                <a:solidFill>
                  <a:srgbClr val="1C1D22"/>
                </a:solidFill>
                <a:latin typeface="Montserrat"/>
              </a:rPr>
              <a:t>•  Отчёт руководителю за секунды, а не за день</a:t>
            </a:r>
          </a:p>
          <a:p>
            <a:pPr algn="l">
              <a:lnSpc>
                <a:spcPct val="112000"/>
              </a:lnSpc>
              <a:spcAft>
                <a:spcPts val="800"/>
              </a:spcAft>
            </a:pPr>
            <a:r>
              <a:rPr sz="1200" b="0">
                <a:solidFill>
                  <a:srgbClr val="1C1D22"/>
                </a:solidFill>
                <a:latin typeface="Montserrat"/>
              </a:rPr>
              <a:t>•  Сохранённая история взаимодействий</a:t>
            </a:r>
          </a:p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1100" b="0">
                <a:solidFill>
                  <a:srgbClr val="6B5B78"/>
                </a:solidFill>
                <a:latin typeface="Montserrat"/>
              </a:rPr>
              <a:t>•  Ограничение: не более 2 активных взаимодействий на вуз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952744" y="1362456"/>
            <a:ext cx="5907024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1300" b="1">
                <a:solidFill>
                  <a:srgbClr val="520978"/>
                </a:solidFill>
                <a:latin typeface="Montserrat"/>
              </a:rPr>
              <a:t>Показатели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5952744" y="1847088"/>
            <a:ext cx="5907024" cy="749808"/>
          </a:xfrm>
          <a:prstGeom prst="roundRect">
            <a:avLst>
              <a:gd name="adj" fmla="val 6000"/>
            </a:avLst>
          </a:prstGeom>
          <a:solidFill>
            <a:srgbClr val="F7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172200" y="1965960"/>
            <a:ext cx="237744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1500" b="1">
                <a:solidFill>
                  <a:srgbClr val="FF0053"/>
                </a:solidFill>
                <a:latin typeface="Montserrat"/>
              </a:rPr>
              <a:t>14 этапов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549640" y="2029968"/>
            <a:ext cx="31089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1100" b="0">
                <a:solidFill>
                  <a:srgbClr val="6B5B78"/>
                </a:solidFill>
                <a:latin typeface="Montserrat"/>
              </a:rPr>
              <a:t>воронка B2B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5952744" y="2816352"/>
            <a:ext cx="5907024" cy="749808"/>
          </a:xfrm>
          <a:prstGeom prst="roundRect">
            <a:avLst>
              <a:gd name="adj" fmla="val 6000"/>
            </a:avLst>
          </a:prstGeom>
          <a:solidFill>
            <a:srgbClr val="F7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6172200" y="2935224"/>
            <a:ext cx="237744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1500" b="1">
                <a:solidFill>
                  <a:srgbClr val="FF0053"/>
                </a:solidFill>
                <a:latin typeface="Montserrat"/>
              </a:rPr>
              <a:t>4 этапа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549640" y="2999232"/>
            <a:ext cx="31089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1100" b="0">
                <a:solidFill>
                  <a:srgbClr val="6B5B78"/>
                </a:solidFill>
                <a:latin typeface="Montserrat"/>
              </a:rPr>
              <a:t>воронка B2C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5952744" y="3785616"/>
            <a:ext cx="5907024" cy="749808"/>
          </a:xfrm>
          <a:prstGeom prst="roundRect">
            <a:avLst>
              <a:gd name="adj" fmla="val 6000"/>
            </a:avLst>
          </a:prstGeom>
          <a:solidFill>
            <a:srgbClr val="F7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6172200" y="3904488"/>
            <a:ext cx="237744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1500" b="1">
                <a:solidFill>
                  <a:srgbClr val="FF0053"/>
                </a:solidFill>
                <a:latin typeface="Montserrat"/>
              </a:rPr>
              <a:t>4 формата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8549640" y="3968496"/>
            <a:ext cx="31089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1100" b="0">
                <a:solidFill>
                  <a:srgbClr val="6B5B78"/>
                </a:solidFill>
                <a:latin typeface="Montserrat"/>
              </a:rPr>
              <a:t>XLSX · XLS · PDF · JSON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5952744" y="4754880"/>
            <a:ext cx="5907024" cy="749808"/>
          </a:xfrm>
          <a:prstGeom prst="roundRect">
            <a:avLst>
              <a:gd name="adj" fmla="val 6000"/>
            </a:avLst>
          </a:prstGeom>
          <a:solidFill>
            <a:srgbClr val="F7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6172200" y="4873752"/>
            <a:ext cx="237744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1500" b="1">
                <a:solidFill>
                  <a:srgbClr val="FF0053"/>
                </a:solidFill>
                <a:latin typeface="Montserrat"/>
              </a:rPr>
              <a:t>2 роли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8549640" y="4937760"/>
            <a:ext cx="31089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1100" b="0">
                <a:solidFill>
                  <a:srgbClr val="6B5B78"/>
                </a:solidFill>
                <a:latin typeface="Montserrat"/>
              </a:rPr>
              <a:t>менеджер и администратор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5952744" y="5724144"/>
            <a:ext cx="5907024" cy="749808"/>
          </a:xfrm>
          <a:prstGeom prst="roundRect">
            <a:avLst>
              <a:gd name="adj" fmla="val 6000"/>
            </a:avLst>
          </a:prstGeom>
          <a:solidFill>
            <a:srgbClr val="F7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6172200" y="5843016"/>
            <a:ext cx="237744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1500" b="1">
                <a:solidFill>
                  <a:srgbClr val="FF0053"/>
                </a:solidFill>
                <a:latin typeface="Montserrat"/>
              </a:rPr>
              <a:t>0 ошибок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8549640" y="5907024"/>
            <a:ext cx="31089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1100" b="0">
                <a:solidFill>
                  <a:srgbClr val="6B5B78"/>
                </a:solidFill>
                <a:latin typeface="Montserrat"/>
              </a:rPr>
              <a:t>на нагрузочном прогоне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object 3"/>
          <p:cNvSpPr/>
          <p:nvPr/>
        </p:nvSpPr>
        <p:spPr>
          <a:xfrm>
            <a:off x="347472" y="323088"/>
            <a:ext cx="3108960" cy="622300"/>
          </a:xfrm>
          <a:custGeom>
            <a:avLst/>
            <a:gdLst/>
            <a:ahLst/>
            <a:cxnLst/>
            <a:rect l="l" t="t" r="r" b="b"/>
            <a:pathLst>
              <a:path w="3108960" h="622300">
                <a:moveTo>
                  <a:pt x="2992628" y="0"/>
                </a:moveTo>
                <a:lnTo>
                  <a:pt x="116319" y="0"/>
                </a:lnTo>
                <a:lnTo>
                  <a:pt x="71039" y="9140"/>
                </a:lnTo>
                <a:lnTo>
                  <a:pt x="34066" y="34067"/>
                </a:lnTo>
                <a:lnTo>
                  <a:pt x="9139" y="71044"/>
                </a:lnTo>
                <a:lnTo>
                  <a:pt x="0" y="116331"/>
                </a:lnTo>
                <a:lnTo>
                  <a:pt x="0" y="505459"/>
                </a:lnTo>
                <a:lnTo>
                  <a:pt x="9139" y="550747"/>
                </a:lnTo>
                <a:lnTo>
                  <a:pt x="34066" y="587724"/>
                </a:lnTo>
                <a:lnTo>
                  <a:pt x="71039" y="612651"/>
                </a:lnTo>
                <a:lnTo>
                  <a:pt x="116319" y="621791"/>
                </a:lnTo>
                <a:lnTo>
                  <a:pt x="2992628" y="621791"/>
                </a:lnTo>
                <a:lnTo>
                  <a:pt x="3037915" y="612651"/>
                </a:lnTo>
                <a:lnTo>
                  <a:pt x="3074892" y="587724"/>
                </a:lnTo>
                <a:lnTo>
                  <a:pt x="3099819" y="550747"/>
                </a:lnTo>
                <a:lnTo>
                  <a:pt x="3108960" y="505459"/>
                </a:lnTo>
                <a:lnTo>
                  <a:pt x="3108960" y="116331"/>
                </a:lnTo>
                <a:lnTo>
                  <a:pt x="3099819" y="71044"/>
                </a:lnTo>
                <a:lnTo>
                  <a:pt x="3074892" y="34067"/>
                </a:lnTo>
                <a:lnTo>
                  <a:pt x="3037915" y="9140"/>
                </a:lnTo>
                <a:lnTo>
                  <a:pt x="2992628" y="0"/>
                </a:lnTo>
                <a:close/>
              </a:path>
            </a:pathLst>
          </a:custGeom>
          <a:solidFill>
            <a:srgbClr val="FF0052"/>
          </a:solidFill>
        </p:spPr>
        <p:txBody>
          <a:bodyPr wrap="square" lIns="0" tIns="0" rIns="0" bIns="0" rtlCol="0"/>
          <a:lstStyle/>
          <a:p/>
        </p:txBody>
      </p:sp>
      <p:pic>
        <p:nvPicPr>
          <p:cNvPr id="2" name="object 2"/>
          <p:cNvPicPr/>
          <p:nvPr/>
        </p:nvPicPr>
        <p:blipFill>
          <a:blip r:embed="rId2" cstate="print"/>
          <a:stretch>
            <a:fillRect/>
          </a:stretch>
        </p:blipFill>
        <p:spPr>
          <a:xfrm>
            <a:off x="7008812" y="349249"/>
            <a:ext cx="4857750" cy="309562"/>
          </a:xfrm>
          <a:prstGeom prst="rect">
            <a:avLst/>
          </a:prstGeom>
        </p:spPr>
      </p:pic>
      <p:pic>
        <p:nvPicPr>
          <p:cNvPr id="4" name="object 4"/>
          <p:cNvPicPr/>
          <p:nvPr/>
        </p:nvPicPr>
        <p:blipFill>
          <a:blip r:embed="rId3" cstate="print"/>
          <a:stretch>
            <a:fillRect/>
          </a:stretch>
        </p:blipFill>
        <p:spPr>
          <a:xfrm>
            <a:off x="1376722" y="1742058"/>
            <a:ext cx="3622251" cy="3622040"/>
          </a:xfrm>
          <a:prstGeom prst="rect">
            <a:avLst/>
          </a:prstGeom>
        </p:spPr>
      </p:pic>
      <p:sp>
        <p:nvSpPr>
          <p:cNvPr id="8" name="object 8"/>
          <p:cNvSpPr txBox="1">
            <a:spLocks noGrp="1"/>
          </p:cNvSpPr>
          <p:nvPr>
            <p:ph type="sldNum" idx="7" sz="quarter"/>
          </p:nvPr>
        </p:nvSpPr>
        <p:spPr>
          <a:prstGeom prst="rect"/>
        </p:spPr>
        <p:txBody>
          <a:bodyPr wrap="square" lIns="0" tIns="45415" rIns="0" bIns="0" rtlCol="0" vert="horz">
            <a:spAutoFit/>
          </a:bodyPr>
          <a:lstStyle/>
          <a:p>
            <a:pPr marL="63500">
              <a:lnSpc>
                <a:spcPts val="1425"/>
              </a:lnSpc>
            </a:pPr>
            <a:r>
              <a:rPr sz="1200">
                <a:solidFill>
                  <a:srgbClr val="520978"/>
                </a:solidFill>
                <a:latin typeface="Montserrat"/>
              </a:rPr>
              <a:t>12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85800" y="1188720"/>
            <a:ext cx="1088136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2000"/>
              </a:lnSpc>
              <a:spcAft>
                <a:spcPts val="1400"/>
              </a:spcAft>
            </a:pPr>
            <a:r>
              <a:rPr sz="2000" b="1">
                <a:solidFill>
                  <a:srgbClr val="520978"/>
                </a:solidFill>
                <a:latin typeface="Montserrat"/>
              </a:rPr>
              <a:t>Нагрузочный прогон (локально)</a:t>
            </a:r>
          </a:p>
          <a:p>
            <a:pPr algn="l">
              <a:lnSpc>
                <a:spcPct val="112000"/>
              </a:lnSpc>
              <a:spcAft>
                <a:spcPts val="1600"/>
              </a:spcAft>
            </a:pPr>
            <a:r>
              <a:rPr sz="1300" b="0">
                <a:solidFill>
                  <a:srgbClr val="1C1D22"/>
                </a:solidFill>
                <a:latin typeface="Montserrat"/>
              </a:rPr>
              <a:t>Сценарий Locust: вход и пять API-операций — создание заявки, смена этапа, комментарий, загрузка файла и экспорт отчёта.</a:t>
            </a:r>
          </a:p>
          <a:p>
            <a:pPr algn="l">
              <a:lnSpc>
                <a:spcPct val="112000"/>
              </a:lnSpc>
              <a:spcAft>
                <a:spcPts val="1000"/>
              </a:spcAft>
            </a:pPr>
            <a:r>
              <a:rPr sz="1300" b="0">
                <a:solidFill>
                  <a:srgbClr val="1C1D22"/>
                </a:solidFill>
                <a:latin typeface="Montserrat"/>
              </a:rPr>
              <a:t>•  50 пользователей / 60 секунд: 1613 запросов, 0 ошибок, aggregate p95 — 93 мс.</a:t>
            </a:r>
          </a:p>
          <a:p>
            <a:pPr algn="l">
              <a:lnSpc>
                <a:spcPct val="112000"/>
              </a:lnSpc>
              <a:spcAft>
                <a:spcPts val="1000"/>
              </a:spcAft>
            </a:pPr>
            <a:r>
              <a:rPr sz="1300" b="0">
                <a:solidFill>
                  <a:srgbClr val="1C1D22"/>
                </a:solidFill>
                <a:latin typeface="Montserrat"/>
              </a:rPr>
              <a:t>•  Смешанный read/write за 3 минуты: 4673 запроса, 0 ошибок, p95 создания — 32 мс, экспорт PDF — 210 мс.</a:t>
            </a:r>
          </a:p>
          <a:p>
            <a:pPr algn="l">
              <a:lnSpc>
                <a:spcPct val="112000"/>
              </a:lnSpc>
              <a:spcAft>
                <a:spcPts val="1400"/>
              </a:spcAft>
            </a:pPr>
            <a:r>
              <a:rPr sz="1300" b="0">
                <a:solidFill>
                  <a:srgbClr val="1C1D22"/>
                </a:solidFill>
                <a:latin typeface="Montserrat"/>
              </a:rPr>
              <a:t>•  Отдельный прогон отчётов: p95 XLSX — 37 мс, XLS — 60 мс, PDF — 180 мс.</a:t>
            </a:r>
          </a:p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1100" b="0">
                <a:solidFill>
                  <a:srgbClr val="6B5B78"/>
                </a:solidFill>
                <a:latin typeface="Montserrat"/>
              </a:rPr>
              <a:t>Значения получены на локальном SQLite и не являются SLA production Render/Supabase.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object 2"/>
          <p:cNvGrpSpPr/>
          <p:nvPr/>
        </p:nvGrpSpPr>
        <p:grpSpPr>
          <a:xfrm>
            <a:off x="0" y="0"/>
            <a:ext cx="11874500" cy="6858000"/>
            <a:chOff x="0" y="0"/>
            <a:chExt cx="11874500" cy="6858000"/>
          </a:xfrm>
        </p:grpSpPr>
        <p:pic>
          <p:nvPicPr>
            <p:cNvPr id="3" name="object 3"/>
            <p:cNvPicPr/>
            <p:nvPr/>
          </p:nvPicPr>
          <p:blipFill>
            <a:blip r:embed="rId2" cstate="print"/>
            <a:stretch>
              <a:fillRect/>
            </a:stretch>
          </p:blipFill>
          <p:spPr>
            <a:xfrm>
              <a:off x="0" y="0"/>
              <a:ext cx="11874500" cy="6857999"/>
            </a:xfrm>
            <a:prstGeom prst="rect">
              <a:avLst/>
            </a:prstGeom>
          </p:spPr>
        </p:pic>
        <p:sp>
          <p:nvSpPr>
            <p:cNvPr id="4" name="object 4"/>
            <p:cNvSpPr/>
            <p:nvPr/>
          </p:nvSpPr>
          <p:spPr>
            <a:xfrm>
              <a:off x="347472" y="323088"/>
              <a:ext cx="3108960" cy="622300"/>
            </a:xfrm>
            <a:custGeom>
              <a:avLst/>
              <a:gdLst/>
              <a:ahLst/>
              <a:cxnLst/>
              <a:rect l="l" t="t" r="r" b="b"/>
              <a:pathLst>
                <a:path w="3108960" h="622300">
                  <a:moveTo>
                    <a:pt x="2992628" y="0"/>
                  </a:moveTo>
                  <a:lnTo>
                    <a:pt x="116319" y="0"/>
                  </a:lnTo>
                  <a:lnTo>
                    <a:pt x="71039" y="9140"/>
                  </a:lnTo>
                  <a:lnTo>
                    <a:pt x="34066" y="34067"/>
                  </a:lnTo>
                  <a:lnTo>
                    <a:pt x="9139" y="71044"/>
                  </a:lnTo>
                  <a:lnTo>
                    <a:pt x="0" y="116331"/>
                  </a:lnTo>
                  <a:lnTo>
                    <a:pt x="0" y="505459"/>
                  </a:lnTo>
                  <a:lnTo>
                    <a:pt x="9139" y="550747"/>
                  </a:lnTo>
                  <a:lnTo>
                    <a:pt x="34066" y="587724"/>
                  </a:lnTo>
                  <a:lnTo>
                    <a:pt x="71039" y="612651"/>
                  </a:lnTo>
                  <a:lnTo>
                    <a:pt x="116319" y="621791"/>
                  </a:lnTo>
                  <a:lnTo>
                    <a:pt x="2992628" y="621791"/>
                  </a:lnTo>
                  <a:lnTo>
                    <a:pt x="3037915" y="612651"/>
                  </a:lnTo>
                  <a:lnTo>
                    <a:pt x="3074892" y="587724"/>
                  </a:lnTo>
                  <a:lnTo>
                    <a:pt x="3099819" y="550747"/>
                  </a:lnTo>
                  <a:lnTo>
                    <a:pt x="3108960" y="505459"/>
                  </a:lnTo>
                  <a:lnTo>
                    <a:pt x="3108960" y="116331"/>
                  </a:lnTo>
                  <a:lnTo>
                    <a:pt x="3099819" y="71044"/>
                  </a:lnTo>
                  <a:lnTo>
                    <a:pt x="3074892" y="34067"/>
                  </a:lnTo>
                  <a:lnTo>
                    <a:pt x="3037915" y="9140"/>
                  </a:lnTo>
                  <a:lnTo>
                    <a:pt x="2992628" y="0"/>
                  </a:lnTo>
                  <a:close/>
                </a:path>
              </a:pathLst>
            </a:custGeom>
            <a:solidFill>
              <a:srgbClr val="520977"/>
            </a:solidFill>
          </p:spPr>
          <p:txBody>
            <a:bodyPr wrap="square" lIns="0" tIns="0" rIns="0" bIns="0" rtlCol="0"/>
            <a:lstStyle/>
            <a:p/>
          </p:txBody>
        </p:sp>
        <p:sp>
          <p:nvSpPr>
            <p:cNvPr id="5" name="object 5"/>
            <p:cNvSpPr/>
            <p:nvPr/>
          </p:nvSpPr>
          <p:spPr>
            <a:xfrm>
              <a:off x="1609344" y="2935223"/>
              <a:ext cx="8985885" cy="1855470"/>
            </a:xfrm>
            <a:custGeom>
              <a:avLst/>
              <a:gdLst/>
              <a:ahLst/>
              <a:cxnLst/>
              <a:rect l="l" t="t" r="r" b="b"/>
              <a:pathLst>
                <a:path w="8985885" h="1855470">
                  <a:moveTo>
                    <a:pt x="457200" y="923544"/>
                  </a:moveTo>
                  <a:lnTo>
                    <a:pt x="1789683" y="923544"/>
                  </a:lnTo>
                </a:path>
                <a:path w="8985885" h="1855470">
                  <a:moveTo>
                    <a:pt x="2703576" y="926592"/>
                  </a:moveTo>
                  <a:lnTo>
                    <a:pt x="4036059" y="926592"/>
                  </a:lnTo>
                </a:path>
                <a:path w="8985885" h="1855470">
                  <a:moveTo>
                    <a:pt x="4949952" y="926592"/>
                  </a:moveTo>
                  <a:lnTo>
                    <a:pt x="6282435" y="926592"/>
                  </a:lnTo>
                </a:path>
                <a:path w="8985885" h="1855470">
                  <a:moveTo>
                    <a:pt x="7171944" y="926592"/>
                  </a:moveTo>
                  <a:lnTo>
                    <a:pt x="8504428" y="926592"/>
                  </a:lnTo>
                </a:path>
                <a:path w="8985885" h="1855470">
                  <a:moveTo>
                    <a:pt x="0" y="0"/>
                  </a:moveTo>
                  <a:lnTo>
                    <a:pt x="0" y="573277"/>
                  </a:lnTo>
                </a:path>
                <a:path w="8985885" h="1855470">
                  <a:moveTo>
                    <a:pt x="2246376" y="1280159"/>
                  </a:moveTo>
                  <a:lnTo>
                    <a:pt x="2247646" y="1855215"/>
                  </a:lnTo>
                </a:path>
                <a:path w="8985885" h="1855470">
                  <a:moveTo>
                    <a:pt x="4486656" y="0"/>
                  </a:moveTo>
                  <a:lnTo>
                    <a:pt x="4492117" y="573277"/>
                  </a:lnTo>
                </a:path>
                <a:path w="8985885" h="1855470">
                  <a:moveTo>
                    <a:pt x="6737350" y="1280159"/>
                  </a:moveTo>
                  <a:lnTo>
                    <a:pt x="6733032" y="1855215"/>
                  </a:lnTo>
                </a:path>
                <a:path w="8985885" h="1855470">
                  <a:moveTo>
                    <a:pt x="8985504" y="0"/>
                  </a:moveTo>
                  <a:lnTo>
                    <a:pt x="8985504" y="573277"/>
                  </a:lnTo>
                </a:path>
              </a:pathLst>
            </a:custGeom>
            <a:ln w="12192">
              <a:solidFill>
                <a:srgbClr val="FF0052"/>
              </a:solidFill>
            </a:ln>
          </p:spPr>
          <p:txBody>
            <a:bodyPr wrap="square" lIns="0" tIns="0" rIns="0" bIns="0" rtlCol="0"/>
            <a:lstStyle/>
            <a:p/>
          </p:txBody>
        </p:sp>
        <p:sp>
          <p:nvSpPr>
            <p:cNvPr id="6" name="object 6"/>
            <p:cNvSpPr/>
            <p:nvPr/>
          </p:nvSpPr>
          <p:spPr>
            <a:xfrm>
              <a:off x="1191767" y="3508247"/>
              <a:ext cx="875030" cy="707390"/>
            </a:xfrm>
            <a:custGeom>
              <a:avLst/>
              <a:gdLst/>
              <a:ahLst/>
              <a:cxnLst/>
              <a:rect l="l" t="t" r="r" b="b"/>
              <a:pathLst>
                <a:path w="875030" h="707389">
                  <a:moveTo>
                    <a:pt x="0" y="117856"/>
                  </a:moveTo>
                  <a:lnTo>
                    <a:pt x="9262" y="71955"/>
                  </a:lnTo>
                  <a:lnTo>
                    <a:pt x="34520" y="34496"/>
                  </a:lnTo>
                  <a:lnTo>
                    <a:pt x="71982" y="9253"/>
                  </a:lnTo>
                  <a:lnTo>
                    <a:pt x="117856" y="0"/>
                  </a:lnTo>
                  <a:lnTo>
                    <a:pt x="756919" y="0"/>
                  </a:lnTo>
                  <a:lnTo>
                    <a:pt x="802820" y="9253"/>
                  </a:lnTo>
                  <a:lnTo>
                    <a:pt x="840279" y="34496"/>
                  </a:lnTo>
                  <a:lnTo>
                    <a:pt x="865522" y="71955"/>
                  </a:lnTo>
                  <a:lnTo>
                    <a:pt x="874776" y="117856"/>
                  </a:lnTo>
                  <a:lnTo>
                    <a:pt x="874776" y="589279"/>
                  </a:lnTo>
                  <a:lnTo>
                    <a:pt x="865522" y="635180"/>
                  </a:lnTo>
                  <a:lnTo>
                    <a:pt x="840279" y="672639"/>
                  </a:lnTo>
                  <a:lnTo>
                    <a:pt x="802820" y="697882"/>
                  </a:lnTo>
                  <a:lnTo>
                    <a:pt x="756919" y="707135"/>
                  </a:lnTo>
                  <a:lnTo>
                    <a:pt x="117856" y="707135"/>
                  </a:lnTo>
                  <a:lnTo>
                    <a:pt x="71982" y="697882"/>
                  </a:lnTo>
                  <a:lnTo>
                    <a:pt x="34520" y="672639"/>
                  </a:lnTo>
                  <a:lnTo>
                    <a:pt x="9262" y="635180"/>
                  </a:lnTo>
                  <a:lnTo>
                    <a:pt x="0" y="589279"/>
                  </a:lnTo>
                  <a:lnTo>
                    <a:pt x="0" y="117856"/>
                  </a:lnTo>
                  <a:close/>
                </a:path>
              </a:pathLst>
            </a:custGeom>
            <a:ln w="12192">
              <a:solidFill>
                <a:srgbClr val="FF0052"/>
              </a:solidFill>
            </a:ln>
          </p:spPr>
          <p:txBody>
            <a:bodyPr wrap="square" lIns="0" tIns="0" rIns="0" bIns="0" rtlCol="0"/>
            <a:lstStyle/>
            <a:p/>
          </p:txBody>
        </p:sp>
      </p:grpSp>
      <p:sp>
        <p:nvSpPr>
          <p:cNvPr id="7" name="object 7"/>
          <p:cNvSpPr txBox="1"/>
          <p:nvPr/>
        </p:nvSpPr>
        <p:spPr>
          <a:xfrm>
            <a:off x="1530858" y="3658946"/>
            <a:ext cx="195580" cy="391795"/>
          </a:xfrm>
          <a:prstGeom prst="rect">
            <a:avLst/>
          </a:prstGeom>
        </p:spPr>
        <p:txBody>
          <a:bodyPr wrap="square" lIns="0" tIns="12700" rIns="0" bIns="0" rtlCol="0" vert="horz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dirty="0" sz="2400" spc="-50" b="1">
                <a:solidFill>
                  <a:srgbClr val="FF0052"/>
                </a:solidFill>
                <a:latin typeface="Montserrat"/>
                <a:cs typeface="Arial"/>
              </a:rPr>
              <a:t>1</a:t>
            </a:r>
            <a:endParaRPr sz="2400">
              <a:latin typeface="Arial"/>
              <a:cs typeface="Arial"/>
            </a:endParaRPr>
          </a:p>
        </p:txBody>
      </p:sp>
      <p:sp>
        <p:nvSpPr>
          <p:cNvPr id="8" name="object 8"/>
          <p:cNvSpPr/>
          <p:nvPr/>
        </p:nvSpPr>
        <p:spPr>
          <a:xfrm>
            <a:off x="3413759" y="3505200"/>
            <a:ext cx="875030" cy="710565"/>
          </a:xfrm>
          <a:custGeom>
            <a:avLst/>
            <a:gdLst/>
            <a:ahLst/>
            <a:cxnLst/>
            <a:rect l="l" t="t" r="r" b="b"/>
            <a:pathLst>
              <a:path w="875029" h="710564">
                <a:moveTo>
                  <a:pt x="0" y="118363"/>
                </a:moveTo>
                <a:lnTo>
                  <a:pt x="9296" y="72276"/>
                </a:lnTo>
                <a:lnTo>
                  <a:pt x="34655" y="34655"/>
                </a:lnTo>
                <a:lnTo>
                  <a:pt x="72276" y="9296"/>
                </a:lnTo>
                <a:lnTo>
                  <a:pt x="118363" y="0"/>
                </a:lnTo>
                <a:lnTo>
                  <a:pt x="756412" y="0"/>
                </a:lnTo>
                <a:lnTo>
                  <a:pt x="802499" y="9296"/>
                </a:lnTo>
                <a:lnTo>
                  <a:pt x="840120" y="34655"/>
                </a:lnTo>
                <a:lnTo>
                  <a:pt x="865479" y="72276"/>
                </a:lnTo>
                <a:lnTo>
                  <a:pt x="874776" y="118363"/>
                </a:lnTo>
                <a:lnTo>
                  <a:pt x="874776" y="591819"/>
                </a:lnTo>
                <a:lnTo>
                  <a:pt x="865479" y="637907"/>
                </a:lnTo>
                <a:lnTo>
                  <a:pt x="840120" y="675528"/>
                </a:lnTo>
                <a:lnTo>
                  <a:pt x="802499" y="700887"/>
                </a:lnTo>
                <a:lnTo>
                  <a:pt x="756412" y="710183"/>
                </a:lnTo>
                <a:lnTo>
                  <a:pt x="118363" y="710183"/>
                </a:lnTo>
                <a:lnTo>
                  <a:pt x="72276" y="700887"/>
                </a:lnTo>
                <a:lnTo>
                  <a:pt x="34655" y="675528"/>
                </a:lnTo>
                <a:lnTo>
                  <a:pt x="9296" y="637907"/>
                </a:lnTo>
                <a:lnTo>
                  <a:pt x="0" y="591819"/>
                </a:lnTo>
                <a:lnTo>
                  <a:pt x="0" y="118363"/>
                </a:lnTo>
                <a:close/>
              </a:path>
            </a:pathLst>
          </a:custGeom>
          <a:ln w="12192">
            <a:solidFill>
              <a:srgbClr val="FF0052"/>
            </a:solidFill>
          </a:ln>
        </p:spPr>
        <p:txBody>
          <a:bodyPr wrap="square" lIns="0" tIns="0" rIns="0" bIns="0" rtlCol="0"/>
          <a:lstStyle/>
          <a:p/>
        </p:txBody>
      </p:sp>
      <p:sp>
        <p:nvSpPr>
          <p:cNvPr id="9" name="object 9"/>
          <p:cNvSpPr txBox="1"/>
          <p:nvPr/>
        </p:nvSpPr>
        <p:spPr>
          <a:xfrm>
            <a:off x="3752469" y="3657345"/>
            <a:ext cx="194945" cy="391160"/>
          </a:xfrm>
          <a:prstGeom prst="rect">
            <a:avLst/>
          </a:prstGeom>
        </p:spPr>
        <p:txBody>
          <a:bodyPr wrap="square" lIns="0" tIns="12700" rIns="0" bIns="0" rtlCol="0" vert="horz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dirty="0" sz="2400" spc="-50" b="1">
                <a:solidFill>
                  <a:srgbClr val="FF0052"/>
                </a:solidFill>
                <a:latin typeface="Montserrat"/>
                <a:cs typeface="Arial"/>
              </a:rPr>
              <a:t>2</a:t>
            </a:r>
            <a:endParaRPr sz="2400">
              <a:latin typeface="Arial"/>
              <a:cs typeface="Arial"/>
            </a:endParaRPr>
          </a:p>
        </p:txBody>
      </p:sp>
      <p:sp>
        <p:nvSpPr>
          <p:cNvPr id="10" name="object 10"/>
          <p:cNvSpPr/>
          <p:nvPr/>
        </p:nvSpPr>
        <p:spPr>
          <a:xfrm>
            <a:off x="5657088" y="3517391"/>
            <a:ext cx="878205" cy="707390"/>
          </a:xfrm>
          <a:custGeom>
            <a:avLst/>
            <a:gdLst/>
            <a:ahLst/>
            <a:cxnLst/>
            <a:rect l="l" t="t" r="r" b="b"/>
            <a:pathLst>
              <a:path w="878204" h="707389">
                <a:moveTo>
                  <a:pt x="0" y="117856"/>
                </a:moveTo>
                <a:lnTo>
                  <a:pt x="9253" y="71955"/>
                </a:lnTo>
                <a:lnTo>
                  <a:pt x="34496" y="34496"/>
                </a:lnTo>
                <a:lnTo>
                  <a:pt x="71955" y="9253"/>
                </a:lnTo>
                <a:lnTo>
                  <a:pt x="117856" y="0"/>
                </a:lnTo>
                <a:lnTo>
                  <a:pt x="759967" y="0"/>
                </a:lnTo>
                <a:lnTo>
                  <a:pt x="805868" y="9253"/>
                </a:lnTo>
                <a:lnTo>
                  <a:pt x="843327" y="34496"/>
                </a:lnTo>
                <a:lnTo>
                  <a:pt x="868570" y="71955"/>
                </a:lnTo>
                <a:lnTo>
                  <a:pt x="877823" y="117856"/>
                </a:lnTo>
                <a:lnTo>
                  <a:pt x="877823" y="589280"/>
                </a:lnTo>
                <a:lnTo>
                  <a:pt x="868570" y="635180"/>
                </a:lnTo>
                <a:lnTo>
                  <a:pt x="843327" y="672639"/>
                </a:lnTo>
                <a:lnTo>
                  <a:pt x="805868" y="697882"/>
                </a:lnTo>
                <a:lnTo>
                  <a:pt x="759967" y="707136"/>
                </a:lnTo>
                <a:lnTo>
                  <a:pt x="117856" y="707136"/>
                </a:lnTo>
                <a:lnTo>
                  <a:pt x="71955" y="697882"/>
                </a:lnTo>
                <a:lnTo>
                  <a:pt x="34496" y="672639"/>
                </a:lnTo>
                <a:lnTo>
                  <a:pt x="9253" y="635180"/>
                </a:lnTo>
                <a:lnTo>
                  <a:pt x="0" y="589280"/>
                </a:lnTo>
                <a:lnTo>
                  <a:pt x="0" y="117856"/>
                </a:lnTo>
                <a:close/>
              </a:path>
            </a:pathLst>
          </a:custGeom>
          <a:ln w="12192">
            <a:solidFill>
              <a:srgbClr val="FF0052"/>
            </a:solidFill>
          </a:ln>
        </p:spPr>
        <p:txBody>
          <a:bodyPr wrap="square" lIns="0" tIns="0" rIns="0" bIns="0" rtlCol="0"/>
          <a:lstStyle/>
          <a:p/>
        </p:txBody>
      </p:sp>
      <p:sp>
        <p:nvSpPr>
          <p:cNvPr id="11" name="object 11"/>
          <p:cNvSpPr txBox="1"/>
          <p:nvPr/>
        </p:nvSpPr>
        <p:spPr>
          <a:xfrm>
            <a:off x="5999226" y="3667505"/>
            <a:ext cx="194945" cy="391160"/>
          </a:xfrm>
          <a:prstGeom prst="rect">
            <a:avLst/>
          </a:prstGeom>
        </p:spPr>
        <p:txBody>
          <a:bodyPr wrap="square" lIns="0" tIns="12700" rIns="0" bIns="0" rtlCol="0" vert="horz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dirty="0" sz="2400" spc="-50" b="1">
                <a:solidFill>
                  <a:srgbClr val="FF0052"/>
                </a:solidFill>
                <a:latin typeface="Montserrat"/>
                <a:cs typeface="Arial"/>
              </a:rPr>
              <a:t>3</a:t>
            </a:r>
            <a:endParaRPr sz="2400">
              <a:latin typeface="Arial"/>
              <a:cs typeface="Arial"/>
            </a:endParaRPr>
          </a:p>
        </p:txBody>
      </p:sp>
      <p:sp>
        <p:nvSpPr>
          <p:cNvPr id="12" name="object 12"/>
          <p:cNvSpPr/>
          <p:nvPr/>
        </p:nvSpPr>
        <p:spPr>
          <a:xfrm>
            <a:off x="7891271" y="3505200"/>
            <a:ext cx="875030" cy="710565"/>
          </a:xfrm>
          <a:custGeom>
            <a:avLst/>
            <a:gdLst/>
            <a:ahLst/>
            <a:cxnLst/>
            <a:rect l="l" t="t" r="r" b="b"/>
            <a:pathLst>
              <a:path w="875029" h="710564">
                <a:moveTo>
                  <a:pt x="0" y="118363"/>
                </a:moveTo>
                <a:lnTo>
                  <a:pt x="9296" y="72276"/>
                </a:lnTo>
                <a:lnTo>
                  <a:pt x="34655" y="34655"/>
                </a:lnTo>
                <a:lnTo>
                  <a:pt x="72276" y="9296"/>
                </a:lnTo>
                <a:lnTo>
                  <a:pt x="118363" y="0"/>
                </a:lnTo>
                <a:lnTo>
                  <a:pt x="756411" y="0"/>
                </a:lnTo>
                <a:lnTo>
                  <a:pt x="802499" y="9296"/>
                </a:lnTo>
                <a:lnTo>
                  <a:pt x="840120" y="34655"/>
                </a:lnTo>
                <a:lnTo>
                  <a:pt x="865479" y="72276"/>
                </a:lnTo>
                <a:lnTo>
                  <a:pt x="874776" y="118363"/>
                </a:lnTo>
                <a:lnTo>
                  <a:pt x="874776" y="591819"/>
                </a:lnTo>
                <a:lnTo>
                  <a:pt x="865479" y="637907"/>
                </a:lnTo>
                <a:lnTo>
                  <a:pt x="840120" y="675528"/>
                </a:lnTo>
                <a:lnTo>
                  <a:pt x="802499" y="700887"/>
                </a:lnTo>
                <a:lnTo>
                  <a:pt x="756411" y="710183"/>
                </a:lnTo>
                <a:lnTo>
                  <a:pt x="118363" y="710183"/>
                </a:lnTo>
                <a:lnTo>
                  <a:pt x="72276" y="700887"/>
                </a:lnTo>
                <a:lnTo>
                  <a:pt x="34655" y="675528"/>
                </a:lnTo>
                <a:lnTo>
                  <a:pt x="9296" y="637907"/>
                </a:lnTo>
                <a:lnTo>
                  <a:pt x="0" y="591819"/>
                </a:lnTo>
                <a:lnTo>
                  <a:pt x="0" y="118363"/>
                </a:lnTo>
                <a:close/>
              </a:path>
            </a:pathLst>
          </a:custGeom>
          <a:ln w="12192">
            <a:solidFill>
              <a:srgbClr val="FF0052"/>
            </a:solidFill>
          </a:ln>
        </p:spPr>
        <p:txBody>
          <a:bodyPr wrap="square" lIns="0" tIns="0" rIns="0" bIns="0" rtlCol="0"/>
          <a:lstStyle/>
          <a:p/>
        </p:txBody>
      </p:sp>
      <p:sp>
        <p:nvSpPr>
          <p:cNvPr id="13" name="object 13"/>
          <p:cNvSpPr txBox="1"/>
          <p:nvPr/>
        </p:nvSpPr>
        <p:spPr>
          <a:xfrm>
            <a:off x="8230869" y="3657345"/>
            <a:ext cx="194945" cy="391160"/>
          </a:xfrm>
          <a:prstGeom prst="rect">
            <a:avLst/>
          </a:prstGeom>
        </p:spPr>
        <p:txBody>
          <a:bodyPr wrap="square" lIns="0" tIns="12700" rIns="0" bIns="0" rtlCol="0" vert="horz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dirty="0" sz="2400" spc="-50" b="1">
                <a:solidFill>
                  <a:srgbClr val="FF0052"/>
                </a:solidFill>
                <a:latin typeface="Montserrat"/>
                <a:cs typeface="Arial"/>
              </a:rPr>
              <a:t>4</a:t>
            </a:r>
            <a:endParaRPr sz="2400">
              <a:latin typeface="Arial"/>
              <a:cs typeface="Arial"/>
            </a:endParaRPr>
          </a:p>
        </p:txBody>
      </p:sp>
      <p:sp>
        <p:nvSpPr>
          <p:cNvPr id="14" name="object 14"/>
          <p:cNvSpPr/>
          <p:nvPr/>
        </p:nvSpPr>
        <p:spPr>
          <a:xfrm>
            <a:off x="10113264" y="3538728"/>
            <a:ext cx="875030" cy="707390"/>
          </a:xfrm>
          <a:custGeom>
            <a:avLst/>
            <a:gdLst/>
            <a:ahLst/>
            <a:cxnLst/>
            <a:rect l="l" t="t" r="r" b="b"/>
            <a:pathLst>
              <a:path w="875029" h="707389">
                <a:moveTo>
                  <a:pt x="0" y="117856"/>
                </a:moveTo>
                <a:lnTo>
                  <a:pt x="9253" y="71955"/>
                </a:lnTo>
                <a:lnTo>
                  <a:pt x="34496" y="34496"/>
                </a:lnTo>
                <a:lnTo>
                  <a:pt x="71955" y="9253"/>
                </a:lnTo>
                <a:lnTo>
                  <a:pt x="117855" y="0"/>
                </a:lnTo>
                <a:lnTo>
                  <a:pt x="756919" y="0"/>
                </a:lnTo>
                <a:lnTo>
                  <a:pt x="802820" y="9253"/>
                </a:lnTo>
                <a:lnTo>
                  <a:pt x="840279" y="34496"/>
                </a:lnTo>
                <a:lnTo>
                  <a:pt x="865522" y="71955"/>
                </a:lnTo>
                <a:lnTo>
                  <a:pt x="874776" y="117856"/>
                </a:lnTo>
                <a:lnTo>
                  <a:pt x="874776" y="589280"/>
                </a:lnTo>
                <a:lnTo>
                  <a:pt x="865522" y="635180"/>
                </a:lnTo>
                <a:lnTo>
                  <a:pt x="840279" y="672639"/>
                </a:lnTo>
                <a:lnTo>
                  <a:pt x="802820" y="697882"/>
                </a:lnTo>
                <a:lnTo>
                  <a:pt x="756919" y="707136"/>
                </a:lnTo>
                <a:lnTo>
                  <a:pt x="117855" y="707136"/>
                </a:lnTo>
                <a:lnTo>
                  <a:pt x="71955" y="697882"/>
                </a:lnTo>
                <a:lnTo>
                  <a:pt x="34496" y="672639"/>
                </a:lnTo>
                <a:lnTo>
                  <a:pt x="9253" y="635180"/>
                </a:lnTo>
                <a:lnTo>
                  <a:pt x="0" y="589280"/>
                </a:lnTo>
                <a:lnTo>
                  <a:pt x="0" y="117856"/>
                </a:lnTo>
                <a:close/>
              </a:path>
            </a:pathLst>
          </a:custGeom>
          <a:ln w="12192">
            <a:solidFill>
              <a:srgbClr val="FF0052"/>
            </a:solidFill>
          </a:ln>
        </p:spPr>
        <p:txBody>
          <a:bodyPr wrap="square" lIns="0" tIns="0" rIns="0" bIns="0" rtlCol="0"/>
          <a:lstStyle/>
          <a:p/>
        </p:txBody>
      </p:sp>
      <p:sp>
        <p:nvSpPr>
          <p:cNvPr id="15" name="object 15"/>
          <p:cNvSpPr txBox="1"/>
          <p:nvPr/>
        </p:nvSpPr>
        <p:spPr>
          <a:xfrm>
            <a:off x="10454767" y="3689426"/>
            <a:ext cx="195580" cy="391795"/>
          </a:xfrm>
          <a:prstGeom prst="rect">
            <a:avLst/>
          </a:prstGeom>
        </p:spPr>
        <p:txBody>
          <a:bodyPr wrap="square" lIns="0" tIns="12700" rIns="0" bIns="0" rtlCol="0" vert="horz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dirty="0" sz="2400" spc="-50" b="1">
                <a:solidFill>
                  <a:srgbClr val="FF0052"/>
                </a:solidFill>
                <a:latin typeface="Montserrat"/>
                <a:cs typeface="Arial"/>
              </a:rPr>
              <a:t>5</a:t>
            </a:r>
            <a:endParaRPr sz="2400">
              <a:latin typeface="Arial"/>
              <a:cs typeface="Arial"/>
            </a:endParaRPr>
          </a:p>
        </p:txBody>
      </p:sp>
      <p:sp>
        <p:nvSpPr>
          <p:cNvPr id="16" name="object 16"/>
          <p:cNvSpPr/>
          <p:nvPr/>
        </p:nvSpPr>
        <p:spPr>
          <a:xfrm>
            <a:off x="185928" y="1371600"/>
            <a:ext cx="11753215" cy="5035550"/>
          </a:xfrm>
          <a:custGeom>
            <a:avLst/>
            <a:gdLst/>
            <a:ahLst/>
            <a:cxnLst/>
            <a:rect l="l" t="t" r="r" b="b"/>
            <a:pathLst>
              <a:path w="11753215" h="5035550">
                <a:moveTo>
                  <a:pt x="0" y="171830"/>
                </a:moveTo>
                <a:lnTo>
                  <a:pt x="6138" y="126162"/>
                </a:lnTo>
                <a:lnTo>
                  <a:pt x="23461" y="85118"/>
                </a:lnTo>
                <a:lnTo>
                  <a:pt x="50331" y="50339"/>
                </a:lnTo>
                <a:lnTo>
                  <a:pt x="85110" y="23466"/>
                </a:lnTo>
                <a:lnTo>
                  <a:pt x="126160" y="6140"/>
                </a:lnTo>
                <a:lnTo>
                  <a:pt x="171843" y="0"/>
                </a:lnTo>
                <a:lnTo>
                  <a:pt x="2665857" y="0"/>
                </a:lnTo>
                <a:lnTo>
                  <a:pt x="2711525" y="6140"/>
                </a:lnTo>
                <a:lnTo>
                  <a:pt x="2752569" y="23466"/>
                </a:lnTo>
                <a:lnTo>
                  <a:pt x="2787348" y="50339"/>
                </a:lnTo>
                <a:lnTo>
                  <a:pt x="2814221" y="85118"/>
                </a:lnTo>
                <a:lnTo>
                  <a:pt x="2831547" y="126162"/>
                </a:lnTo>
                <a:lnTo>
                  <a:pt x="2837688" y="171830"/>
                </a:lnTo>
                <a:lnTo>
                  <a:pt x="2837688" y="1407033"/>
                </a:lnTo>
                <a:lnTo>
                  <a:pt x="2831547" y="1452701"/>
                </a:lnTo>
                <a:lnTo>
                  <a:pt x="2814221" y="1493745"/>
                </a:lnTo>
                <a:lnTo>
                  <a:pt x="2787348" y="1528524"/>
                </a:lnTo>
                <a:lnTo>
                  <a:pt x="2752569" y="1555397"/>
                </a:lnTo>
                <a:lnTo>
                  <a:pt x="2711525" y="1572723"/>
                </a:lnTo>
                <a:lnTo>
                  <a:pt x="2665857" y="1578864"/>
                </a:lnTo>
                <a:lnTo>
                  <a:pt x="171843" y="1578864"/>
                </a:lnTo>
                <a:lnTo>
                  <a:pt x="126160" y="1572723"/>
                </a:lnTo>
                <a:lnTo>
                  <a:pt x="85110" y="1555397"/>
                </a:lnTo>
                <a:lnTo>
                  <a:pt x="50331" y="1528524"/>
                </a:lnTo>
                <a:lnTo>
                  <a:pt x="23461" y="1493745"/>
                </a:lnTo>
                <a:lnTo>
                  <a:pt x="6138" y="1452701"/>
                </a:lnTo>
                <a:lnTo>
                  <a:pt x="0" y="1407033"/>
                </a:lnTo>
                <a:lnTo>
                  <a:pt x="0" y="171830"/>
                </a:lnTo>
                <a:close/>
              </a:path>
              <a:path w="11753215" h="5035550">
                <a:moveTo>
                  <a:pt x="4459224" y="171830"/>
                </a:moveTo>
                <a:lnTo>
                  <a:pt x="4465364" y="126162"/>
                </a:lnTo>
                <a:lnTo>
                  <a:pt x="4482690" y="85118"/>
                </a:lnTo>
                <a:lnTo>
                  <a:pt x="4509563" y="50339"/>
                </a:lnTo>
                <a:lnTo>
                  <a:pt x="4544342" y="23466"/>
                </a:lnTo>
                <a:lnTo>
                  <a:pt x="4585386" y="6140"/>
                </a:lnTo>
                <a:lnTo>
                  <a:pt x="4631055" y="0"/>
                </a:lnTo>
                <a:lnTo>
                  <a:pt x="7122033" y="0"/>
                </a:lnTo>
                <a:lnTo>
                  <a:pt x="7167701" y="6140"/>
                </a:lnTo>
                <a:lnTo>
                  <a:pt x="7208745" y="23466"/>
                </a:lnTo>
                <a:lnTo>
                  <a:pt x="7243524" y="50339"/>
                </a:lnTo>
                <a:lnTo>
                  <a:pt x="7270397" y="85118"/>
                </a:lnTo>
                <a:lnTo>
                  <a:pt x="7287723" y="126162"/>
                </a:lnTo>
                <a:lnTo>
                  <a:pt x="7293864" y="171830"/>
                </a:lnTo>
                <a:lnTo>
                  <a:pt x="7293864" y="1407033"/>
                </a:lnTo>
                <a:lnTo>
                  <a:pt x="7287723" y="1452701"/>
                </a:lnTo>
                <a:lnTo>
                  <a:pt x="7270397" y="1493745"/>
                </a:lnTo>
                <a:lnTo>
                  <a:pt x="7243524" y="1528524"/>
                </a:lnTo>
                <a:lnTo>
                  <a:pt x="7208745" y="1555397"/>
                </a:lnTo>
                <a:lnTo>
                  <a:pt x="7167701" y="1572723"/>
                </a:lnTo>
                <a:lnTo>
                  <a:pt x="7122033" y="1578864"/>
                </a:lnTo>
                <a:lnTo>
                  <a:pt x="4631055" y="1578864"/>
                </a:lnTo>
                <a:lnTo>
                  <a:pt x="4585386" y="1572723"/>
                </a:lnTo>
                <a:lnTo>
                  <a:pt x="4544342" y="1555397"/>
                </a:lnTo>
                <a:lnTo>
                  <a:pt x="4509563" y="1528524"/>
                </a:lnTo>
                <a:lnTo>
                  <a:pt x="4482690" y="1493745"/>
                </a:lnTo>
                <a:lnTo>
                  <a:pt x="4465364" y="1452701"/>
                </a:lnTo>
                <a:lnTo>
                  <a:pt x="4459224" y="1407033"/>
                </a:lnTo>
                <a:lnTo>
                  <a:pt x="4459224" y="171830"/>
                </a:lnTo>
                <a:close/>
              </a:path>
              <a:path w="11753215" h="5035550">
                <a:moveTo>
                  <a:pt x="8915400" y="171830"/>
                </a:moveTo>
                <a:lnTo>
                  <a:pt x="8921540" y="126162"/>
                </a:lnTo>
                <a:lnTo>
                  <a:pt x="8938866" y="85118"/>
                </a:lnTo>
                <a:lnTo>
                  <a:pt x="8965739" y="50339"/>
                </a:lnTo>
                <a:lnTo>
                  <a:pt x="9000518" y="23466"/>
                </a:lnTo>
                <a:lnTo>
                  <a:pt x="9041562" y="6140"/>
                </a:lnTo>
                <a:lnTo>
                  <a:pt x="9087231" y="0"/>
                </a:lnTo>
                <a:lnTo>
                  <a:pt x="11581257" y="0"/>
                </a:lnTo>
                <a:lnTo>
                  <a:pt x="11626925" y="6140"/>
                </a:lnTo>
                <a:lnTo>
                  <a:pt x="11667969" y="23466"/>
                </a:lnTo>
                <a:lnTo>
                  <a:pt x="11702748" y="50339"/>
                </a:lnTo>
                <a:lnTo>
                  <a:pt x="11729621" y="85118"/>
                </a:lnTo>
                <a:lnTo>
                  <a:pt x="11746947" y="126162"/>
                </a:lnTo>
                <a:lnTo>
                  <a:pt x="11753088" y="171830"/>
                </a:lnTo>
                <a:lnTo>
                  <a:pt x="11753088" y="1407033"/>
                </a:lnTo>
                <a:lnTo>
                  <a:pt x="11746947" y="1452701"/>
                </a:lnTo>
                <a:lnTo>
                  <a:pt x="11729621" y="1493745"/>
                </a:lnTo>
                <a:lnTo>
                  <a:pt x="11702748" y="1528524"/>
                </a:lnTo>
                <a:lnTo>
                  <a:pt x="11667969" y="1555397"/>
                </a:lnTo>
                <a:lnTo>
                  <a:pt x="11626925" y="1572723"/>
                </a:lnTo>
                <a:lnTo>
                  <a:pt x="11581257" y="1578864"/>
                </a:lnTo>
                <a:lnTo>
                  <a:pt x="9087231" y="1578864"/>
                </a:lnTo>
                <a:lnTo>
                  <a:pt x="9041562" y="1572723"/>
                </a:lnTo>
                <a:lnTo>
                  <a:pt x="9000518" y="1555397"/>
                </a:lnTo>
                <a:lnTo>
                  <a:pt x="8965739" y="1528524"/>
                </a:lnTo>
                <a:lnTo>
                  <a:pt x="8938866" y="1493745"/>
                </a:lnTo>
                <a:lnTo>
                  <a:pt x="8921540" y="1452701"/>
                </a:lnTo>
                <a:lnTo>
                  <a:pt x="8915400" y="1407033"/>
                </a:lnTo>
                <a:lnTo>
                  <a:pt x="8915400" y="171830"/>
                </a:lnTo>
                <a:close/>
              </a:path>
              <a:path w="11753215" h="5035550">
                <a:moveTo>
                  <a:pt x="2286000" y="3625596"/>
                </a:moveTo>
                <a:lnTo>
                  <a:pt x="2292150" y="3579810"/>
                </a:lnTo>
                <a:lnTo>
                  <a:pt x="2309509" y="3538671"/>
                </a:lnTo>
                <a:lnTo>
                  <a:pt x="2336434" y="3503818"/>
                </a:lnTo>
                <a:lnTo>
                  <a:pt x="2371287" y="3476893"/>
                </a:lnTo>
                <a:lnTo>
                  <a:pt x="2412426" y="3459534"/>
                </a:lnTo>
                <a:lnTo>
                  <a:pt x="2458212" y="3453383"/>
                </a:lnTo>
                <a:lnTo>
                  <a:pt x="4948428" y="3453383"/>
                </a:lnTo>
                <a:lnTo>
                  <a:pt x="4994213" y="3459534"/>
                </a:lnTo>
                <a:lnTo>
                  <a:pt x="5035352" y="3476893"/>
                </a:lnTo>
                <a:lnTo>
                  <a:pt x="5070205" y="3503818"/>
                </a:lnTo>
                <a:lnTo>
                  <a:pt x="5097130" y="3538671"/>
                </a:lnTo>
                <a:lnTo>
                  <a:pt x="5114489" y="3579810"/>
                </a:lnTo>
                <a:lnTo>
                  <a:pt x="5120640" y="3625596"/>
                </a:lnTo>
                <a:lnTo>
                  <a:pt x="5120640" y="4863122"/>
                </a:lnTo>
                <a:lnTo>
                  <a:pt x="5114489" y="4908891"/>
                </a:lnTo>
                <a:lnTo>
                  <a:pt x="5097130" y="4950019"/>
                </a:lnTo>
                <a:lnTo>
                  <a:pt x="5070205" y="4984865"/>
                </a:lnTo>
                <a:lnTo>
                  <a:pt x="5035352" y="5011788"/>
                </a:lnTo>
                <a:lnTo>
                  <a:pt x="4994213" y="5029145"/>
                </a:lnTo>
                <a:lnTo>
                  <a:pt x="4948428" y="5035296"/>
                </a:lnTo>
                <a:lnTo>
                  <a:pt x="2458212" y="5035296"/>
                </a:lnTo>
                <a:lnTo>
                  <a:pt x="2412426" y="5029145"/>
                </a:lnTo>
                <a:lnTo>
                  <a:pt x="2371287" y="5011788"/>
                </a:lnTo>
                <a:lnTo>
                  <a:pt x="2336434" y="4984865"/>
                </a:lnTo>
                <a:lnTo>
                  <a:pt x="2309509" y="4950019"/>
                </a:lnTo>
                <a:lnTo>
                  <a:pt x="2292150" y="4908891"/>
                </a:lnTo>
                <a:lnTo>
                  <a:pt x="2286000" y="4863122"/>
                </a:lnTo>
                <a:lnTo>
                  <a:pt x="2286000" y="3625596"/>
                </a:lnTo>
                <a:close/>
              </a:path>
              <a:path w="11753215" h="5035550">
                <a:moveTo>
                  <a:pt x="6763512" y="3592068"/>
                </a:moveTo>
                <a:lnTo>
                  <a:pt x="6769662" y="3546282"/>
                </a:lnTo>
                <a:lnTo>
                  <a:pt x="6787021" y="3505143"/>
                </a:lnTo>
                <a:lnTo>
                  <a:pt x="6813946" y="3470290"/>
                </a:lnTo>
                <a:lnTo>
                  <a:pt x="6848799" y="3443365"/>
                </a:lnTo>
                <a:lnTo>
                  <a:pt x="6889938" y="3426006"/>
                </a:lnTo>
                <a:lnTo>
                  <a:pt x="6935724" y="3419855"/>
                </a:lnTo>
                <a:lnTo>
                  <a:pt x="9425940" y="3419855"/>
                </a:lnTo>
                <a:lnTo>
                  <a:pt x="9471725" y="3426006"/>
                </a:lnTo>
                <a:lnTo>
                  <a:pt x="9512864" y="3443365"/>
                </a:lnTo>
                <a:lnTo>
                  <a:pt x="9547717" y="3470290"/>
                </a:lnTo>
                <a:lnTo>
                  <a:pt x="9574642" y="3505143"/>
                </a:lnTo>
                <a:lnTo>
                  <a:pt x="9592001" y="3546282"/>
                </a:lnTo>
                <a:lnTo>
                  <a:pt x="9598152" y="3592068"/>
                </a:lnTo>
                <a:lnTo>
                  <a:pt x="9598152" y="4829594"/>
                </a:lnTo>
                <a:lnTo>
                  <a:pt x="9592001" y="4875363"/>
                </a:lnTo>
                <a:lnTo>
                  <a:pt x="9574642" y="4916491"/>
                </a:lnTo>
                <a:lnTo>
                  <a:pt x="9547717" y="4951337"/>
                </a:lnTo>
                <a:lnTo>
                  <a:pt x="9512864" y="4978260"/>
                </a:lnTo>
                <a:lnTo>
                  <a:pt x="9471725" y="4995617"/>
                </a:lnTo>
                <a:lnTo>
                  <a:pt x="9425940" y="5001768"/>
                </a:lnTo>
                <a:lnTo>
                  <a:pt x="6935724" y="5001768"/>
                </a:lnTo>
                <a:lnTo>
                  <a:pt x="6889938" y="4995617"/>
                </a:lnTo>
                <a:lnTo>
                  <a:pt x="6848799" y="4978260"/>
                </a:lnTo>
                <a:lnTo>
                  <a:pt x="6813946" y="4951337"/>
                </a:lnTo>
                <a:lnTo>
                  <a:pt x="6787021" y="4916491"/>
                </a:lnTo>
                <a:lnTo>
                  <a:pt x="6769662" y="4875363"/>
                </a:lnTo>
                <a:lnTo>
                  <a:pt x="6763512" y="4829594"/>
                </a:lnTo>
                <a:lnTo>
                  <a:pt x="6763512" y="3592068"/>
                </a:lnTo>
                <a:close/>
              </a:path>
            </a:pathLst>
          </a:custGeom>
          <a:ln w="12192">
            <a:solidFill>
              <a:srgbClr val="FF0052"/>
            </a:solidFill>
          </a:ln>
        </p:spPr>
        <p:txBody>
          <a:bodyPr wrap="square" lIns="0" tIns="0" rIns="0" bIns="0" rtlCol="0"/>
          <a:lstStyle/>
          <a:p/>
        </p:txBody>
      </p:sp>
      <p:sp>
        <p:nvSpPr>
          <p:cNvPr id="17" name="object 17"/>
          <p:cNvSpPr txBox="1">
            <a:spLocks noGrp="1"/>
          </p:cNvSpPr>
          <p:nvPr>
            <p:ph type="sldNum" idx="7" sz="quarter"/>
          </p:nvPr>
        </p:nvSpPr>
        <p:spPr>
          <a:prstGeom prst="rect"/>
        </p:spPr>
        <p:txBody>
          <a:bodyPr wrap="square" lIns="0" tIns="45415" rIns="0" bIns="0" rtlCol="0" vert="horz">
            <a:spAutoFit/>
          </a:bodyPr>
          <a:lstStyle/>
          <a:p>
            <a:pPr marL="63500">
              <a:lnSpc>
                <a:spcPts val="1425"/>
              </a:lnSpc>
            </a:pPr>
            <a:r>
              <a:rPr sz="1200">
                <a:solidFill>
                  <a:srgbClr val="520978"/>
                </a:solidFill>
                <a:latin typeface="Montserrat"/>
              </a:rPr>
              <a:t>11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347472" y="320040"/>
            <a:ext cx="3931920" cy="475488"/>
          </a:xfrm>
          <a:prstGeom prst="roundRect">
            <a:avLst>
              <a:gd name="adj" fmla="val 50000"/>
            </a:avLst>
          </a:prstGeom>
          <a:solidFill>
            <a:srgbClr val="FF005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28016" rIns="128016"/>
          <a:lstStyle/>
          <a:p>
            <a:pPr algn="l"/>
            <a:r>
              <a:rPr sz="1300" b="1">
                <a:solidFill>
                  <a:srgbClr val="FFFFFF"/>
                </a:solidFill>
                <a:latin typeface="Montserrat"/>
              </a:rPr>
              <a:t>06 · Планы по развитию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85800" y="4133087"/>
            <a:ext cx="237744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ct val="112000"/>
              </a:lnSpc>
              <a:spcAft>
                <a:spcPts val="0"/>
              </a:spcAft>
            </a:pPr>
            <a:r>
              <a:rPr sz="1000" b="0">
                <a:solidFill>
                  <a:srgbClr val="1C1D22"/>
                </a:solidFill>
                <a:latin typeface="Montserrat"/>
              </a:rPr>
              <a:t>Браузерный smoke-тест
основных сценариев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2907791" y="4133087"/>
            <a:ext cx="237744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ct val="112000"/>
              </a:lnSpc>
              <a:spcAft>
                <a:spcPts val="0"/>
              </a:spcAft>
            </a:pPr>
            <a:r>
              <a:rPr sz="1000" b="0">
                <a:solidFill>
                  <a:srgbClr val="1C1D22"/>
                </a:solidFill>
                <a:latin typeface="Montserrat"/>
              </a:rPr>
              <a:t>Замер нагрузки
Locust на стенде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157216" y="4133087"/>
            <a:ext cx="237744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ct val="112000"/>
              </a:lnSpc>
              <a:spcAft>
                <a:spcPts val="0"/>
              </a:spcAft>
            </a:pPr>
            <a:r>
              <a:rPr sz="1000" b="0">
                <a:solidFill>
                  <a:srgbClr val="1C1D22"/>
                </a:solidFill>
                <a:latin typeface="Montserrat"/>
              </a:rPr>
              <a:t>Резервное восстановление
в CI-конвейере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388352" y="4133087"/>
            <a:ext cx="237744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ct val="112000"/>
              </a:lnSpc>
              <a:spcAft>
                <a:spcPts val="0"/>
              </a:spcAft>
            </a:pPr>
            <a:r>
              <a:rPr sz="1000" b="0">
                <a:solidFill>
                  <a:srgbClr val="1C1D22"/>
                </a:solidFill>
                <a:latin typeface="Montserrat"/>
              </a:rPr>
              <a:t>Подтверждение контура
хранения данных в РФ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9610344" y="4133087"/>
            <a:ext cx="237744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ct val="112000"/>
              </a:lnSpc>
              <a:spcAft>
                <a:spcPts val="0"/>
              </a:spcAft>
            </a:pPr>
            <a:r>
              <a:rPr sz="1000" b="0">
                <a:solidFill>
                  <a:srgbClr val="1C1D22"/>
                </a:solidFill>
                <a:latin typeface="Montserrat"/>
              </a:rPr>
              <a:t>Перенос production
после согласования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object 2"/>
          <p:cNvGrpSpPr/>
          <p:nvPr/>
        </p:nvGrpSpPr>
        <p:grpSpPr>
          <a:xfrm>
            <a:off x="0" y="0"/>
            <a:ext cx="11874500" cy="6858000"/>
            <a:chOff x="0" y="0"/>
            <a:chExt cx="11874500" cy="6858000"/>
          </a:xfrm>
        </p:grpSpPr>
        <p:pic>
          <p:nvPicPr>
            <p:cNvPr id="3" name="object 3"/>
            <p:cNvPicPr/>
            <p:nvPr/>
          </p:nvPicPr>
          <p:blipFill>
            <a:blip r:embed="rId2" cstate="print"/>
            <a:stretch>
              <a:fillRect/>
            </a:stretch>
          </p:blipFill>
          <p:spPr>
            <a:xfrm>
              <a:off x="0" y="0"/>
              <a:ext cx="11874500" cy="6857999"/>
            </a:xfrm>
            <a:prstGeom prst="rect">
              <a:avLst/>
            </a:prstGeom>
          </p:spPr>
        </p:pic>
        <p:sp>
          <p:nvSpPr>
            <p:cNvPr id="4" name="object 4"/>
            <p:cNvSpPr/>
            <p:nvPr/>
          </p:nvSpPr>
          <p:spPr>
            <a:xfrm>
              <a:off x="347472" y="323088"/>
              <a:ext cx="3108960" cy="622300"/>
            </a:xfrm>
            <a:custGeom>
              <a:avLst/>
              <a:gdLst/>
              <a:ahLst/>
              <a:cxnLst/>
              <a:rect l="l" t="t" r="r" b="b"/>
              <a:pathLst>
                <a:path w="3108960" h="622300">
                  <a:moveTo>
                    <a:pt x="2992628" y="0"/>
                  </a:moveTo>
                  <a:lnTo>
                    <a:pt x="116319" y="0"/>
                  </a:lnTo>
                  <a:lnTo>
                    <a:pt x="71039" y="9140"/>
                  </a:lnTo>
                  <a:lnTo>
                    <a:pt x="34066" y="34067"/>
                  </a:lnTo>
                  <a:lnTo>
                    <a:pt x="9139" y="71044"/>
                  </a:lnTo>
                  <a:lnTo>
                    <a:pt x="0" y="116331"/>
                  </a:lnTo>
                  <a:lnTo>
                    <a:pt x="0" y="505459"/>
                  </a:lnTo>
                  <a:lnTo>
                    <a:pt x="9139" y="550747"/>
                  </a:lnTo>
                  <a:lnTo>
                    <a:pt x="34066" y="587724"/>
                  </a:lnTo>
                  <a:lnTo>
                    <a:pt x="71039" y="612651"/>
                  </a:lnTo>
                  <a:lnTo>
                    <a:pt x="116319" y="621791"/>
                  </a:lnTo>
                  <a:lnTo>
                    <a:pt x="2992628" y="621791"/>
                  </a:lnTo>
                  <a:lnTo>
                    <a:pt x="3037915" y="612651"/>
                  </a:lnTo>
                  <a:lnTo>
                    <a:pt x="3074892" y="587724"/>
                  </a:lnTo>
                  <a:lnTo>
                    <a:pt x="3099819" y="550747"/>
                  </a:lnTo>
                  <a:lnTo>
                    <a:pt x="3108960" y="505459"/>
                  </a:lnTo>
                  <a:lnTo>
                    <a:pt x="3108960" y="116331"/>
                  </a:lnTo>
                  <a:lnTo>
                    <a:pt x="3099819" y="71044"/>
                  </a:lnTo>
                  <a:lnTo>
                    <a:pt x="3074892" y="34067"/>
                  </a:lnTo>
                  <a:lnTo>
                    <a:pt x="3037915" y="9140"/>
                  </a:lnTo>
                  <a:lnTo>
                    <a:pt x="2992628" y="0"/>
                  </a:lnTo>
                  <a:close/>
                </a:path>
              </a:pathLst>
            </a:custGeom>
            <a:solidFill>
              <a:srgbClr val="520977"/>
            </a:solidFill>
          </p:spPr>
          <p:txBody>
            <a:bodyPr wrap="square" lIns="0" tIns="0" rIns="0" bIns="0" rtlCol="0"/>
            <a:lstStyle/>
            <a:p/>
          </p:txBody>
        </p:sp>
        <p:pic>
          <p:nvPicPr>
            <p:cNvPr id="5" name="object 5"/>
            <p:cNvPicPr/>
            <p:nvPr/>
          </p:nvPicPr>
          <p:blipFill>
            <a:blip r:embed="rId3" cstate="print"/>
            <a:stretch>
              <a:fillRect/>
            </a:stretch>
          </p:blipFill>
          <p:spPr>
            <a:xfrm>
              <a:off x="1094232" y="1133855"/>
              <a:ext cx="4372229" cy="2924429"/>
            </a:xfrm>
            <a:prstGeom prst="rect">
              <a:avLst/>
            </a:prstGeom>
          </p:spPr>
        </p:pic>
        <p:sp>
          <p:nvSpPr>
            <p:cNvPr id="6" name="object 6"/>
            <p:cNvSpPr/>
            <p:nvPr/>
          </p:nvSpPr>
          <p:spPr>
            <a:xfrm>
              <a:off x="1149096" y="1149096"/>
              <a:ext cx="4267200" cy="2822575"/>
            </a:xfrm>
            <a:custGeom>
              <a:avLst/>
              <a:gdLst/>
              <a:ahLst/>
              <a:cxnLst/>
              <a:rect l="l" t="t" r="r" b="b"/>
              <a:pathLst>
                <a:path w="4267200" h="2822575">
                  <a:moveTo>
                    <a:pt x="4230751" y="0"/>
                  </a:moveTo>
                  <a:lnTo>
                    <a:pt x="36461" y="0"/>
                  </a:lnTo>
                  <a:lnTo>
                    <a:pt x="22272" y="2873"/>
                  </a:lnTo>
                  <a:lnTo>
                    <a:pt x="10682" y="10699"/>
                  </a:lnTo>
                  <a:lnTo>
                    <a:pt x="2866" y="22288"/>
                  </a:lnTo>
                  <a:lnTo>
                    <a:pt x="0" y="36449"/>
                  </a:lnTo>
                  <a:lnTo>
                    <a:pt x="0" y="2785998"/>
                  </a:lnTo>
                  <a:lnTo>
                    <a:pt x="2866" y="2800159"/>
                  </a:lnTo>
                  <a:lnTo>
                    <a:pt x="10682" y="2811748"/>
                  </a:lnTo>
                  <a:lnTo>
                    <a:pt x="22272" y="2819574"/>
                  </a:lnTo>
                  <a:lnTo>
                    <a:pt x="36461" y="2822447"/>
                  </a:lnTo>
                  <a:lnTo>
                    <a:pt x="4230751" y="2822447"/>
                  </a:lnTo>
                  <a:lnTo>
                    <a:pt x="4244911" y="2819574"/>
                  </a:lnTo>
                  <a:lnTo>
                    <a:pt x="4256500" y="2811748"/>
                  </a:lnTo>
                  <a:lnTo>
                    <a:pt x="4264326" y="2800159"/>
                  </a:lnTo>
                  <a:lnTo>
                    <a:pt x="4267200" y="2785998"/>
                  </a:lnTo>
                  <a:lnTo>
                    <a:pt x="4267200" y="36449"/>
                  </a:lnTo>
                  <a:lnTo>
                    <a:pt x="4264326" y="22288"/>
                  </a:lnTo>
                  <a:lnTo>
                    <a:pt x="4256500" y="10699"/>
                  </a:lnTo>
                  <a:lnTo>
                    <a:pt x="4244911" y="2873"/>
                  </a:lnTo>
                  <a:lnTo>
                    <a:pt x="4230751" y="0"/>
                  </a:lnTo>
                  <a:close/>
                </a:path>
              </a:pathLst>
            </a:custGeom>
            <a:solidFill>
              <a:srgbClr val="520977"/>
            </a:solidFill>
          </p:spPr>
          <p:txBody>
            <a:bodyPr wrap="square" lIns="0" tIns="0" rIns="0" bIns="0" rtlCol="0"/>
            <a:lstStyle/>
            <a:p/>
          </p:txBody>
        </p:sp>
        <p:sp>
          <p:nvSpPr>
            <p:cNvPr id="7" name="object 7"/>
            <p:cNvSpPr/>
            <p:nvPr/>
          </p:nvSpPr>
          <p:spPr>
            <a:xfrm>
              <a:off x="1149096" y="1203959"/>
              <a:ext cx="4267200" cy="353695"/>
            </a:xfrm>
            <a:custGeom>
              <a:avLst/>
              <a:gdLst/>
              <a:ahLst/>
              <a:cxnLst/>
              <a:rect l="l" t="t" r="r" b="b"/>
              <a:pathLst>
                <a:path w="4267200" h="353694">
                  <a:moveTo>
                    <a:pt x="4267200" y="155448"/>
                  </a:moveTo>
                  <a:lnTo>
                    <a:pt x="2340864" y="155448"/>
                  </a:lnTo>
                  <a:lnTo>
                    <a:pt x="2340864" y="42418"/>
                  </a:lnTo>
                  <a:lnTo>
                    <a:pt x="2337536" y="25882"/>
                  </a:lnTo>
                  <a:lnTo>
                    <a:pt x="2328456" y="12407"/>
                  </a:lnTo>
                  <a:lnTo>
                    <a:pt x="2314981" y="3327"/>
                  </a:lnTo>
                  <a:lnTo>
                    <a:pt x="2298446" y="0"/>
                  </a:lnTo>
                  <a:lnTo>
                    <a:pt x="676402" y="0"/>
                  </a:lnTo>
                  <a:lnTo>
                    <a:pt x="659853" y="3327"/>
                  </a:lnTo>
                  <a:lnTo>
                    <a:pt x="646379" y="12407"/>
                  </a:lnTo>
                  <a:lnTo>
                    <a:pt x="637298" y="25882"/>
                  </a:lnTo>
                  <a:lnTo>
                    <a:pt x="633984" y="42418"/>
                  </a:lnTo>
                  <a:lnTo>
                    <a:pt x="633984" y="155448"/>
                  </a:lnTo>
                  <a:lnTo>
                    <a:pt x="0" y="155448"/>
                  </a:lnTo>
                  <a:lnTo>
                    <a:pt x="0" y="353568"/>
                  </a:lnTo>
                  <a:lnTo>
                    <a:pt x="676402" y="353568"/>
                  </a:lnTo>
                  <a:lnTo>
                    <a:pt x="2298446" y="353568"/>
                  </a:lnTo>
                  <a:lnTo>
                    <a:pt x="4267200" y="353568"/>
                  </a:lnTo>
                  <a:lnTo>
                    <a:pt x="4267200" y="155448"/>
                  </a:lnTo>
                  <a:close/>
                </a:path>
              </a:pathLst>
            </a:custGeom>
            <a:solidFill>
              <a:srgbClr val="160928"/>
            </a:solidFill>
          </p:spPr>
          <p:txBody>
            <a:bodyPr wrap="square" lIns="0" tIns="0" rIns="0" bIns="0" rtlCol="0"/>
            <a:lstStyle/>
            <a:p/>
          </p:txBody>
        </p:sp>
        <p:sp>
          <p:nvSpPr>
            <p:cNvPr id="8" name="object 8"/>
            <p:cNvSpPr/>
            <p:nvPr/>
          </p:nvSpPr>
          <p:spPr>
            <a:xfrm>
              <a:off x="1219200" y="1225296"/>
              <a:ext cx="60960" cy="60960"/>
            </a:xfrm>
            <a:custGeom>
              <a:avLst/>
              <a:gdLst/>
              <a:ahLst/>
              <a:cxnLst/>
              <a:rect l="l" t="t" r="r" b="b"/>
              <a:pathLst>
                <a:path w="60959" h="60959">
                  <a:moveTo>
                    <a:pt x="30480" y="0"/>
                  </a:moveTo>
                  <a:lnTo>
                    <a:pt x="18618" y="2387"/>
                  </a:lnTo>
                  <a:lnTo>
                    <a:pt x="8929" y="8905"/>
                  </a:lnTo>
                  <a:lnTo>
                    <a:pt x="2396" y="18591"/>
                  </a:lnTo>
                  <a:lnTo>
                    <a:pt x="0" y="30479"/>
                  </a:lnTo>
                  <a:lnTo>
                    <a:pt x="2396" y="42368"/>
                  </a:lnTo>
                  <a:lnTo>
                    <a:pt x="8929" y="52054"/>
                  </a:lnTo>
                  <a:lnTo>
                    <a:pt x="18618" y="58572"/>
                  </a:lnTo>
                  <a:lnTo>
                    <a:pt x="30480" y="60959"/>
                  </a:lnTo>
                  <a:lnTo>
                    <a:pt x="42341" y="58572"/>
                  </a:lnTo>
                  <a:lnTo>
                    <a:pt x="52030" y="52054"/>
                  </a:lnTo>
                  <a:lnTo>
                    <a:pt x="58563" y="42368"/>
                  </a:lnTo>
                  <a:lnTo>
                    <a:pt x="60959" y="30479"/>
                  </a:lnTo>
                  <a:lnTo>
                    <a:pt x="58563" y="18591"/>
                  </a:lnTo>
                  <a:lnTo>
                    <a:pt x="52030" y="8905"/>
                  </a:lnTo>
                  <a:lnTo>
                    <a:pt x="42341" y="2387"/>
                  </a:lnTo>
                  <a:lnTo>
                    <a:pt x="30480" y="0"/>
                  </a:lnTo>
                  <a:close/>
                </a:path>
              </a:pathLst>
            </a:custGeom>
            <a:solidFill>
              <a:srgbClr val="FFD5E2"/>
            </a:solidFill>
          </p:spPr>
          <p:txBody>
            <a:bodyPr wrap="square" lIns="0" tIns="0" rIns="0" bIns="0" rtlCol="0"/>
            <a:lstStyle/>
            <a:p/>
          </p:txBody>
        </p:sp>
        <p:sp>
          <p:nvSpPr>
            <p:cNvPr id="9" name="object 9"/>
            <p:cNvSpPr/>
            <p:nvPr/>
          </p:nvSpPr>
          <p:spPr>
            <a:xfrm>
              <a:off x="1325880" y="1225296"/>
              <a:ext cx="60960" cy="60960"/>
            </a:xfrm>
            <a:custGeom>
              <a:avLst/>
              <a:gdLst/>
              <a:ahLst/>
              <a:cxnLst/>
              <a:rect l="l" t="t" r="r" b="b"/>
              <a:pathLst>
                <a:path w="60959" h="60959">
                  <a:moveTo>
                    <a:pt x="30479" y="0"/>
                  </a:moveTo>
                  <a:lnTo>
                    <a:pt x="18591" y="2387"/>
                  </a:lnTo>
                  <a:lnTo>
                    <a:pt x="8905" y="8905"/>
                  </a:lnTo>
                  <a:lnTo>
                    <a:pt x="2387" y="18591"/>
                  </a:lnTo>
                  <a:lnTo>
                    <a:pt x="0" y="30479"/>
                  </a:lnTo>
                  <a:lnTo>
                    <a:pt x="2387" y="42368"/>
                  </a:lnTo>
                  <a:lnTo>
                    <a:pt x="8905" y="52054"/>
                  </a:lnTo>
                  <a:lnTo>
                    <a:pt x="18591" y="58572"/>
                  </a:lnTo>
                  <a:lnTo>
                    <a:pt x="30479" y="60959"/>
                  </a:lnTo>
                  <a:lnTo>
                    <a:pt x="42368" y="58572"/>
                  </a:lnTo>
                  <a:lnTo>
                    <a:pt x="52054" y="52054"/>
                  </a:lnTo>
                  <a:lnTo>
                    <a:pt x="58572" y="42368"/>
                  </a:lnTo>
                  <a:lnTo>
                    <a:pt x="60959" y="30479"/>
                  </a:lnTo>
                  <a:lnTo>
                    <a:pt x="58572" y="18591"/>
                  </a:lnTo>
                  <a:lnTo>
                    <a:pt x="52054" y="8905"/>
                  </a:lnTo>
                  <a:lnTo>
                    <a:pt x="42368" y="2387"/>
                  </a:lnTo>
                  <a:lnTo>
                    <a:pt x="30479" y="0"/>
                  </a:lnTo>
                  <a:close/>
                </a:path>
              </a:pathLst>
            </a:custGeom>
            <a:solidFill>
              <a:srgbClr val="FB3777"/>
            </a:solidFill>
          </p:spPr>
          <p:txBody>
            <a:bodyPr wrap="square" lIns="0" tIns="0" rIns="0" bIns="0" rtlCol="0"/>
            <a:lstStyle/>
            <a:p/>
          </p:txBody>
        </p:sp>
        <p:sp>
          <p:nvSpPr>
            <p:cNvPr id="10" name="object 10"/>
            <p:cNvSpPr/>
            <p:nvPr/>
          </p:nvSpPr>
          <p:spPr>
            <a:xfrm>
              <a:off x="1432560" y="1225296"/>
              <a:ext cx="60960" cy="60960"/>
            </a:xfrm>
            <a:custGeom>
              <a:avLst/>
              <a:gdLst/>
              <a:ahLst/>
              <a:cxnLst/>
              <a:rect l="l" t="t" r="r" b="b"/>
              <a:pathLst>
                <a:path w="60959" h="60959">
                  <a:moveTo>
                    <a:pt x="30480" y="0"/>
                  </a:moveTo>
                  <a:lnTo>
                    <a:pt x="18591" y="2387"/>
                  </a:lnTo>
                  <a:lnTo>
                    <a:pt x="8905" y="8905"/>
                  </a:lnTo>
                  <a:lnTo>
                    <a:pt x="2387" y="18591"/>
                  </a:lnTo>
                  <a:lnTo>
                    <a:pt x="0" y="30479"/>
                  </a:lnTo>
                  <a:lnTo>
                    <a:pt x="2387" y="42368"/>
                  </a:lnTo>
                  <a:lnTo>
                    <a:pt x="8905" y="52054"/>
                  </a:lnTo>
                  <a:lnTo>
                    <a:pt x="18591" y="58572"/>
                  </a:lnTo>
                  <a:lnTo>
                    <a:pt x="30480" y="60959"/>
                  </a:lnTo>
                  <a:lnTo>
                    <a:pt x="42368" y="58572"/>
                  </a:lnTo>
                  <a:lnTo>
                    <a:pt x="52054" y="52054"/>
                  </a:lnTo>
                  <a:lnTo>
                    <a:pt x="58572" y="42368"/>
                  </a:lnTo>
                  <a:lnTo>
                    <a:pt x="60959" y="30479"/>
                  </a:lnTo>
                  <a:lnTo>
                    <a:pt x="58572" y="18591"/>
                  </a:lnTo>
                  <a:lnTo>
                    <a:pt x="52054" y="8905"/>
                  </a:lnTo>
                  <a:lnTo>
                    <a:pt x="42368" y="2387"/>
                  </a:lnTo>
                  <a:lnTo>
                    <a:pt x="30480" y="0"/>
                  </a:lnTo>
                  <a:close/>
                </a:path>
              </a:pathLst>
            </a:custGeom>
            <a:solidFill>
              <a:srgbClr val="8983D1"/>
            </a:solidFill>
          </p:spPr>
          <p:txBody>
            <a:bodyPr wrap="square" lIns="0" tIns="0" rIns="0" bIns="0" rtlCol="0"/>
            <a:lstStyle/>
            <a:p/>
          </p:txBody>
        </p:sp>
        <p:sp>
          <p:nvSpPr>
            <p:cNvPr id="11" name="object 11"/>
            <p:cNvSpPr/>
            <p:nvPr/>
          </p:nvSpPr>
          <p:spPr>
            <a:xfrm>
              <a:off x="1889760" y="1395983"/>
              <a:ext cx="3203575" cy="128270"/>
            </a:xfrm>
            <a:custGeom>
              <a:avLst/>
              <a:gdLst/>
              <a:ahLst/>
              <a:cxnLst/>
              <a:rect l="l" t="t" r="r" b="b"/>
              <a:pathLst>
                <a:path w="3203575" h="128269">
                  <a:moveTo>
                    <a:pt x="3203448" y="0"/>
                  </a:moveTo>
                  <a:lnTo>
                    <a:pt x="0" y="0"/>
                  </a:lnTo>
                  <a:lnTo>
                    <a:pt x="0" y="128015"/>
                  </a:lnTo>
                  <a:lnTo>
                    <a:pt x="3203448" y="128015"/>
                  </a:lnTo>
                  <a:lnTo>
                    <a:pt x="3203448" y="0"/>
                  </a:lnTo>
                  <a:close/>
                </a:path>
              </a:pathLst>
            </a:custGeom>
            <a:solidFill>
              <a:srgbClr val="FFFFFF"/>
            </a:solidFill>
          </p:spPr>
          <p:txBody>
            <a:bodyPr wrap="square" lIns="0" tIns="0" rIns="0" bIns="0" rtlCol="0"/>
            <a:lstStyle/>
            <a:p/>
          </p:txBody>
        </p:sp>
        <p:sp>
          <p:nvSpPr>
            <p:cNvPr id="12" name="object 12"/>
            <p:cNvSpPr/>
            <p:nvPr/>
          </p:nvSpPr>
          <p:spPr>
            <a:xfrm>
              <a:off x="5209032" y="1203959"/>
              <a:ext cx="97790" cy="97790"/>
            </a:xfrm>
            <a:custGeom>
              <a:avLst/>
              <a:gdLst/>
              <a:ahLst/>
              <a:cxnLst/>
              <a:rect l="l" t="t" r="r" b="b"/>
              <a:pathLst>
                <a:path w="97789" h="97790">
                  <a:moveTo>
                    <a:pt x="24384" y="74549"/>
                  </a:moveTo>
                  <a:lnTo>
                    <a:pt x="22987" y="73152"/>
                  </a:lnTo>
                  <a:lnTo>
                    <a:pt x="21209" y="73152"/>
                  </a:lnTo>
                  <a:lnTo>
                    <a:pt x="1397" y="73152"/>
                  </a:lnTo>
                  <a:lnTo>
                    <a:pt x="0" y="74549"/>
                  </a:lnTo>
                  <a:lnTo>
                    <a:pt x="0" y="96139"/>
                  </a:lnTo>
                  <a:lnTo>
                    <a:pt x="1397" y="97536"/>
                  </a:lnTo>
                  <a:lnTo>
                    <a:pt x="22987" y="97536"/>
                  </a:lnTo>
                  <a:lnTo>
                    <a:pt x="24384" y="96139"/>
                  </a:lnTo>
                  <a:lnTo>
                    <a:pt x="24384" y="74549"/>
                  </a:lnTo>
                  <a:close/>
                </a:path>
                <a:path w="97789" h="97790">
                  <a:moveTo>
                    <a:pt x="24384" y="37973"/>
                  </a:moveTo>
                  <a:lnTo>
                    <a:pt x="22987" y="36576"/>
                  </a:lnTo>
                  <a:lnTo>
                    <a:pt x="21209" y="36576"/>
                  </a:lnTo>
                  <a:lnTo>
                    <a:pt x="1397" y="36576"/>
                  </a:lnTo>
                  <a:lnTo>
                    <a:pt x="0" y="37973"/>
                  </a:lnTo>
                  <a:lnTo>
                    <a:pt x="0" y="59563"/>
                  </a:lnTo>
                  <a:lnTo>
                    <a:pt x="1397" y="60960"/>
                  </a:lnTo>
                  <a:lnTo>
                    <a:pt x="22987" y="60960"/>
                  </a:lnTo>
                  <a:lnTo>
                    <a:pt x="24384" y="59563"/>
                  </a:lnTo>
                  <a:lnTo>
                    <a:pt x="24384" y="37973"/>
                  </a:lnTo>
                  <a:close/>
                </a:path>
                <a:path w="97789" h="97790">
                  <a:moveTo>
                    <a:pt x="24384" y="1397"/>
                  </a:moveTo>
                  <a:lnTo>
                    <a:pt x="22987" y="0"/>
                  </a:lnTo>
                  <a:lnTo>
                    <a:pt x="21209" y="0"/>
                  </a:lnTo>
                  <a:lnTo>
                    <a:pt x="1397" y="0"/>
                  </a:lnTo>
                  <a:lnTo>
                    <a:pt x="0" y="1397"/>
                  </a:lnTo>
                  <a:lnTo>
                    <a:pt x="0" y="23114"/>
                  </a:lnTo>
                  <a:lnTo>
                    <a:pt x="1397" y="24384"/>
                  </a:lnTo>
                  <a:lnTo>
                    <a:pt x="22987" y="24384"/>
                  </a:lnTo>
                  <a:lnTo>
                    <a:pt x="24384" y="23114"/>
                  </a:lnTo>
                  <a:lnTo>
                    <a:pt x="24384" y="1397"/>
                  </a:lnTo>
                  <a:close/>
                </a:path>
                <a:path w="97789" h="97790">
                  <a:moveTo>
                    <a:pt x="60960" y="74549"/>
                  </a:moveTo>
                  <a:lnTo>
                    <a:pt x="59563" y="73152"/>
                  </a:lnTo>
                  <a:lnTo>
                    <a:pt x="57912" y="73152"/>
                  </a:lnTo>
                  <a:lnTo>
                    <a:pt x="37973" y="73152"/>
                  </a:lnTo>
                  <a:lnTo>
                    <a:pt x="36576" y="74549"/>
                  </a:lnTo>
                  <a:lnTo>
                    <a:pt x="36576" y="96139"/>
                  </a:lnTo>
                  <a:lnTo>
                    <a:pt x="37973" y="97536"/>
                  </a:lnTo>
                  <a:lnTo>
                    <a:pt x="59563" y="97536"/>
                  </a:lnTo>
                  <a:lnTo>
                    <a:pt x="60960" y="96139"/>
                  </a:lnTo>
                  <a:lnTo>
                    <a:pt x="60960" y="74549"/>
                  </a:lnTo>
                  <a:close/>
                </a:path>
                <a:path w="97789" h="97790">
                  <a:moveTo>
                    <a:pt x="60960" y="37973"/>
                  </a:moveTo>
                  <a:lnTo>
                    <a:pt x="59563" y="36576"/>
                  </a:lnTo>
                  <a:lnTo>
                    <a:pt x="57912" y="36576"/>
                  </a:lnTo>
                  <a:lnTo>
                    <a:pt x="37973" y="36576"/>
                  </a:lnTo>
                  <a:lnTo>
                    <a:pt x="36576" y="37973"/>
                  </a:lnTo>
                  <a:lnTo>
                    <a:pt x="36576" y="59563"/>
                  </a:lnTo>
                  <a:lnTo>
                    <a:pt x="37973" y="60960"/>
                  </a:lnTo>
                  <a:lnTo>
                    <a:pt x="59563" y="60960"/>
                  </a:lnTo>
                  <a:lnTo>
                    <a:pt x="60960" y="59563"/>
                  </a:lnTo>
                  <a:lnTo>
                    <a:pt x="60960" y="37973"/>
                  </a:lnTo>
                  <a:close/>
                </a:path>
                <a:path w="97789" h="97790">
                  <a:moveTo>
                    <a:pt x="60960" y="1397"/>
                  </a:moveTo>
                  <a:lnTo>
                    <a:pt x="59563" y="0"/>
                  </a:lnTo>
                  <a:lnTo>
                    <a:pt x="57912" y="0"/>
                  </a:lnTo>
                  <a:lnTo>
                    <a:pt x="37973" y="0"/>
                  </a:lnTo>
                  <a:lnTo>
                    <a:pt x="36576" y="1397"/>
                  </a:lnTo>
                  <a:lnTo>
                    <a:pt x="36576" y="23114"/>
                  </a:lnTo>
                  <a:lnTo>
                    <a:pt x="37973" y="24384"/>
                  </a:lnTo>
                  <a:lnTo>
                    <a:pt x="59563" y="24384"/>
                  </a:lnTo>
                  <a:lnTo>
                    <a:pt x="60960" y="23114"/>
                  </a:lnTo>
                  <a:lnTo>
                    <a:pt x="60960" y="1397"/>
                  </a:lnTo>
                  <a:close/>
                </a:path>
                <a:path w="97789" h="97790">
                  <a:moveTo>
                    <a:pt x="97536" y="74549"/>
                  </a:moveTo>
                  <a:lnTo>
                    <a:pt x="96139" y="73152"/>
                  </a:lnTo>
                  <a:lnTo>
                    <a:pt x="94488" y="73152"/>
                  </a:lnTo>
                  <a:lnTo>
                    <a:pt x="74422" y="73152"/>
                  </a:lnTo>
                  <a:lnTo>
                    <a:pt x="73152" y="74549"/>
                  </a:lnTo>
                  <a:lnTo>
                    <a:pt x="73152" y="96139"/>
                  </a:lnTo>
                  <a:lnTo>
                    <a:pt x="74422" y="97536"/>
                  </a:lnTo>
                  <a:lnTo>
                    <a:pt x="96139" y="97536"/>
                  </a:lnTo>
                  <a:lnTo>
                    <a:pt x="97536" y="96139"/>
                  </a:lnTo>
                  <a:lnTo>
                    <a:pt x="97536" y="74549"/>
                  </a:lnTo>
                  <a:close/>
                </a:path>
                <a:path w="97789" h="97790">
                  <a:moveTo>
                    <a:pt x="97536" y="37973"/>
                  </a:moveTo>
                  <a:lnTo>
                    <a:pt x="96139" y="36576"/>
                  </a:lnTo>
                  <a:lnTo>
                    <a:pt x="94488" y="36576"/>
                  </a:lnTo>
                  <a:lnTo>
                    <a:pt x="74422" y="36576"/>
                  </a:lnTo>
                  <a:lnTo>
                    <a:pt x="73152" y="37973"/>
                  </a:lnTo>
                  <a:lnTo>
                    <a:pt x="73152" y="59563"/>
                  </a:lnTo>
                  <a:lnTo>
                    <a:pt x="74422" y="60960"/>
                  </a:lnTo>
                  <a:lnTo>
                    <a:pt x="96139" y="60960"/>
                  </a:lnTo>
                  <a:lnTo>
                    <a:pt x="97536" y="59563"/>
                  </a:lnTo>
                  <a:lnTo>
                    <a:pt x="97536" y="37973"/>
                  </a:lnTo>
                  <a:close/>
                </a:path>
                <a:path w="97789" h="97790">
                  <a:moveTo>
                    <a:pt x="97536" y="1397"/>
                  </a:moveTo>
                  <a:lnTo>
                    <a:pt x="96139" y="0"/>
                  </a:lnTo>
                  <a:lnTo>
                    <a:pt x="94488" y="0"/>
                  </a:lnTo>
                  <a:lnTo>
                    <a:pt x="74422" y="0"/>
                  </a:lnTo>
                  <a:lnTo>
                    <a:pt x="73152" y="1397"/>
                  </a:lnTo>
                  <a:lnTo>
                    <a:pt x="73152" y="23114"/>
                  </a:lnTo>
                  <a:lnTo>
                    <a:pt x="74422" y="24384"/>
                  </a:lnTo>
                  <a:lnTo>
                    <a:pt x="96139" y="24384"/>
                  </a:lnTo>
                  <a:lnTo>
                    <a:pt x="97536" y="23114"/>
                  </a:lnTo>
                  <a:lnTo>
                    <a:pt x="97536" y="1397"/>
                  </a:lnTo>
                  <a:close/>
                </a:path>
              </a:pathLst>
            </a:custGeom>
            <a:solidFill>
              <a:srgbClr val="7E7E7E"/>
            </a:solidFill>
          </p:spPr>
          <p:txBody>
            <a:bodyPr wrap="square" lIns="0" tIns="0" rIns="0" bIns="0" rtlCol="0"/>
            <a:lstStyle/>
            <a:p/>
          </p:txBody>
        </p:sp>
        <p:pic>
          <p:nvPicPr>
            <p:cNvPr id="13" name="object 13"/>
            <p:cNvPicPr/>
            <p:nvPr/>
          </p:nvPicPr>
          <p:blipFill>
            <a:blip r:embed="rId4" cstate="print"/>
            <a:stretch>
              <a:fillRect/>
            </a:stretch>
          </p:blipFill>
          <p:spPr>
            <a:xfrm>
              <a:off x="5218176" y="1411224"/>
              <a:ext cx="79248" cy="91439"/>
            </a:xfrm>
            <a:prstGeom prst="rect">
              <a:avLst/>
            </a:prstGeom>
          </p:spPr>
        </p:pic>
        <p:sp>
          <p:nvSpPr>
            <p:cNvPr id="14" name="object 14"/>
            <p:cNvSpPr/>
            <p:nvPr/>
          </p:nvSpPr>
          <p:spPr>
            <a:xfrm>
              <a:off x="1542288" y="1225296"/>
              <a:ext cx="60960" cy="60960"/>
            </a:xfrm>
            <a:custGeom>
              <a:avLst/>
              <a:gdLst/>
              <a:ahLst/>
              <a:cxnLst/>
              <a:rect l="l" t="t" r="r" b="b"/>
              <a:pathLst>
                <a:path w="60959" h="60959">
                  <a:moveTo>
                    <a:pt x="30480" y="0"/>
                  </a:moveTo>
                  <a:lnTo>
                    <a:pt x="18591" y="2387"/>
                  </a:lnTo>
                  <a:lnTo>
                    <a:pt x="8905" y="8905"/>
                  </a:lnTo>
                  <a:lnTo>
                    <a:pt x="2387" y="18591"/>
                  </a:lnTo>
                  <a:lnTo>
                    <a:pt x="0" y="30479"/>
                  </a:lnTo>
                  <a:lnTo>
                    <a:pt x="2387" y="42368"/>
                  </a:lnTo>
                  <a:lnTo>
                    <a:pt x="8905" y="52054"/>
                  </a:lnTo>
                  <a:lnTo>
                    <a:pt x="18591" y="58572"/>
                  </a:lnTo>
                  <a:lnTo>
                    <a:pt x="30480" y="60959"/>
                  </a:lnTo>
                  <a:lnTo>
                    <a:pt x="42368" y="58572"/>
                  </a:lnTo>
                  <a:lnTo>
                    <a:pt x="52054" y="52054"/>
                  </a:lnTo>
                  <a:lnTo>
                    <a:pt x="58572" y="42368"/>
                  </a:lnTo>
                  <a:lnTo>
                    <a:pt x="60959" y="30479"/>
                  </a:lnTo>
                  <a:lnTo>
                    <a:pt x="58572" y="18591"/>
                  </a:lnTo>
                  <a:lnTo>
                    <a:pt x="52054" y="8905"/>
                  </a:lnTo>
                  <a:lnTo>
                    <a:pt x="42368" y="2387"/>
                  </a:lnTo>
                  <a:lnTo>
                    <a:pt x="30480" y="0"/>
                  </a:lnTo>
                  <a:close/>
                </a:path>
              </a:pathLst>
            </a:custGeom>
            <a:solidFill>
              <a:srgbClr val="520977"/>
            </a:solidFill>
          </p:spPr>
          <p:txBody>
            <a:bodyPr wrap="square" lIns="0" tIns="0" rIns="0" bIns="0" rtlCol="0"/>
            <a:lstStyle/>
            <a:p/>
          </p:txBody>
        </p:sp>
      </p:grpSp>
      <p:grpSp>
        <p:nvGrpSpPr>
          <p:cNvPr id="16" name="object 16"/>
          <p:cNvGrpSpPr/>
          <p:nvPr/>
        </p:nvGrpSpPr>
        <p:grpSpPr>
          <a:xfrm>
            <a:off x="1929383" y="1133855"/>
            <a:ext cx="9182100" cy="2924810"/>
            <a:chOff x="1929383" y="1133855"/>
            <a:chExt cx="9182100" cy="2924810"/>
          </a:xfrm>
        </p:grpSpPr>
        <p:pic>
          <p:nvPicPr>
            <p:cNvPr id="17" name="object 17"/>
            <p:cNvPicPr/>
            <p:nvPr/>
          </p:nvPicPr>
          <p:blipFill>
            <a:blip r:embed="rId6" cstate="print"/>
            <a:stretch>
              <a:fillRect/>
            </a:stretch>
          </p:blipFill>
          <p:spPr>
            <a:xfrm>
              <a:off x="1929383" y="1426463"/>
              <a:ext cx="73152" cy="73151"/>
            </a:xfrm>
            <a:prstGeom prst="rect">
              <a:avLst/>
            </a:prstGeom>
          </p:spPr>
        </p:pic>
        <p:pic>
          <p:nvPicPr>
            <p:cNvPr id="18" name="object 18"/>
            <p:cNvPicPr/>
            <p:nvPr/>
          </p:nvPicPr>
          <p:blipFill>
            <a:blip r:embed="rId3" cstate="print"/>
            <a:stretch>
              <a:fillRect/>
            </a:stretch>
          </p:blipFill>
          <p:spPr>
            <a:xfrm>
              <a:off x="6739127" y="1133855"/>
              <a:ext cx="4372229" cy="2924429"/>
            </a:xfrm>
            <a:prstGeom prst="rect">
              <a:avLst/>
            </a:prstGeom>
          </p:spPr>
        </p:pic>
        <p:sp>
          <p:nvSpPr>
            <p:cNvPr id="19" name="object 19"/>
            <p:cNvSpPr/>
            <p:nvPr/>
          </p:nvSpPr>
          <p:spPr>
            <a:xfrm>
              <a:off x="6793992" y="1149095"/>
              <a:ext cx="4267200" cy="2822575"/>
            </a:xfrm>
            <a:custGeom>
              <a:avLst/>
              <a:gdLst/>
              <a:ahLst/>
              <a:cxnLst/>
              <a:rect l="l" t="t" r="r" b="b"/>
              <a:pathLst>
                <a:path w="4267200" h="2822575">
                  <a:moveTo>
                    <a:pt x="4230751" y="0"/>
                  </a:moveTo>
                  <a:lnTo>
                    <a:pt x="36449" y="0"/>
                  </a:lnTo>
                  <a:lnTo>
                    <a:pt x="22288" y="2873"/>
                  </a:lnTo>
                  <a:lnTo>
                    <a:pt x="10699" y="10699"/>
                  </a:lnTo>
                  <a:lnTo>
                    <a:pt x="2873" y="22288"/>
                  </a:lnTo>
                  <a:lnTo>
                    <a:pt x="0" y="36449"/>
                  </a:lnTo>
                  <a:lnTo>
                    <a:pt x="0" y="2785998"/>
                  </a:lnTo>
                  <a:lnTo>
                    <a:pt x="2873" y="2800159"/>
                  </a:lnTo>
                  <a:lnTo>
                    <a:pt x="10699" y="2811748"/>
                  </a:lnTo>
                  <a:lnTo>
                    <a:pt x="22288" y="2819574"/>
                  </a:lnTo>
                  <a:lnTo>
                    <a:pt x="36449" y="2822447"/>
                  </a:lnTo>
                  <a:lnTo>
                    <a:pt x="4230751" y="2822447"/>
                  </a:lnTo>
                  <a:lnTo>
                    <a:pt x="4244911" y="2819574"/>
                  </a:lnTo>
                  <a:lnTo>
                    <a:pt x="4256500" y="2811748"/>
                  </a:lnTo>
                  <a:lnTo>
                    <a:pt x="4264326" y="2800159"/>
                  </a:lnTo>
                  <a:lnTo>
                    <a:pt x="4267200" y="2785998"/>
                  </a:lnTo>
                  <a:lnTo>
                    <a:pt x="4267200" y="36449"/>
                  </a:lnTo>
                  <a:lnTo>
                    <a:pt x="4264326" y="22288"/>
                  </a:lnTo>
                  <a:lnTo>
                    <a:pt x="4256500" y="10699"/>
                  </a:lnTo>
                  <a:lnTo>
                    <a:pt x="4244911" y="2873"/>
                  </a:lnTo>
                  <a:lnTo>
                    <a:pt x="4230751" y="0"/>
                  </a:lnTo>
                  <a:close/>
                </a:path>
              </a:pathLst>
            </a:custGeom>
            <a:solidFill>
              <a:srgbClr val="520977"/>
            </a:solidFill>
          </p:spPr>
          <p:txBody>
            <a:bodyPr wrap="square" lIns="0" tIns="0" rIns="0" bIns="0" rtlCol="0"/>
            <a:lstStyle/>
            <a:p/>
          </p:txBody>
        </p:sp>
        <p:sp>
          <p:nvSpPr>
            <p:cNvPr id="20" name="object 20"/>
            <p:cNvSpPr/>
            <p:nvPr/>
          </p:nvSpPr>
          <p:spPr>
            <a:xfrm>
              <a:off x="6793992" y="1203959"/>
              <a:ext cx="4267200" cy="353695"/>
            </a:xfrm>
            <a:custGeom>
              <a:avLst/>
              <a:gdLst/>
              <a:ahLst/>
              <a:cxnLst/>
              <a:rect l="l" t="t" r="r" b="b"/>
              <a:pathLst>
                <a:path w="4267200" h="353694">
                  <a:moveTo>
                    <a:pt x="4267200" y="155448"/>
                  </a:moveTo>
                  <a:lnTo>
                    <a:pt x="2340864" y="155448"/>
                  </a:lnTo>
                  <a:lnTo>
                    <a:pt x="2340864" y="42418"/>
                  </a:lnTo>
                  <a:lnTo>
                    <a:pt x="2337536" y="25882"/>
                  </a:lnTo>
                  <a:lnTo>
                    <a:pt x="2328456" y="12407"/>
                  </a:lnTo>
                  <a:lnTo>
                    <a:pt x="2314981" y="3327"/>
                  </a:lnTo>
                  <a:lnTo>
                    <a:pt x="2298446" y="0"/>
                  </a:lnTo>
                  <a:lnTo>
                    <a:pt x="676402" y="0"/>
                  </a:lnTo>
                  <a:lnTo>
                    <a:pt x="659853" y="3327"/>
                  </a:lnTo>
                  <a:lnTo>
                    <a:pt x="646379" y="12407"/>
                  </a:lnTo>
                  <a:lnTo>
                    <a:pt x="637298" y="25882"/>
                  </a:lnTo>
                  <a:lnTo>
                    <a:pt x="633984" y="42418"/>
                  </a:lnTo>
                  <a:lnTo>
                    <a:pt x="633984" y="155448"/>
                  </a:lnTo>
                  <a:lnTo>
                    <a:pt x="0" y="155448"/>
                  </a:lnTo>
                  <a:lnTo>
                    <a:pt x="0" y="353568"/>
                  </a:lnTo>
                  <a:lnTo>
                    <a:pt x="676402" y="353568"/>
                  </a:lnTo>
                  <a:lnTo>
                    <a:pt x="2298446" y="353568"/>
                  </a:lnTo>
                  <a:lnTo>
                    <a:pt x="4267200" y="353568"/>
                  </a:lnTo>
                  <a:lnTo>
                    <a:pt x="4267200" y="155448"/>
                  </a:lnTo>
                  <a:close/>
                </a:path>
              </a:pathLst>
            </a:custGeom>
            <a:solidFill>
              <a:srgbClr val="160928"/>
            </a:solidFill>
          </p:spPr>
          <p:txBody>
            <a:bodyPr wrap="square" lIns="0" tIns="0" rIns="0" bIns="0" rtlCol="0"/>
            <a:lstStyle/>
            <a:p/>
          </p:txBody>
        </p:sp>
        <p:sp>
          <p:nvSpPr>
            <p:cNvPr id="21" name="object 21"/>
            <p:cNvSpPr/>
            <p:nvPr/>
          </p:nvSpPr>
          <p:spPr>
            <a:xfrm>
              <a:off x="6864095" y="1225295"/>
              <a:ext cx="60960" cy="60960"/>
            </a:xfrm>
            <a:custGeom>
              <a:avLst/>
              <a:gdLst/>
              <a:ahLst/>
              <a:cxnLst/>
              <a:rect l="l" t="t" r="r" b="b"/>
              <a:pathLst>
                <a:path w="60959" h="60959">
                  <a:moveTo>
                    <a:pt x="30479" y="0"/>
                  </a:moveTo>
                  <a:lnTo>
                    <a:pt x="18591" y="2387"/>
                  </a:lnTo>
                  <a:lnTo>
                    <a:pt x="8905" y="8905"/>
                  </a:lnTo>
                  <a:lnTo>
                    <a:pt x="2387" y="18591"/>
                  </a:lnTo>
                  <a:lnTo>
                    <a:pt x="0" y="30479"/>
                  </a:lnTo>
                  <a:lnTo>
                    <a:pt x="2387" y="42368"/>
                  </a:lnTo>
                  <a:lnTo>
                    <a:pt x="8905" y="52054"/>
                  </a:lnTo>
                  <a:lnTo>
                    <a:pt x="18591" y="58572"/>
                  </a:lnTo>
                  <a:lnTo>
                    <a:pt x="30479" y="60959"/>
                  </a:lnTo>
                  <a:lnTo>
                    <a:pt x="42368" y="58572"/>
                  </a:lnTo>
                  <a:lnTo>
                    <a:pt x="52054" y="52054"/>
                  </a:lnTo>
                  <a:lnTo>
                    <a:pt x="58572" y="42368"/>
                  </a:lnTo>
                  <a:lnTo>
                    <a:pt x="60959" y="30479"/>
                  </a:lnTo>
                  <a:lnTo>
                    <a:pt x="58572" y="18591"/>
                  </a:lnTo>
                  <a:lnTo>
                    <a:pt x="52054" y="8905"/>
                  </a:lnTo>
                  <a:lnTo>
                    <a:pt x="42368" y="2387"/>
                  </a:lnTo>
                  <a:lnTo>
                    <a:pt x="30479" y="0"/>
                  </a:lnTo>
                  <a:close/>
                </a:path>
              </a:pathLst>
            </a:custGeom>
            <a:solidFill>
              <a:srgbClr val="FFD5E2"/>
            </a:solidFill>
          </p:spPr>
          <p:txBody>
            <a:bodyPr wrap="square" lIns="0" tIns="0" rIns="0" bIns="0" rtlCol="0"/>
            <a:lstStyle/>
            <a:p/>
          </p:txBody>
        </p:sp>
        <p:sp>
          <p:nvSpPr>
            <p:cNvPr id="22" name="object 22"/>
            <p:cNvSpPr/>
            <p:nvPr/>
          </p:nvSpPr>
          <p:spPr>
            <a:xfrm>
              <a:off x="6970775" y="1225295"/>
              <a:ext cx="60960" cy="60960"/>
            </a:xfrm>
            <a:custGeom>
              <a:avLst/>
              <a:gdLst/>
              <a:ahLst/>
              <a:cxnLst/>
              <a:rect l="l" t="t" r="r" b="b"/>
              <a:pathLst>
                <a:path w="60959" h="60959">
                  <a:moveTo>
                    <a:pt x="30479" y="0"/>
                  </a:moveTo>
                  <a:lnTo>
                    <a:pt x="18591" y="2387"/>
                  </a:lnTo>
                  <a:lnTo>
                    <a:pt x="8905" y="8905"/>
                  </a:lnTo>
                  <a:lnTo>
                    <a:pt x="2387" y="18591"/>
                  </a:lnTo>
                  <a:lnTo>
                    <a:pt x="0" y="30479"/>
                  </a:lnTo>
                  <a:lnTo>
                    <a:pt x="2387" y="42368"/>
                  </a:lnTo>
                  <a:lnTo>
                    <a:pt x="8905" y="52054"/>
                  </a:lnTo>
                  <a:lnTo>
                    <a:pt x="18591" y="58572"/>
                  </a:lnTo>
                  <a:lnTo>
                    <a:pt x="30479" y="60959"/>
                  </a:lnTo>
                  <a:lnTo>
                    <a:pt x="42368" y="58572"/>
                  </a:lnTo>
                  <a:lnTo>
                    <a:pt x="52054" y="52054"/>
                  </a:lnTo>
                  <a:lnTo>
                    <a:pt x="58572" y="42368"/>
                  </a:lnTo>
                  <a:lnTo>
                    <a:pt x="60959" y="30479"/>
                  </a:lnTo>
                  <a:lnTo>
                    <a:pt x="58572" y="18591"/>
                  </a:lnTo>
                  <a:lnTo>
                    <a:pt x="52054" y="8905"/>
                  </a:lnTo>
                  <a:lnTo>
                    <a:pt x="42368" y="2387"/>
                  </a:lnTo>
                  <a:lnTo>
                    <a:pt x="30479" y="0"/>
                  </a:lnTo>
                  <a:close/>
                </a:path>
              </a:pathLst>
            </a:custGeom>
            <a:solidFill>
              <a:srgbClr val="FB3777"/>
            </a:solidFill>
          </p:spPr>
          <p:txBody>
            <a:bodyPr wrap="square" lIns="0" tIns="0" rIns="0" bIns="0" rtlCol="0"/>
            <a:lstStyle/>
            <a:p/>
          </p:txBody>
        </p:sp>
        <p:sp>
          <p:nvSpPr>
            <p:cNvPr id="23" name="object 23"/>
            <p:cNvSpPr/>
            <p:nvPr/>
          </p:nvSpPr>
          <p:spPr>
            <a:xfrm>
              <a:off x="7077455" y="1225295"/>
              <a:ext cx="60960" cy="60960"/>
            </a:xfrm>
            <a:custGeom>
              <a:avLst/>
              <a:gdLst/>
              <a:ahLst/>
              <a:cxnLst/>
              <a:rect l="l" t="t" r="r" b="b"/>
              <a:pathLst>
                <a:path w="60959" h="60959">
                  <a:moveTo>
                    <a:pt x="30479" y="0"/>
                  </a:moveTo>
                  <a:lnTo>
                    <a:pt x="18591" y="2387"/>
                  </a:lnTo>
                  <a:lnTo>
                    <a:pt x="8905" y="8905"/>
                  </a:lnTo>
                  <a:lnTo>
                    <a:pt x="2387" y="18591"/>
                  </a:lnTo>
                  <a:lnTo>
                    <a:pt x="0" y="30479"/>
                  </a:lnTo>
                  <a:lnTo>
                    <a:pt x="2387" y="42368"/>
                  </a:lnTo>
                  <a:lnTo>
                    <a:pt x="8905" y="52054"/>
                  </a:lnTo>
                  <a:lnTo>
                    <a:pt x="18591" y="58572"/>
                  </a:lnTo>
                  <a:lnTo>
                    <a:pt x="30479" y="60959"/>
                  </a:lnTo>
                  <a:lnTo>
                    <a:pt x="42368" y="58572"/>
                  </a:lnTo>
                  <a:lnTo>
                    <a:pt x="52054" y="52054"/>
                  </a:lnTo>
                  <a:lnTo>
                    <a:pt x="58572" y="42368"/>
                  </a:lnTo>
                  <a:lnTo>
                    <a:pt x="60960" y="30479"/>
                  </a:lnTo>
                  <a:lnTo>
                    <a:pt x="58572" y="18591"/>
                  </a:lnTo>
                  <a:lnTo>
                    <a:pt x="52054" y="8905"/>
                  </a:lnTo>
                  <a:lnTo>
                    <a:pt x="42368" y="2387"/>
                  </a:lnTo>
                  <a:lnTo>
                    <a:pt x="30479" y="0"/>
                  </a:lnTo>
                  <a:close/>
                </a:path>
              </a:pathLst>
            </a:custGeom>
            <a:solidFill>
              <a:srgbClr val="8983D1"/>
            </a:solidFill>
          </p:spPr>
          <p:txBody>
            <a:bodyPr wrap="square" lIns="0" tIns="0" rIns="0" bIns="0" rtlCol="0"/>
            <a:lstStyle/>
            <a:p/>
          </p:txBody>
        </p:sp>
        <p:sp>
          <p:nvSpPr>
            <p:cNvPr id="24" name="object 24"/>
            <p:cNvSpPr/>
            <p:nvPr/>
          </p:nvSpPr>
          <p:spPr>
            <a:xfrm>
              <a:off x="7534655" y="1395983"/>
              <a:ext cx="3203575" cy="128270"/>
            </a:xfrm>
            <a:custGeom>
              <a:avLst/>
              <a:gdLst/>
              <a:ahLst/>
              <a:cxnLst/>
              <a:rect l="l" t="t" r="r" b="b"/>
              <a:pathLst>
                <a:path w="3203575" h="128269">
                  <a:moveTo>
                    <a:pt x="3203448" y="0"/>
                  </a:moveTo>
                  <a:lnTo>
                    <a:pt x="0" y="0"/>
                  </a:lnTo>
                  <a:lnTo>
                    <a:pt x="0" y="128015"/>
                  </a:lnTo>
                  <a:lnTo>
                    <a:pt x="3203448" y="128015"/>
                  </a:lnTo>
                  <a:lnTo>
                    <a:pt x="3203448" y="0"/>
                  </a:lnTo>
                  <a:close/>
                </a:path>
              </a:pathLst>
            </a:custGeom>
            <a:solidFill>
              <a:srgbClr val="FFFFFF"/>
            </a:solidFill>
          </p:spPr>
          <p:txBody>
            <a:bodyPr wrap="square" lIns="0" tIns="0" rIns="0" bIns="0" rtlCol="0"/>
            <a:lstStyle/>
            <a:p/>
          </p:txBody>
        </p:sp>
        <p:sp>
          <p:nvSpPr>
            <p:cNvPr id="25" name="object 25"/>
            <p:cNvSpPr/>
            <p:nvPr/>
          </p:nvSpPr>
          <p:spPr>
            <a:xfrm>
              <a:off x="10853928" y="1203959"/>
              <a:ext cx="97790" cy="97790"/>
            </a:xfrm>
            <a:custGeom>
              <a:avLst/>
              <a:gdLst/>
              <a:ahLst/>
              <a:cxnLst/>
              <a:rect l="l" t="t" r="r" b="b"/>
              <a:pathLst>
                <a:path w="97790" h="97790">
                  <a:moveTo>
                    <a:pt x="24384" y="74549"/>
                  </a:moveTo>
                  <a:lnTo>
                    <a:pt x="22987" y="73152"/>
                  </a:lnTo>
                  <a:lnTo>
                    <a:pt x="21209" y="73152"/>
                  </a:lnTo>
                  <a:lnTo>
                    <a:pt x="1397" y="73152"/>
                  </a:lnTo>
                  <a:lnTo>
                    <a:pt x="0" y="74549"/>
                  </a:lnTo>
                  <a:lnTo>
                    <a:pt x="0" y="96139"/>
                  </a:lnTo>
                  <a:lnTo>
                    <a:pt x="1397" y="97536"/>
                  </a:lnTo>
                  <a:lnTo>
                    <a:pt x="22987" y="97536"/>
                  </a:lnTo>
                  <a:lnTo>
                    <a:pt x="24384" y="96139"/>
                  </a:lnTo>
                  <a:lnTo>
                    <a:pt x="24384" y="74549"/>
                  </a:lnTo>
                  <a:close/>
                </a:path>
                <a:path w="97790" h="97790">
                  <a:moveTo>
                    <a:pt x="24384" y="37973"/>
                  </a:moveTo>
                  <a:lnTo>
                    <a:pt x="22987" y="36576"/>
                  </a:lnTo>
                  <a:lnTo>
                    <a:pt x="21209" y="36576"/>
                  </a:lnTo>
                  <a:lnTo>
                    <a:pt x="1397" y="36576"/>
                  </a:lnTo>
                  <a:lnTo>
                    <a:pt x="0" y="37973"/>
                  </a:lnTo>
                  <a:lnTo>
                    <a:pt x="0" y="59563"/>
                  </a:lnTo>
                  <a:lnTo>
                    <a:pt x="1397" y="60960"/>
                  </a:lnTo>
                  <a:lnTo>
                    <a:pt x="22987" y="60960"/>
                  </a:lnTo>
                  <a:lnTo>
                    <a:pt x="24384" y="59563"/>
                  </a:lnTo>
                  <a:lnTo>
                    <a:pt x="24384" y="37973"/>
                  </a:lnTo>
                  <a:close/>
                </a:path>
                <a:path w="97790" h="97790">
                  <a:moveTo>
                    <a:pt x="24384" y="1397"/>
                  </a:moveTo>
                  <a:lnTo>
                    <a:pt x="22987" y="0"/>
                  </a:lnTo>
                  <a:lnTo>
                    <a:pt x="21209" y="0"/>
                  </a:lnTo>
                  <a:lnTo>
                    <a:pt x="1397" y="0"/>
                  </a:lnTo>
                  <a:lnTo>
                    <a:pt x="0" y="1397"/>
                  </a:lnTo>
                  <a:lnTo>
                    <a:pt x="0" y="23114"/>
                  </a:lnTo>
                  <a:lnTo>
                    <a:pt x="1397" y="24384"/>
                  </a:lnTo>
                  <a:lnTo>
                    <a:pt x="22987" y="24384"/>
                  </a:lnTo>
                  <a:lnTo>
                    <a:pt x="24384" y="23114"/>
                  </a:lnTo>
                  <a:lnTo>
                    <a:pt x="24384" y="1397"/>
                  </a:lnTo>
                  <a:close/>
                </a:path>
                <a:path w="97790" h="97790">
                  <a:moveTo>
                    <a:pt x="60960" y="74549"/>
                  </a:moveTo>
                  <a:lnTo>
                    <a:pt x="59563" y="73152"/>
                  </a:lnTo>
                  <a:lnTo>
                    <a:pt x="57912" y="73152"/>
                  </a:lnTo>
                  <a:lnTo>
                    <a:pt x="37973" y="73152"/>
                  </a:lnTo>
                  <a:lnTo>
                    <a:pt x="36576" y="74549"/>
                  </a:lnTo>
                  <a:lnTo>
                    <a:pt x="36576" y="96139"/>
                  </a:lnTo>
                  <a:lnTo>
                    <a:pt x="37973" y="97536"/>
                  </a:lnTo>
                  <a:lnTo>
                    <a:pt x="59563" y="97536"/>
                  </a:lnTo>
                  <a:lnTo>
                    <a:pt x="60960" y="96139"/>
                  </a:lnTo>
                  <a:lnTo>
                    <a:pt x="60960" y="74549"/>
                  </a:lnTo>
                  <a:close/>
                </a:path>
                <a:path w="97790" h="97790">
                  <a:moveTo>
                    <a:pt x="60960" y="37973"/>
                  </a:moveTo>
                  <a:lnTo>
                    <a:pt x="59563" y="36576"/>
                  </a:lnTo>
                  <a:lnTo>
                    <a:pt x="57912" y="36576"/>
                  </a:lnTo>
                  <a:lnTo>
                    <a:pt x="37973" y="36576"/>
                  </a:lnTo>
                  <a:lnTo>
                    <a:pt x="36576" y="37973"/>
                  </a:lnTo>
                  <a:lnTo>
                    <a:pt x="36576" y="59563"/>
                  </a:lnTo>
                  <a:lnTo>
                    <a:pt x="37973" y="60960"/>
                  </a:lnTo>
                  <a:lnTo>
                    <a:pt x="59563" y="60960"/>
                  </a:lnTo>
                  <a:lnTo>
                    <a:pt x="60960" y="59563"/>
                  </a:lnTo>
                  <a:lnTo>
                    <a:pt x="60960" y="37973"/>
                  </a:lnTo>
                  <a:close/>
                </a:path>
                <a:path w="97790" h="97790">
                  <a:moveTo>
                    <a:pt x="60960" y="1397"/>
                  </a:moveTo>
                  <a:lnTo>
                    <a:pt x="59563" y="0"/>
                  </a:lnTo>
                  <a:lnTo>
                    <a:pt x="57912" y="0"/>
                  </a:lnTo>
                  <a:lnTo>
                    <a:pt x="37973" y="0"/>
                  </a:lnTo>
                  <a:lnTo>
                    <a:pt x="36576" y="1397"/>
                  </a:lnTo>
                  <a:lnTo>
                    <a:pt x="36576" y="23114"/>
                  </a:lnTo>
                  <a:lnTo>
                    <a:pt x="37973" y="24384"/>
                  </a:lnTo>
                  <a:lnTo>
                    <a:pt x="59563" y="24384"/>
                  </a:lnTo>
                  <a:lnTo>
                    <a:pt x="60960" y="23114"/>
                  </a:lnTo>
                  <a:lnTo>
                    <a:pt x="60960" y="1397"/>
                  </a:lnTo>
                  <a:close/>
                </a:path>
                <a:path w="97790" h="97790">
                  <a:moveTo>
                    <a:pt x="97536" y="74549"/>
                  </a:moveTo>
                  <a:lnTo>
                    <a:pt x="96139" y="73152"/>
                  </a:lnTo>
                  <a:lnTo>
                    <a:pt x="94488" y="73152"/>
                  </a:lnTo>
                  <a:lnTo>
                    <a:pt x="74422" y="73152"/>
                  </a:lnTo>
                  <a:lnTo>
                    <a:pt x="73152" y="74549"/>
                  </a:lnTo>
                  <a:lnTo>
                    <a:pt x="73152" y="96139"/>
                  </a:lnTo>
                  <a:lnTo>
                    <a:pt x="74422" y="97536"/>
                  </a:lnTo>
                  <a:lnTo>
                    <a:pt x="96139" y="97536"/>
                  </a:lnTo>
                  <a:lnTo>
                    <a:pt x="97536" y="96139"/>
                  </a:lnTo>
                  <a:lnTo>
                    <a:pt x="97536" y="74549"/>
                  </a:lnTo>
                  <a:close/>
                </a:path>
                <a:path w="97790" h="97790">
                  <a:moveTo>
                    <a:pt x="97536" y="37973"/>
                  </a:moveTo>
                  <a:lnTo>
                    <a:pt x="96139" y="36576"/>
                  </a:lnTo>
                  <a:lnTo>
                    <a:pt x="94488" y="36576"/>
                  </a:lnTo>
                  <a:lnTo>
                    <a:pt x="74422" y="36576"/>
                  </a:lnTo>
                  <a:lnTo>
                    <a:pt x="73152" y="37973"/>
                  </a:lnTo>
                  <a:lnTo>
                    <a:pt x="73152" y="59563"/>
                  </a:lnTo>
                  <a:lnTo>
                    <a:pt x="74422" y="60960"/>
                  </a:lnTo>
                  <a:lnTo>
                    <a:pt x="96139" y="60960"/>
                  </a:lnTo>
                  <a:lnTo>
                    <a:pt x="97536" y="59563"/>
                  </a:lnTo>
                  <a:lnTo>
                    <a:pt x="97536" y="37973"/>
                  </a:lnTo>
                  <a:close/>
                </a:path>
                <a:path w="97790" h="97790">
                  <a:moveTo>
                    <a:pt x="97536" y="1397"/>
                  </a:moveTo>
                  <a:lnTo>
                    <a:pt x="96139" y="0"/>
                  </a:lnTo>
                  <a:lnTo>
                    <a:pt x="94488" y="0"/>
                  </a:lnTo>
                  <a:lnTo>
                    <a:pt x="74422" y="0"/>
                  </a:lnTo>
                  <a:lnTo>
                    <a:pt x="73152" y="1397"/>
                  </a:lnTo>
                  <a:lnTo>
                    <a:pt x="73152" y="23114"/>
                  </a:lnTo>
                  <a:lnTo>
                    <a:pt x="74422" y="24384"/>
                  </a:lnTo>
                  <a:lnTo>
                    <a:pt x="96139" y="24384"/>
                  </a:lnTo>
                  <a:lnTo>
                    <a:pt x="97536" y="23114"/>
                  </a:lnTo>
                  <a:lnTo>
                    <a:pt x="97536" y="1397"/>
                  </a:lnTo>
                  <a:close/>
                </a:path>
              </a:pathLst>
            </a:custGeom>
            <a:solidFill>
              <a:srgbClr val="7E7E7E"/>
            </a:solidFill>
          </p:spPr>
          <p:txBody>
            <a:bodyPr wrap="square" lIns="0" tIns="0" rIns="0" bIns="0" rtlCol="0"/>
            <a:lstStyle/>
            <a:p/>
          </p:txBody>
        </p:sp>
        <p:pic>
          <p:nvPicPr>
            <p:cNvPr id="26" name="object 26"/>
            <p:cNvPicPr/>
            <p:nvPr/>
          </p:nvPicPr>
          <p:blipFill>
            <a:blip r:embed="rId7" cstate="print"/>
            <a:stretch>
              <a:fillRect/>
            </a:stretch>
          </p:blipFill>
          <p:spPr>
            <a:xfrm>
              <a:off x="10863072" y="1411223"/>
              <a:ext cx="79248" cy="91439"/>
            </a:xfrm>
            <a:prstGeom prst="rect">
              <a:avLst/>
            </a:prstGeom>
          </p:spPr>
        </p:pic>
        <p:sp>
          <p:nvSpPr>
            <p:cNvPr id="27" name="object 27"/>
            <p:cNvSpPr/>
            <p:nvPr/>
          </p:nvSpPr>
          <p:spPr>
            <a:xfrm>
              <a:off x="7187183" y="1225295"/>
              <a:ext cx="60960" cy="60960"/>
            </a:xfrm>
            <a:custGeom>
              <a:avLst/>
              <a:gdLst/>
              <a:ahLst/>
              <a:cxnLst/>
              <a:rect l="l" t="t" r="r" b="b"/>
              <a:pathLst>
                <a:path w="60959" h="60959">
                  <a:moveTo>
                    <a:pt x="30480" y="0"/>
                  </a:moveTo>
                  <a:lnTo>
                    <a:pt x="18591" y="2387"/>
                  </a:lnTo>
                  <a:lnTo>
                    <a:pt x="8905" y="8905"/>
                  </a:lnTo>
                  <a:lnTo>
                    <a:pt x="2387" y="18591"/>
                  </a:lnTo>
                  <a:lnTo>
                    <a:pt x="0" y="30479"/>
                  </a:lnTo>
                  <a:lnTo>
                    <a:pt x="2387" y="42368"/>
                  </a:lnTo>
                  <a:lnTo>
                    <a:pt x="8905" y="52054"/>
                  </a:lnTo>
                  <a:lnTo>
                    <a:pt x="18591" y="58572"/>
                  </a:lnTo>
                  <a:lnTo>
                    <a:pt x="30480" y="60959"/>
                  </a:lnTo>
                  <a:lnTo>
                    <a:pt x="42368" y="58572"/>
                  </a:lnTo>
                  <a:lnTo>
                    <a:pt x="52054" y="52054"/>
                  </a:lnTo>
                  <a:lnTo>
                    <a:pt x="58572" y="42368"/>
                  </a:lnTo>
                  <a:lnTo>
                    <a:pt x="60960" y="30479"/>
                  </a:lnTo>
                  <a:lnTo>
                    <a:pt x="58572" y="18591"/>
                  </a:lnTo>
                  <a:lnTo>
                    <a:pt x="52054" y="8905"/>
                  </a:lnTo>
                  <a:lnTo>
                    <a:pt x="42368" y="2387"/>
                  </a:lnTo>
                  <a:lnTo>
                    <a:pt x="30480" y="0"/>
                  </a:lnTo>
                  <a:close/>
                </a:path>
              </a:pathLst>
            </a:custGeom>
            <a:solidFill>
              <a:srgbClr val="520977"/>
            </a:solidFill>
          </p:spPr>
          <p:txBody>
            <a:bodyPr wrap="square" lIns="0" tIns="0" rIns="0" bIns="0" rtlCol="0"/>
            <a:lstStyle/>
            <a:p/>
          </p:txBody>
        </p:sp>
      </p:grpSp>
      <p:pic>
        <p:nvPicPr>
          <p:cNvPr id="29" name="object 29"/>
          <p:cNvPicPr/>
          <p:nvPr/>
        </p:nvPicPr>
        <p:blipFill>
          <a:blip r:embed="rId8" cstate="print"/>
          <a:stretch>
            <a:fillRect/>
          </a:stretch>
        </p:blipFill>
        <p:spPr>
          <a:xfrm>
            <a:off x="7574280" y="1426463"/>
            <a:ext cx="73151" cy="73151"/>
          </a:xfrm>
          <a:prstGeom prst="rect">
            <a:avLst/>
          </a:prstGeom>
        </p:spPr>
      </p:pic>
      <p:sp>
        <p:nvSpPr>
          <p:cNvPr id="30" name="object 30"/>
          <p:cNvSpPr txBox="1">
            <a:spLocks noGrp="1"/>
          </p:cNvSpPr>
          <p:nvPr>
            <p:ph type="sldNum" idx="7" sz="quarter"/>
          </p:nvPr>
        </p:nvSpPr>
        <p:spPr>
          <a:prstGeom prst="rect"/>
        </p:spPr>
        <p:txBody>
          <a:bodyPr wrap="square" lIns="0" tIns="45415" rIns="0" bIns="0" rtlCol="0" vert="horz">
            <a:spAutoFit/>
          </a:bodyPr>
          <a:lstStyle/>
          <a:p>
            <a:pPr marL="63500">
              <a:lnSpc>
                <a:spcPts val="1425"/>
              </a:lnSpc>
            </a:pPr>
            <a:r>
              <a:rPr sz="1200">
                <a:solidFill>
                  <a:srgbClr val="520978"/>
                </a:solidFill>
                <a:latin typeface="Montserrat"/>
              </a:rPr>
              <a:t>13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347472" y="320040"/>
            <a:ext cx="3291840" cy="475488"/>
          </a:xfrm>
          <a:prstGeom prst="roundRect">
            <a:avLst>
              <a:gd name="adj" fmla="val 50000"/>
            </a:avLst>
          </a:prstGeom>
          <a:solidFill>
            <a:srgbClr val="FF005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28016" rIns="128016"/>
          <a:lstStyle/>
          <a:p>
            <a:pPr algn="l"/>
            <a:r>
              <a:rPr sz="1300" b="1">
                <a:solidFill>
                  <a:srgbClr val="FFFFFF"/>
                </a:solidFill>
                <a:latin typeface="Montserrat"/>
              </a:rPr>
              <a:t>Демонстрация</a:t>
            </a:r>
          </a:p>
        </p:txBody>
      </p:sp>
      <p:pic>
        <p:nvPicPr>
          <p:cNvPr id="32" name="Picture 31" descr="02-kanban-board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1436522" y="1609344"/>
            <a:ext cx="3701491" cy="2313432"/>
          </a:xfrm>
          <a:prstGeom prst="rect">
            <a:avLst/>
          </a:prstGeom>
        </p:spPr>
      </p:pic>
      <p:pic>
        <p:nvPicPr>
          <p:cNvPr id="33" name="Picture 32" descr="07-reports.png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7078370" y="1609344"/>
            <a:ext cx="3701491" cy="2313432"/>
          </a:xfrm>
          <a:prstGeom prst="rect">
            <a:avLst/>
          </a:prstGeom>
        </p:spPr>
      </p:pic>
      <p:sp>
        <p:nvSpPr>
          <p:cNvPr id="34" name="TextBox 33"/>
          <p:cNvSpPr txBox="1"/>
          <p:nvPr/>
        </p:nvSpPr>
        <p:spPr>
          <a:xfrm>
            <a:off x="1188720" y="4206240"/>
            <a:ext cx="4389120" cy="1737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2000"/>
              </a:lnSpc>
              <a:spcAft>
                <a:spcPts val="500"/>
              </a:spcAft>
            </a:pPr>
            <a:r>
              <a:rPr sz="1300" b="1">
                <a:solidFill>
                  <a:srgbClr val="520978"/>
                </a:solidFill>
                <a:latin typeface="Montserrat"/>
              </a:rPr>
              <a:t>Kanban-доска</a:t>
            </a:r>
          </a:p>
          <a:p>
            <a:pPr algn="l">
              <a:lnSpc>
                <a:spcPct val="112000"/>
              </a:lnSpc>
              <a:spcAft>
                <a:spcPts val="400"/>
              </a:spcAft>
            </a:pPr>
            <a:r>
              <a:rPr sz="1050" b="0">
                <a:solidFill>
                  <a:srgbClr val="1C1D22"/>
                </a:solidFill>
                <a:latin typeface="Montserrat"/>
              </a:rPr>
              <a:t>Портфель взаимодействий с фильтрами по вузу и продукту, переключением B2B/B2C и перемещением карточек по этапам.</a:t>
            </a:r>
          </a:p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1050" b="1">
                <a:solidFill>
                  <a:srgbClr val="FF0053"/>
                </a:solidFill>
                <a:latin typeface="Montserrat"/>
              </a:rPr>
              <a:t>Демо: rtk-crm-nx4r.vercel.app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6830568" y="4206240"/>
            <a:ext cx="4389120" cy="1737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2000"/>
              </a:lnSpc>
              <a:spcAft>
                <a:spcPts val="500"/>
              </a:spcAft>
            </a:pPr>
            <a:r>
              <a:rPr sz="1300" b="1">
                <a:solidFill>
                  <a:srgbClr val="520978"/>
                </a:solidFill>
                <a:latin typeface="Montserrat"/>
              </a:rPr>
              <a:t>Отчёты и экспорт</a:t>
            </a:r>
          </a:p>
          <a:p>
            <a:pPr algn="l">
              <a:lnSpc>
                <a:spcPct val="112000"/>
              </a:lnSpc>
              <a:spcAft>
                <a:spcPts val="400"/>
              </a:spcAft>
            </a:pPr>
            <a:r>
              <a:rPr sz="1050" b="0">
                <a:solidFill>
                  <a:srgbClr val="1C1D22"/>
                </a:solidFill>
                <a:latin typeface="Montserrat"/>
              </a:rPr>
              <a:t>Ключевые показатели, распределение по этапам и выгрузка в XLSX, XLS, PDF и JSON с учётом выбранной воронки.</a:t>
            </a:r>
          </a:p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1050" b="1">
                <a:solidFill>
                  <a:srgbClr val="FF0053"/>
                </a:solidFill>
                <a:latin typeface="Montserrat"/>
              </a:rPr>
              <a:t>API: rtk-crm-backend.onrender.com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object 2"/>
          <p:cNvGrpSpPr/>
          <p:nvPr/>
        </p:nvGrpSpPr>
        <p:grpSpPr>
          <a:xfrm>
            <a:off x="0" y="0"/>
            <a:ext cx="12192000" cy="6858000"/>
            <a:chOff x="0" y="0"/>
            <a:chExt cx="12192000" cy="6858000"/>
          </a:xfrm>
        </p:grpSpPr>
        <p:pic>
          <p:nvPicPr>
            <p:cNvPr id="3" name="object 3"/>
            <p:cNvPicPr/>
            <p:nvPr/>
          </p:nvPicPr>
          <p:blipFill>
            <a:blip r:embed="rId2" cstate="print"/>
            <a:stretch>
              <a:fillRect/>
            </a:stretch>
          </p:blipFill>
          <p:spPr>
            <a:xfrm>
              <a:off x="0" y="0"/>
              <a:ext cx="12192000" cy="6857999"/>
            </a:xfrm>
            <a:prstGeom prst="rect">
              <a:avLst/>
            </a:prstGeom>
          </p:spPr>
        </p:pic>
        <p:sp>
          <p:nvSpPr>
            <p:cNvPr id="4" name="object 4"/>
            <p:cNvSpPr/>
            <p:nvPr/>
          </p:nvSpPr>
          <p:spPr>
            <a:xfrm>
              <a:off x="402336" y="4992623"/>
              <a:ext cx="11442700" cy="1362710"/>
            </a:xfrm>
            <a:custGeom>
              <a:avLst/>
              <a:gdLst/>
              <a:ahLst/>
              <a:cxnLst/>
              <a:rect l="l" t="t" r="r" b="b"/>
              <a:pathLst>
                <a:path w="11442700" h="1362710">
                  <a:moveTo>
                    <a:pt x="2737104" y="70231"/>
                  </a:moveTo>
                  <a:lnTo>
                    <a:pt x="2731592" y="42862"/>
                  </a:lnTo>
                  <a:lnTo>
                    <a:pt x="2716555" y="20548"/>
                  </a:lnTo>
                  <a:lnTo>
                    <a:pt x="2694241" y="5511"/>
                  </a:lnTo>
                  <a:lnTo>
                    <a:pt x="2666873" y="0"/>
                  </a:lnTo>
                  <a:lnTo>
                    <a:pt x="70180" y="0"/>
                  </a:lnTo>
                  <a:lnTo>
                    <a:pt x="42862" y="5511"/>
                  </a:lnTo>
                  <a:lnTo>
                    <a:pt x="20548" y="20548"/>
                  </a:lnTo>
                  <a:lnTo>
                    <a:pt x="5511" y="42862"/>
                  </a:lnTo>
                  <a:lnTo>
                    <a:pt x="0" y="70231"/>
                  </a:lnTo>
                  <a:lnTo>
                    <a:pt x="0" y="1292275"/>
                  </a:lnTo>
                  <a:lnTo>
                    <a:pt x="5511" y="1319606"/>
                  </a:lnTo>
                  <a:lnTo>
                    <a:pt x="20548" y="1341907"/>
                  </a:lnTo>
                  <a:lnTo>
                    <a:pt x="42862" y="1356944"/>
                  </a:lnTo>
                  <a:lnTo>
                    <a:pt x="70180" y="1362456"/>
                  </a:lnTo>
                  <a:lnTo>
                    <a:pt x="2666873" y="1362456"/>
                  </a:lnTo>
                  <a:lnTo>
                    <a:pt x="2694241" y="1356944"/>
                  </a:lnTo>
                  <a:lnTo>
                    <a:pt x="2716555" y="1341907"/>
                  </a:lnTo>
                  <a:lnTo>
                    <a:pt x="2731592" y="1319593"/>
                  </a:lnTo>
                  <a:lnTo>
                    <a:pt x="2737104" y="1292275"/>
                  </a:lnTo>
                  <a:lnTo>
                    <a:pt x="2737104" y="70231"/>
                  </a:lnTo>
                  <a:close/>
                </a:path>
                <a:path w="11442700" h="1362710">
                  <a:moveTo>
                    <a:pt x="5638800" y="70231"/>
                  </a:moveTo>
                  <a:lnTo>
                    <a:pt x="5633288" y="42862"/>
                  </a:lnTo>
                  <a:lnTo>
                    <a:pt x="5618251" y="20548"/>
                  </a:lnTo>
                  <a:lnTo>
                    <a:pt x="5595937" y="5511"/>
                  </a:lnTo>
                  <a:lnTo>
                    <a:pt x="5568569" y="0"/>
                  </a:lnTo>
                  <a:lnTo>
                    <a:pt x="2971927" y="0"/>
                  </a:lnTo>
                  <a:lnTo>
                    <a:pt x="2944545" y="5511"/>
                  </a:lnTo>
                  <a:lnTo>
                    <a:pt x="2922232" y="20548"/>
                  </a:lnTo>
                  <a:lnTo>
                    <a:pt x="2907195" y="42862"/>
                  </a:lnTo>
                  <a:lnTo>
                    <a:pt x="2901696" y="70231"/>
                  </a:lnTo>
                  <a:lnTo>
                    <a:pt x="2901696" y="1292275"/>
                  </a:lnTo>
                  <a:lnTo>
                    <a:pt x="2907195" y="1319606"/>
                  </a:lnTo>
                  <a:lnTo>
                    <a:pt x="2922232" y="1341907"/>
                  </a:lnTo>
                  <a:lnTo>
                    <a:pt x="2944558" y="1356944"/>
                  </a:lnTo>
                  <a:lnTo>
                    <a:pt x="2971927" y="1362456"/>
                  </a:lnTo>
                  <a:lnTo>
                    <a:pt x="5568569" y="1362456"/>
                  </a:lnTo>
                  <a:lnTo>
                    <a:pt x="5595925" y="1356944"/>
                  </a:lnTo>
                  <a:lnTo>
                    <a:pt x="5618251" y="1341907"/>
                  </a:lnTo>
                  <a:lnTo>
                    <a:pt x="5633288" y="1319593"/>
                  </a:lnTo>
                  <a:lnTo>
                    <a:pt x="5638800" y="1292275"/>
                  </a:lnTo>
                  <a:lnTo>
                    <a:pt x="5638800" y="70231"/>
                  </a:lnTo>
                  <a:close/>
                </a:path>
                <a:path w="11442700" h="1362710">
                  <a:moveTo>
                    <a:pt x="8540496" y="70231"/>
                  </a:moveTo>
                  <a:lnTo>
                    <a:pt x="8534984" y="42862"/>
                  </a:lnTo>
                  <a:lnTo>
                    <a:pt x="8519947" y="20548"/>
                  </a:lnTo>
                  <a:lnTo>
                    <a:pt x="8497633" y="5511"/>
                  </a:lnTo>
                  <a:lnTo>
                    <a:pt x="8470265" y="0"/>
                  </a:lnTo>
                  <a:lnTo>
                    <a:pt x="5870575" y="0"/>
                  </a:lnTo>
                  <a:lnTo>
                    <a:pt x="5843206" y="5511"/>
                  </a:lnTo>
                  <a:lnTo>
                    <a:pt x="5820880" y="20548"/>
                  </a:lnTo>
                  <a:lnTo>
                    <a:pt x="5805843" y="42862"/>
                  </a:lnTo>
                  <a:lnTo>
                    <a:pt x="5800344" y="70231"/>
                  </a:lnTo>
                  <a:lnTo>
                    <a:pt x="5800344" y="1292275"/>
                  </a:lnTo>
                  <a:lnTo>
                    <a:pt x="5805843" y="1319606"/>
                  </a:lnTo>
                  <a:lnTo>
                    <a:pt x="5820880" y="1341907"/>
                  </a:lnTo>
                  <a:lnTo>
                    <a:pt x="5843206" y="1356944"/>
                  </a:lnTo>
                  <a:lnTo>
                    <a:pt x="5870575" y="1362456"/>
                  </a:lnTo>
                  <a:lnTo>
                    <a:pt x="8470265" y="1362456"/>
                  </a:lnTo>
                  <a:lnTo>
                    <a:pt x="8497633" y="1356944"/>
                  </a:lnTo>
                  <a:lnTo>
                    <a:pt x="8519947" y="1341907"/>
                  </a:lnTo>
                  <a:lnTo>
                    <a:pt x="8534984" y="1319593"/>
                  </a:lnTo>
                  <a:lnTo>
                    <a:pt x="8540496" y="1292275"/>
                  </a:lnTo>
                  <a:lnTo>
                    <a:pt x="8540496" y="70231"/>
                  </a:lnTo>
                  <a:close/>
                </a:path>
                <a:path w="11442700" h="1362710">
                  <a:moveTo>
                    <a:pt x="11442192" y="70231"/>
                  </a:moveTo>
                  <a:lnTo>
                    <a:pt x="11436680" y="42862"/>
                  </a:lnTo>
                  <a:lnTo>
                    <a:pt x="11421643" y="20548"/>
                  </a:lnTo>
                  <a:lnTo>
                    <a:pt x="11399330" y="5511"/>
                  </a:lnTo>
                  <a:lnTo>
                    <a:pt x="11371961" y="0"/>
                  </a:lnTo>
                  <a:lnTo>
                    <a:pt x="8772271" y="0"/>
                  </a:lnTo>
                  <a:lnTo>
                    <a:pt x="8744902" y="5511"/>
                  </a:lnTo>
                  <a:lnTo>
                    <a:pt x="8722576" y="20548"/>
                  </a:lnTo>
                  <a:lnTo>
                    <a:pt x="8707539" y="42862"/>
                  </a:lnTo>
                  <a:lnTo>
                    <a:pt x="8702040" y="70231"/>
                  </a:lnTo>
                  <a:lnTo>
                    <a:pt x="8702040" y="1292275"/>
                  </a:lnTo>
                  <a:lnTo>
                    <a:pt x="8707539" y="1319606"/>
                  </a:lnTo>
                  <a:lnTo>
                    <a:pt x="8722576" y="1341907"/>
                  </a:lnTo>
                  <a:lnTo>
                    <a:pt x="8744902" y="1356944"/>
                  </a:lnTo>
                  <a:lnTo>
                    <a:pt x="8772271" y="1362456"/>
                  </a:lnTo>
                  <a:lnTo>
                    <a:pt x="11371961" y="1362456"/>
                  </a:lnTo>
                  <a:lnTo>
                    <a:pt x="11399317" y="1356944"/>
                  </a:lnTo>
                  <a:lnTo>
                    <a:pt x="11421643" y="1341907"/>
                  </a:lnTo>
                  <a:lnTo>
                    <a:pt x="11436680" y="1319593"/>
                  </a:lnTo>
                  <a:lnTo>
                    <a:pt x="11442192" y="1292275"/>
                  </a:lnTo>
                  <a:lnTo>
                    <a:pt x="11442192" y="70231"/>
                  </a:lnTo>
                  <a:close/>
                </a:path>
              </a:pathLst>
            </a:custGeom>
            <a:solidFill>
              <a:srgbClr val="FFFFFF"/>
            </a:solidFill>
          </p:spPr>
          <p:txBody>
            <a:bodyPr wrap="square" lIns="0" tIns="0" rIns="0" bIns="0" rtlCol="0"/>
            <a:lstStyle/>
            <a:p/>
          </p:txBody>
        </p:sp>
        <p:sp>
          <p:nvSpPr>
            <p:cNvPr id="5" name="object 5"/>
            <p:cNvSpPr/>
            <p:nvPr/>
          </p:nvSpPr>
          <p:spPr>
            <a:xfrm>
              <a:off x="347472" y="323088"/>
              <a:ext cx="3108960" cy="622300"/>
            </a:xfrm>
            <a:custGeom>
              <a:avLst/>
              <a:gdLst/>
              <a:ahLst/>
              <a:cxnLst/>
              <a:rect l="l" t="t" r="r" b="b"/>
              <a:pathLst>
                <a:path w="3108960" h="622300">
                  <a:moveTo>
                    <a:pt x="2992628" y="0"/>
                  </a:moveTo>
                  <a:lnTo>
                    <a:pt x="116319" y="0"/>
                  </a:lnTo>
                  <a:lnTo>
                    <a:pt x="71039" y="9140"/>
                  </a:lnTo>
                  <a:lnTo>
                    <a:pt x="34066" y="34067"/>
                  </a:lnTo>
                  <a:lnTo>
                    <a:pt x="9139" y="71044"/>
                  </a:lnTo>
                  <a:lnTo>
                    <a:pt x="0" y="116331"/>
                  </a:lnTo>
                  <a:lnTo>
                    <a:pt x="0" y="505459"/>
                  </a:lnTo>
                  <a:lnTo>
                    <a:pt x="9139" y="550747"/>
                  </a:lnTo>
                  <a:lnTo>
                    <a:pt x="34066" y="587724"/>
                  </a:lnTo>
                  <a:lnTo>
                    <a:pt x="71039" y="612651"/>
                  </a:lnTo>
                  <a:lnTo>
                    <a:pt x="116319" y="621791"/>
                  </a:lnTo>
                  <a:lnTo>
                    <a:pt x="2992628" y="621791"/>
                  </a:lnTo>
                  <a:lnTo>
                    <a:pt x="3037915" y="612651"/>
                  </a:lnTo>
                  <a:lnTo>
                    <a:pt x="3074892" y="587724"/>
                  </a:lnTo>
                  <a:lnTo>
                    <a:pt x="3099819" y="550747"/>
                  </a:lnTo>
                  <a:lnTo>
                    <a:pt x="3108960" y="505459"/>
                  </a:lnTo>
                  <a:lnTo>
                    <a:pt x="3108960" y="116331"/>
                  </a:lnTo>
                  <a:lnTo>
                    <a:pt x="3099819" y="71044"/>
                  </a:lnTo>
                  <a:lnTo>
                    <a:pt x="3074892" y="34067"/>
                  </a:lnTo>
                  <a:lnTo>
                    <a:pt x="3037915" y="9140"/>
                  </a:lnTo>
                  <a:lnTo>
                    <a:pt x="2992628" y="0"/>
                  </a:lnTo>
                  <a:close/>
                </a:path>
              </a:pathLst>
            </a:custGeom>
            <a:solidFill>
              <a:srgbClr val="FF0052"/>
            </a:solidFill>
          </p:spPr>
          <p:txBody>
            <a:bodyPr wrap="square" lIns="0" tIns="0" rIns="0" bIns="0" rtlCol="0"/>
            <a:lstStyle/>
            <a:p/>
          </p:txBody>
        </p:sp>
        <p:sp>
          <p:nvSpPr>
            <p:cNvPr id="6" name="object 6"/>
            <p:cNvSpPr/>
            <p:nvPr/>
          </p:nvSpPr>
          <p:spPr>
            <a:xfrm>
              <a:off x="1019162" y="1104518"/>
              <a:ext cx="1789430" cy="3731260"/>
            </a:xfrm>
            <a:custGeom>
              <a:avLst/>
              <a:gdLst/>
              <a:ahLst/>
              <a:cxnLst/>
              <a:rect l="l" t="t" r="r" b="b"/>
              <a:pathLst>
                <a:path w="1789430" h="3731260">
                  <a:moveTo>
                    <a:pt x="1789188" y="252857"/>
                  </a:moveTo>
                  <a:lnTo>
                    <a:pt x="1785099" y="207429"/>
                  </a:lnTo>
                  <a:lnTo>
                    <a:pt x="1773339" y="164668"/>
                  </a:lnTo>
                  <a:lnTo>
                    <a:pt x="1764423" y="145923"/>
                  </a:lnTo>
                  <a:lnTo>
                    <a:pt x="1764423" y="261747"/>
                  </a:lnTo>
                  <a:lnTo>
                    <a:pt x="1764423" y="3470402"/>
                  </a:lnTo>
                  <a:lnTo>
                    <a:pt x="1759724" y="3516922"/>
                  </a:lnTo>
                  <a:lnTo>
                    <a:pt x="1745881" y="3561423"/>
                  </a:lnTo>
                  <a:lnTo>
                    <a:pt x="1745348" y="3562400"/>
                  </a:lnTo>
                  <a:lnTo>
                    <a:pt x="1758835" y="3519005"/>
                  </a:lnTo>
                  <a:lnTo>
                    <a:pt x="1763661" y="3471164"/>
                  </a:lnTo>
                  <a:lnTo>
                    <a:pt x="1763661" y="261747"/>
                  </a:lnTo>
                  <a:lnTo>
                    <a:pt x="1758835" y="213918"/>
                  </a:lnTo>
                  <a:lnTo>
                    <a:pt x="1751469" y="190220"/>
                  </a:lnTo>
                  <a:lnTo>
                    <a:pt x="1751469" y="268859"/>
                  </a:lnTo>
                  <a:lnTo>
                    <a:pt x="1751342" y="3464064"/>
                  </a:lnTo>
                  <a:lnTo>
                    <a:pt x="1746618" y="3510864"/>
                  </a:lnTo>
                  <a:lnTo>
                    <a:pt x="1733080" y="3554450"/>
                  </a:lnTo>
                  <a:lnTo>
                    <a:pt x="1711667" y="3593884"/>
                  </a:lnTo>
                  <a:lnTo>
                    <a:pt x="1683296" y="3628237"/>
                  </a:lnTo>
                  <a:lnTo>
                    <a:pt x="1648917" y="3656584"/>
                  </a:lnTo>
                  <a:lnTo>
                    <a:pt x="1609458" y="3677983"/>
                  </a:lnTo>
                  <a:lnTo>
                    <a:pt x="1565859" y="3691496"/>
                  </a:lnTo>
                  <a:lnTo>
                    <a:pt x="1519059" y="3696208"/>
                  </a:lnTo>
                  <a:lnTo>
                    <a:pt x="268871" y="3696208"/>
                  </a:lnTo>
                  <a:lnTo>
                    <a:pt x="222059" y="3691496"/>
                  </a:lnTo>
                  <a:lnTo>
                    <a:pt x="178460" y="3677983"/>
                  </a:lnTo>
                  <a:lnTo>
                    <a:pt x="139014" y="3656584"/>
                  </a:lnTo>
                  <a:lnTo>
                    <a:pt x="104635" y="3628237"/>
                  </a:lnTo>
                  <a:lnTo>
                    <a:pt x="76276" y="3593884"/>
                  </a:lnTo>
                  <a:lnTo>
                    <a:pt x="54864" y="3554450"/>
                  </a:lnTo>
                  <a:lnTo>
                    <a:pt x="41325" y="3510864"/>
                  </a:lnTo>
                  <a:lnTo>
                    <a:pt x="36614" y="3464064"/>
                  </a:lnTo>
                  <a:lnTo>
                    <a:pt x="36614" y="268859"/>
                  </a:lnTo>
                  <a:lnTo>
                    <a:pt x="41325" y="222097"/>
                  </a:lnTo>
                  <a:lnTo>
                    <a:pt x="54851" y="178536"/>
                  </a:lnTo>
                  <a:lnTo>
                    <a:pt x="76250" y="139103"/>
                  </a:lnTo>
                  <a:lnTo>
                    <a:pt x="104597" y="104736"/>
                  </a:lnTo>
                  <a:lnTo>
                    <a:pt x="138976" y="76377"/>
                  </a:lnTo>
                  <a:lnTo>
                    <a:pt x="178435" y="54965"/>
                  </a:lnTo>
                  <a:lnTo>
                    <a:pt x="222046" y="41427"/>
                  </a:lnTo>
                  <a:lnTo>
                    <a:pt x="268871" y="36703"/>
                  </a:lnTo>
                  <a:lnTo>
                    <a:pt x="1519186" y="36703"/>
                  </a:lnTo>
                  <a:lnTo>
                    <a:pt x="1565986" y="41427"/>
                  </a:lnTo>
                  <a:lnTo>
                    <a:pt x="1609585" y="54965"/>
                  </a:lnTo>
                  <a:lnTo>
                    <a:pt x="1649044" y="76377"/>
                  </a:lnTo>
                  <a:lnTo>
                    <a:pt x="1683423" y="104736"/>
                  </a:lnTo>
                  <a:lnTo>
                    <a:pt x="1711794" y="139103"/>
                  </a:lnTo>
                  <a:lnTo>
                    <a:pt x="1733207" y="178536"/>
                  </a:lnTo>
                  <a:lnTo>
                    <a:pt x="1746745" y="222097"/>
                  </a:lnTo>
                  <a:lnTo>
                    <a:pt x="1751469" y="268859"/>
                  </a:lnTo>
                  <a:lnTo>
                    <a:pt x="1751469" y="190220"/>
                  </a:lnTo>
                  <a:lnTo>
                    <a:pt x="1723110" y="129057"/>
                  </a:lnTo>
                  <a:lnTo>
                    <a:pt x="1694129" y="93916"/>
                  </a:lnTo>
                  <a:lnTo>
                    <a:pt x="1658988" y="64935"/>
                  </a:lnTo>
                  <a:lnTo>
                    <a:pt x="1618678" y="43053"/>
                  </a:lnTo>
                  <a:lnTo>
                    <a:pt x="1574355" y="29286"/>
                  </a:lnTo>
                  <a:lnTo>
                    <a:pt x="1574888" y="29337"/>
                  </a:lnTo>
                  <a:lnTo>
                    <a:pt x="1619440" y="43154"/>
                  </a:lnTo>
                  <a:lnTo>
                    <a:pt x="1659750" y="65024"/>
                  </a:lnTo>
                  <a:lnTo>
                    <a:pt x="1694891" y="93980"/>
                  </a:lnTo>
                  <a:lnTo>
                    <a:pt x="1723872" y="129095"/>
                  </a:lnTo>
                  <a:lnTo>
                    <a:pt x="1745754" y="169392"/>
                  </a:lnTo>
                  <a:lnTo>
                    <a:pt x="1759597" y="213931"/>
                  </a:lnTo>
                  <a:lnTo>
                    <a:pt x="1764423" y="261747"/>
                  </a:lnTo>
                  <a:lnTo>
                    <a:pt x="1764423" y="145923"/>
                  </a:lnTo>
                  <a:lnTo>
                    <a:pt x="1729613" y="89979"/>
                  </a:lnTo>
                  <a:lnTo>
                    <a:pt x="1699094" y="59499"/>
                  </a:lnTo>
                  <a:lnTo>
                    <a:pt x="1663738" y="34544"/>
                  </a:lnTo>
                  <a:lnTo>
                    <a:pt x="1624291" y="15836"/>
                  </a:lnTo>
                  <a:lnTo>
                    <a:pt x="1581454" y="4076"/>
                  </a:lnTo>
                  <a:lnTo>
                    <a:pt x="1535950" y="0"/>
                  </a:lnTo>
                  <a:lnTo>
                    <a:pt x="253123" y="0"/>
                  </a:lnTo>
                  <a:lnTo>
                    <a:pt x="207632" y="4076"/>
                  </a:lnTo>
                  <a:lnTo>
                    <a:pt x="164807" y="15836"/>
                  </a:lnTo>
                  <a:lnTo>
                    <a:pt x="125387" y="34544"/>
                  </a:lnTo>
                  <a:lnTo>
                    <a:pt x="90055" y="59499"/>
                  </a:lnTo>
                  <a:lnTo>
                    <a:pt x="59537" y="89979"/>
                  </a:lnTo>
                  <a:lnTo>
                    <a:pt x="34556" y="125272"/>
                  </a:lnTo>
                  <a:lnTo>
                    <a:pt x="15836" y="164668"/>
                  </a:lnTo>
                  <a:lnTo>
                    <a:pt x="4076" y="207429"/>
                  </a:lnTo>
                  <a:lnTo>
                    <a:pt x="0" y="252857"/>
                  </a:lnTo>
                  <a:lnTo>
                    <a:pt x="0" y="3477895"/>
                  </a:lnTo>
                  <a:lnTo>
                    <a:pt x="4076" y="3523361"/>
                  </a:lnTo>
                  <a:lnTo>
                    <a:pt x="15836" y="3566147"/>
                  </a:lnTo>
                  <a:lnTo>
                    <a:pt x="34556" y="3605542"/>
                  </a:lnTo>
                  <a:lnTo>
                    <a:pt x="59537" y="3640836"/>
                  </a:lnTo>
                  <a:lnTo>
                    <a:pt x="90055" y="3671303"/>
                  </a:lnTo>
                  <a:lnTo>
                    <a:pt x="125387" y="3696246"/>
                  </a:lnTo>
                  <a:lnTo>
                    <a:pt x="164807" y="3714940"/>
                  </a:lnTo>
                  <a:lnTo>
                    <a:pt x="207632" y="3726688"/>
                  </a:lnTo>
                  <a:lnTo>
                    <a:pt x="253123" y="3730752"/>
                  </a:lnTo>
                  <a:lnTo>
                    <a:pt x="1535950" y="3730752"/>
                  </a:lnTo>
                  <a:lnTo>
                    <a:pt x="1581454" y="3726688"/>
                  </a:lnTo>
                  <a:lnTo>
                    <a:pt x="1624291" y="3714940"/>
                  </a:lnTo>
                  <a:lnTo>
                    <a:pt x="1642643" y="3706241"/>
                  </a:lnTo>
                  <a:lnTo>
                    <a:pt x="1663738" y="3696246"/>
                  </a:lnTo>
                  <a:lnTo>
                    <a:pt x="1699094" y="3671303"/>
                  </a:lnTo>
                  <a:lnTo>
                    <a:pt x="1729613" y="3640836"/>
                  </a:lnTo>
                  <a:lnTo>
                    <a:pt x="1754606" y="3605542"/>
                  </a:lnTo>
                  <a:lnTo>
                    <a:pt x="1773339" y="3566147"/>
                  </a:lnTo>
                  <a:lnTo>
                    <a:pt x="1785099" y="3523361"/>
                  </a:lnTo>
                  <a:lnTo>
                    <a:pt x="1789188" y="3477895"/>
                  </a:lnTo>
                  <a:lnTo>
                    <a:pt x="1789188" y="252857"/>
                  </a:lnTo>
                  <a:close/>
                </a:path>
              </a:pathLst>
            </a:custGeom>
            <a:solidFill>
              <a:srgbClr val="FD095F"/>
            </a:solidFill>
          </p:spPr>
          <p:txBody>
            <a:bodyPr wrap="square" lIns="0" tIns="0" rIns="0" bIns="0" rtlCol="0"/>
            <a:lstStyle/>
            <a:p/>
          </p:txBody>
        </p:sp>
        <p:sp>
          <p:nvSpPr>
            <p:cNvPr id="7" name="object 7"/>
            <p:cNvSpPr/>
            <p:nvPr/>
          </p:nvSpPr>
          <p:spPr>
            <a:xfrm>
              <a:off x="1043533" y="1125855"/>
              <a:ext cx="1739264" cy="3686810"/>
            </a:xfrm>
            <a:custGeom>
              <a:avLst/>
              <a:gdLst/>
              <a:ahLst/>
              <a:cxnLst/>
              <a:rect l="l" t="t" r="r" b="b"/>
              <a:pathLst>
                <a:path w="1739264" h="3686810">
                  <a:moveTo>
                    <a:pt x="1500530" y="0"/>
                  </a:moveTo>
                  <a:lnTo>
                    <a:pt x="238150" y="0"/>
                  </a:lnTo>
                  <a:lnTo>
                    <a:pt x="190199" y="4857"/>
                  </a:lnTo>
                  <a:lnTo>
                    <a:pt x="145509" y="18782"/>
                  </a:lnTo>
                  <a:lnTo>
                    <a:pt x="105046" y="40806"/>
                  </a:lnTo>
                  <a:lnTo>
                    <a:pt x="69778" y="69961"/>
                  </a:lnTo>
                  <a:lnTo>
                    <a:pt x="40672" y="105277"/>
                  </a:lnTo>
                  <a:lnTo>
                    <a:pt x="18696" y="145786"/>
                  </a:lnTo>
                  <a:lnTo>
                    <a:pt x="4816" y="190518"/>
                  </a:lnTo>
                  <a:lnTo>
                    <a:pt x="0" y="238506"/>
                  </a:lnTo>
                  <a:lnTo>
                    <a:pt x="0" y="3448050"/>
                  </a:lnTo>
                  <a:lnTo>
                    <a:pt x="4798" y="3495611"/>
                  </a:lnTo>
                  <a:lnTo>
                    <a:pt x="4845" y="3496073"/>
                  </a:lnTo>
                  <a:lnTo>
                    <a:pt x="18739" y="3540823"/>
                  </a:lnTo>
                  <a:lnTo>
                    <a:pt x="40717" y="3581334"/>
                  </a:lnTo>
                  <a:lnTo>
                    <a:pt x="69816" y="3616642"/>
                  </a:lnTo>
                  <a:lnTo>
                    <a:pt x="105073" y="3645783"/>
                  </a:lnTo>
                  <a:lnTo>
                    <a:pt x="145523" y="3667791"/>
                  </a:lnTo>
                  <a:lnTo>
                    <a:pt x="190203" y="3681704"/>
                  </a:lnTo>
                  <a:lnTo>
                    <a:pt x="238150" y="3686556"/>
                  </a:lnTo>
                  <a:lnTo>
                    <a:pt x="1500530" y="3686556"/>
                  </a:lnTo>
                  <a:lnTo>
                    <a:pt x="1523090" y="3684270"/>
                  </a:lnTo>
                  <a:lnTo>
                    <a:pt x="238023" y="3684270"/>
                  </a:lnTo>
                  <a:lnTo>
                    <a:pt x="190629" y="3679464"/>
                  </a:lnTo>
                  <a:lnTo>
                    <a:pt x="146416" y="3665684"/>
                  </a:lnTo>
                  <a:lnTo>
                    <a:pt x="106383" y="3643885"/>
                  </a:lnTo>
                  <a:lnTo>
                    <a:pt x="71479" y="3615023"/>
                  </a:lnTo>
                  <a:lnTo>
                    <a:pt x="42659" y="3580053"/>
                  </a:lnTo>
                  <a:lnTo>
                    <a:pt x="20882" y="3539930"/>
                  </a:lnTo>
                  <a:lnTo>
                    <a:pt x="7107" y="3495611"/>
                  </a:lnTo>
                  <a:lnTo>
                    <a:pt x="2298" y="3448050"/>
                  </a:lnTo>
                  <a:lnTo>
                    <a:pt x="2298" y="238506"/>
                  </a:lnTo>
                  <a:lnTo>
                    <a:pt x="7099" y="191028"/>
                  </a:lnTo>
                  <a:lnTo>
                    <a:pt x="20861" y="146772"/>
                  </a:lnTo>
                  <a:lnTo>
                    <a:pt x="42621" y="106694"/>
                  </a:lnTo>
                  <a:lnTo>
                    <a:pt x="71418" y="71754"/>
                  </a:lnTo>
                  <a:lnTo>
                    <a:pt x="106287" y="42911"/>
                  </a:lnTo>
                  <a:lnTo>
                    <a:pt x="146253" y="21121"/>
                  </a:lnTo>
                  <a:lnTo>
                    <a:pt x="146106" y="21121"/>
                  </a:lnTo>
                  <a:lnTo>
                    <a:pt x="190299" y="7345"/>
                  </a:lnTo>
                  <a:lnTo>
                    <a:pt x="189489" y="7345"/>
                  </a:lnTo>
                  <a:lnTo>
                    <a:pt x="236897" y="2540"/>
                  </a:lnTo>
                  <a:lnTo>
                    <a:pt x="1525624" y="2540"/>
                  </a:lnTo>
                  <a:lnTo>
                    <a:pt x="1500530" y="0"/>
                  </a:lnTo>
                  <a:close/>
                </a:path>
                <a:path w="1739264" h="3686810">
                  <a:moveTo>
                    <a:pt x="1525624" y="2540"/>
                  </a:moveTo>
                  <a:lnTo>
                    <a:pt x="1500530" y="2540"/>
                  </a:lnTo>
                  <a:lnTo>
                    <a:pt x="1547960" y="7345"/>
                  </a:lnTo>
                  <a:lnTo>
                    <a:pt x="1592170" y="21121"/>
                  </a:lnTo>
                  <a:lnTo>
                    <a:pt x="1632205" y="42911"/>
                  </a:lnTo>
                  <a:lnTo>
                    <a:pt x="1667106" y="71754"/>
                  </a:lnTo>
                  <a:lnTo>
                    <a:pt x="1695918" y="106694"/>
                  </a:lnTo>
                  <a:lnTo>
                    <a:pt x="1717682" y="146772"/>
                  </a:lnTo>
                  <a:lnTo>
                    <a:pt x="1731442" y="191028"/>
                  </a:lnTo>
                  <a:lnTo>
                    <a:pt x="1736242" y="238506"/>
                  </a:lnTo>
                  <a:lnTo>
                    <a:pt x="1736242" y="3448050"/>
                  </a:lnTo>
                  <a:lnTo>
                    <a:pt x="1731442" y="3495611"/>
                  </a:lnTo>
                  <a:lnTo>
                    <a:pt x="1717682" y="3539930"/>
                  </a:lnTo>
                  <a:lnTo>
                    <a:pt x="1695918" y="3580053"/>
                  </a:lnTo>
                  <a:lnTo>
                    <a:pt x="1667106" y="3615023"/>
                  </a:lnTo>
                  <a:lnTo>
                    <a:pt x="1632205" y="3643885"/>
                  </a:lnTo>
                  <a:lnTo>
                    <a:pt x="1592170" y="3665684"/>
                  </a:lnTo>
                  <a:lnTo>
                    <a:pt x="1547960" y="3679464"/>
                  </a:lnTo>
                  <a:lnTo>
                    <a:pt x="1500530" y="3684270"/>
                  </a:lnTo>
                  <a:lnTo>
                    <a:pt x="1523090" y="3684270"/>
                  </a:lnTo>
                  <a:lnTo>
                    <a:pt x="1593073" y="3667791"/>
                  </a:lnTo>
                  <a:lnTo>
                    <a:pt x="1633508" y="3645783"/>
                  </a:lnTo>
                  <a:lnTo>
                    <a:pt x="1668760" y="3616642"/>
                  </a:lnTo>
                  <a:lnTo>
                    <a:pt x="1697864" y="3581334"/>
                  </a:lnTo>
                  <a:lnTo>
                    <a:pt x="1719856" y="3540823"/>
                  </a:lnTo>
                  <a:lnTo>
                    <a:pt x="1733771" y="3496073"/>
                  </a:lnTo>
                  <a:lnTo>
                    <a:pt x="1738642" y="3448050"/>
                  </a:lnTo>
                  <a:lnTo>
                    <a:pt x="1738655" y="238506"/>
                  </a:lnTo>
                  <a:lnTo>
                    <a:pt x="1733864" y="191028"/>
                  </a:lnTo>
                  <a:lnTo>
                    <a:pt x="1719931" y="145786"/>
                  </a:lnTo>
                  <a:lnTo>
                    <a:pt x="1697966" y="105277"/>
                  </a:lnTo>
                  <a:lnTo>
                    <a:pt x="1668876" y="69961"/>
                  </a:lnTo>
                  <a:lnTo>
                    <a:pt x="1633623" y="40806"/>
                  </a:lnTo>
                  <a:lnTo>
                    <a:pt x="1593170" y="18782"/>
                  </a:lnTo>
                  <a:lnTo>
                    <a:pt x="1548481" y="4857"/>
                  </a:lnTo>
                  <a:lnTo>
                    <a:pt x="1525624" y="2540"/>
                  </a:lnTo>
                  <a:close/>
                </a:path>
                <a:path w="1739264" h="3686810">
                  <a:moveTo>
                    <a:pt x="1493418" y="12319"/>
                  </a:moveTo>
                  <a:lnTo>
                    <a:pt x="245262" y="12319"/>
                  </a:lnTo>
                  <a:lnTo>
                    <a:pt x="198362" y="17072"/>
                  </a:lnTo>
                  <a:lnTo>
                    <a:pt x="154647" y="30700"/>
                  </a:lnTo>
                  <a:lnTo>
                    <a:pt x="115063" y="52254"/>
                  </a:lnTo>
                  <a:lnTo>
                    <a:pt x="80556" y="80787"/>
                  </a:lnTo>
                  <a:lnTo>
                    <a:pt x="52070" y="115351"/>
                  </a:lnTo>
                  <a:lnTo>
                    <a:pt x="30553" y="154997"/>
                  </a:lnTo>
                  <a:lnTo>
                    <a:pt x="16949" y="198778"/>
                  </a:lnTo>
                  <a:lnTo>
                    <a:pt x="12204" y="245745"/>
                  </a:lnTo>
                  <a:lnTo>
                    <a:pt x="12204" y="3440938"/>
                  </a:lnTo>
                  <a:lnTo>
                    <a:pt x="16886" y="3487309"/>
                  </a:lnTo>
                  <a:lnTo>
                    <a:pt x="16945" y="3487899"/>
                  </a:lnTo>
                  <a:lnTo>
                    <a:pt x="30540" y="3531665"/>
                  </a:lnTo>
                  <a:lnTo>
                    <a:pt x="52047" y="3571291"/>
                  </a:lnTo>
                  <a:lnTo>
                    <a:pt x="80522" y="3605831"/>
                  </a:lnTo>
                  <a:lnTo>
                    <a:pt x="115024" y="3634341"/>
                  </a:lnTo>
                  <a:lnTo>
                    <a:pt x="154609" y="3655875"/>
                  </a:lnTo>
                  <a:lnTo>
                    <a:pt x="198336" y="3669489"/>
                  </a:lnTo>
                  <a:lnTo>
                    <a:pt x="245262" y="3674237"/>
                  </a:lnTo>
                  <a:lnTo>
                    <a:pt x="1493418" y="3674237"/>
                  </a:lnTo>
                  <a:lnTo>
                    <a:pt x="1517238" y="3671824"/>
                  </a:lnTo>
                  <a:lnTo>
                    <a:pt x="245262" y="3671824"/>
                  </a:lnTo>
                  <a:lnTo>
                    <a:pt x="198826" y="3667122"/>
                  </a:lnTo>
                  <a:lnTo>
                    <a:pt x="155552" y="3653641"/>
                  </a:lnTo>
                  <a:lnTo>
                    <a:pt x="116375" y="3632316"/>
                  </a:lnTo>
                  <a:lnTo>
                    <a:pt x="82227" y="3604085"/>
                  </a:lnTo>
                  <a:lnTo>
                    <a:pt x="54043" y="3569882"/>
                  </a:lnTo>
                  <a:lnTo>
                    <a:pt x="32755" y="3530645"/>
                  </a:lnTo>
                  <a:lnTo>
                    <a:pt x="19298" y="3487309"/>
                  </a:lnTo>
                  <a:lnTo>
                    <a:pt x="14617" y="3440938"/>
                  </a:lnTo>
                  <a:lnTo>
                    <a:pt x="14604" y="245745"/>
                  </a:lnTo>
                  <a:lnTo>
                    <a:pt x="19298" y="199246"/>
                  </a:lnTo>
                  <a:lnTo>
                    <a:pt x="32755" y="155910"/>
                  </a:lnTo>
                  <a:lnTo>
                    <a:pt x="54043" y="116673"/>
                  </a:lnTo>
                  <a:lnTo>
                    <a:pt x="82227" y="82470"/>
                  </a:lnTo>
                  <a:lnTo>
                    <a:pt x="116375" y="54239"/>
                  </a:lnTo>
                  <a:lnTo>
                    <a:pt x="155552" y="32914"/>
                  </a:lnTo>
                  <a:lnTo>
                    <a:pt x="198826" y="19433"/>
                  </a:lnTo>
                  <a:lnTo>
                    <a:pt x="245262" y="14732"/>
                  </a:lnTo>
                  <a:lnTo>
                    <a:pt x="1517231" y="14732"/>
                  </a:lnTo>
                  <a:lnTo>
                    <a:pt x="1493418" y="12319"/>
                  </a:lnTo>
                  <a:close/>
                </a:path>
                <a:path w="1739264" h="3686810">
                  <a:moveTo>
                    <a:pt x="1517231" y="14732"/>
                  </a:moveTo>
                  <a:lnTo>
                    <a:pt x="1493418" y="14732"/>
                  </a:lnTo>
                  <a:lnTo>
                    <a:pt x="1539822" y="19433"/>
                  </a:lnTo>
                  <a:lnTo>
                    <a:pt x="1583066" y="32914"/>
                  </a:lnTo>
                  <a:lnTo>
                    <a:pt x="1622217" y="54239"/>
                  </a:lnTo>
                  <a:lnTo>
                    <a:pt x="1656343" y="82470"/>
                  </a:lnTo>
                  <a:lnTo>
                    <a:pt x="1684509" y="116673"/>
                  </a:lnTo>
                  <a:lnTo>
                    <a:pt x="1705784" y="155910"/>
                  </a:lnTo>
                  <a:lnTo>
                    <a:pt x="1719233" y="199246"/>
                  </a:lnTo>
                  <a:lnTo>
                    <a:pt x="1723923" y="245745"/>
                  </a:lnTo>
                  <a:lnTo>
                    <a:pt x="1723910" y="3440938"/>
                  </a:lnTo>
                  <a:lnTo>
                    <a:pt x="1719233" y="3487309"/>
                  </a:lnTo>
                  <a:lnTo>
                    <a:pt x="1705784" y="3530645"/>
                  </a:lnTo>
                  <a:lnTo>
                    <a:pt x="1684509" y="3569882"/>
                  </a:lnTo>
                  <a:lnTo>
                    <a:pt x="1656343" y="3604085"/>
                  </a:lnTo>
                  <a:lnTo>
                    <a:pt x="1622217" y="3632316"/>
                  </a:lnTo>
                  <a:lnTo>
                    <a:pt x="1583066" y="3653641"/>
                  </a:lnTo>
                  <a:lnTo>
                    <a:pt x="1539822" y="3667122"/>
                  </a:lnTo>
                  <a:lnTo>
                    <a:pt x="1493418" y="3671824"/>
                  </a:lnTo>
                  <a:lnTo>
                    <a:pt x="1517238" y="3671824"/>
                  </a:lnTo>
                  <a:lnTo>
                    <a:pt x="1583972" y="3655875"/>
                  </a:lnTo>
                  <a:lnTo>
                    <a:pt x="1623527" y="3634341"/>
                  </a:lnTo>
                  <a:lnTo>
                    <a:pt x="1658007" y="3605831"/>
                  </a:lnTo>
                  <a:lnTo>
                    <a:pt x="1686468" y="3571291"/>
                  </a:lnTo>
                  <a:lnTo>
                    <a:pt x="1707969" y="3531665"/>
                  </a:lnTo>
                  <a:lnTo>
                    <a:pt x="1721568" y="3487899"/>
                  </a:lnTo>
                  <a:lnTo>
                    <a:pt x="1726323" y="3440938"/>
                  </a:lnTo>
                  <a:lnTo>
                    <a:pt x="1726336" y="245745"/>
                  </a:lnTo>
                  <a:lnTo>
                    <a:pt x="1721646" y="199246"/>
                  </a:lnTo>
                  <a:lnTo>
                    <a:pt x="1708016" y="154997"/>
                  </a:lnTo>
                  <a:lnTo>
                    <a:pt x="1686527" y="115351"/>
                  </a:lnTo>
                  <a:lnTo>
                    <a:pt x="1658073" y="80787"/>
                  </a:lnTo>
                  <a:lnTo>
                    <a:pt x="1623595" y="52254"/>
                  </a:lnTo>
                  <a:lnTo>
                    <a:pt x="1584032" y="30700"/>
                  </a:lnTo>
                  <a:lnTo>
                    <a:pt x="1540327" y="17072"/>
                  </a:lnTo>
                  <a:lnTo>
                    <a:pt x="1517231" y="14732"/>
                  </a:lnTo>
                  <a:close/>
                </a:path>
              </a:pathLst>
            </a:custGeom>
            <a:solidFill>
              <a:srgbClr val="000000"/>
            </a:solidFill>
          </p:spPr>
          <p:txBody>
            <a:bodyPr wrap="square" lIns="0" tIns="0" rIns="0" bIns="0" rtlCol="0"/>
            <a:lstStyle/>
            <a:p/>
          </p:txBody>
        </p:sp>
        <p:sp>
          <p:nvSpPr>
            <p:cNvPr id="8" name="object 8"/>
            <p:cNvSpPr/>
            <p:nvPr/>
          </p:nvSpPr>
          <p:spPr>
            <a:xfrm>
              <a:off x="1006602" y="1884755"/>
              <a:ext cx="1810385" cy="2951480"/>
            </a:xfrm>
            <a:custGeom>
              <a:avLst/>
              <a:gdLst/>
              <a:ahLst/>
              <a:cxnLst/>
              <a:rect l="l" t="t" r="r" b="b"/>
              <a:pathLst>
                <a:path w="1810385" h="2951479">
                  <a:moveTo>
                    <a:pt x="5384" y="88"/>
                  </a:moveTo>
                  <a:lnTo>
                    <a:pt x="0" y="88"/>
                  </a:lnTo>
                  <a:lnTo>
                    <a:pt x="0" y="269671"/>
                  </a:lnTo>
                  <a:lnTo>
                    <a:pt x="5384" y="269671"/>
                  </a:lnTo>
                  <a:lnTo>
                    <a:pt x="5384" y="88"/>
                  </a:lnTo>
                  <a:close/>
                </a:path>
                <a:path w="1810385" h="2951479">
                  <a:moveTo>
                    <a:pt x="1793633" y="2664980"/>
                  </a:moveTo>
                  <a:lnTo>
                    <a:pt x="1793367" y="2662605"/>
                  </a:lnTo>
                  <a:lnTo>
                    <a:pt x="1787829" y="2714955"/>
                  </a:lnTo>
                  <a:lnTo>
                    <a:pt x="1774964" y="2761577"/>
                  </a:lnTo>
                  <a:lnTo>
                    <a:pt x="1755470" y="2802598"/>
                  </a:lnTo>
                  <a:lnTo>
                    <a:pt x="1730006" y="2838132"/>
                  </a:lnTo>
                  <a:lnTo>
                    <a:pt x="1699285" y="2868307"/>
                  </a:lnTo>
                  <a:lnTo>
                    <a:pt x="1663979" y="2893237"/>
                  </a:lnTo>
                  <a:lnTo>
                    <a:pt x="1624787" y="2913062"/>
                  </a:lnTo>
                  <a:lnTo>
                    <a:pt x="1582381" y="2927883"/>
                  </a:lnTo>
                  <a:lnTo>
                    <a:pt x="1537462" y="2937840"/>
                  </a:lnTo>
                  <a:lnTo>
                    <a:pt x="1490726" y="2943021"/>
                  </a:lnTo>
                  <a:lnTo>
                    <a:pt x="275844" y="2945434"/>
                  </a:lnTo>
                  <a:lnTo>
                    <a:pt x="219430" y="2939707"/>
                  </a:lnTo>
                  <a:lnTo>
                    <a:pt x="167690" y="2922663"/>
                  </a:lnTo>
                  <a:lnTo>
                    <a:pt x="120980" y="2896768"/>
                  </a:lnTo>
                  <a:lnTo>
                    <a:pt x="79603" y="2864535"/>
                  </a:lnTo>
                  <a:lnTo>
                    <a:pt x="106260" y="2888526"/>
                  </a:lnTo>
                  <a:lnTo>
                    <a:pt x="137020" y="2911094"/>
                  </a:lnTo>
                  <a:lnTo>
                    <a:pt x="174205" y="2930182"/>
                  </a:lnTo>
                  <a:lnTo>
                    <a:pt x="220167" y="2943758"/>
                  </a:lnTo>
                  <a:lnTo>
                    <a:pt x="277241" y="2949752"/>
                  </a:lnTo>
                  <a:lnTo>
                    <a:pt x="326504" y="2950451"/>
                  </a:lnTo>
                  <a:lnTo>
                    <a:pt x="512191" y="2951315"/>
                  </a:lnTo>
                  <a:lnTo>
                    <a:pt x="1119378" y="2951264"/>
                  </a:lnTo>
                  <a:lnTo>
                    <a:pt x="1510665" y="2949752"/>
                  </a:lnTo>
                  <a:lnTo>
                    <a:pt x="1551419" y="2946006"/>
                  </a:lnTo>
                  <a:lnTo>
                    <a:pt x="1598676" y="2935719"/>
                  </a:lnTo>
                  <a:lnTo>
                    <a:pt x="1647063" y="2918396"/>
                  </a:lnTo>
                  <a:lnTo>
                    <a:pt x="1691259" y="2893491"/>
                  </a:lnTo>
                  <a:lnTo>
                    <a:pt x="1732495" y="2855493"/>
                  </a:lnTo>
                  <a:lnTo>
                    <a:pt x="1760931" y="2810624"/>
                  </a:lnTo>
                  <a:lnTo>
                    <a:pt x="1778889" y="2764028"/>
                  </a:lnTo>
                  <a:lnTo>
                    <a:pt x="1788756" y="2720797"/>
                  </a:lnTo>
                  <a:lnTo>
                    <a:pt x="1792884" y="2686075"/>
                  </a:lnTo>
                  <a:lnTo>
                    <a:pt x="1793633" y="2664980"/>
                  </a:lnTo>
                  <a:close/>
                </a:path>
                <a:path w="1810385" h="2951479">
                  <a:moveTo>
                    <a:pt x="1810385" y="3479"/>
                  </a:moveTo>
                  <a:lnTo>
                    <a:pt x="1806752" y="101"/>
                  </a:lnTo>
                  <a:lnTo>
                    <a:pt x="1801368" y="0"/>
                  </a:lnTo>
                  <a:lnTo>
                    <a:pt x="1801368" y="400354"/>
                  </a:lnTo>
                  <a:lnTo>
                    <a:pt x="1806702" y="400354"/>
                  </a:lnTo>
                  <a:lnTo>
                    <a:pt x="1810385" y="396798"/>
                  </a:lnTo>
                  <a:lnTo>
                    <a:pt x="1809788" y="372872"/>
                  </a:lnTo>
                  <a:lnTo>
                    <a:pt x="1809356" y="327329"/>
                  </a:lnTo>
                  <a:lnTo>
                    <a:pt x="1809000" y="200190"/>
                  </a:lnTo>
                  <a:lnTo>
                    <a:pt x="1809330" y="73037"/>
                  </a:lnTo>
                  <a:lnTo>
                    <a:pt x="1809762" y="27457"/>
                  </a:lnTo>
                  <a:lnTo>
                    <a:pt x="1810385" y="3479"/>
                  </a:lnTo>
                  <a:close/>
                </a:path>
              </a:pathLst>
            </a:custGeom>
            <a:solidFill>
              <a:srgbClr val="FD095F"/>
            </a:solidFill>
          </p:spPr>
          <p:txBody>
            <a:bodyPr wrap="square" lIns="0" tIns="0" rIns="0" bIns="0" rtlCol="0"/>
            <a:lstStyle/>
            <a:p/>
          </p:txBody>
        </p:sp>
        <p:sp>
          <p:nvSpPr>
            <p:cNvPr id="9" name="object 9"/>
            <p:cNvSpPr/>
            <p:nvPr/>
          </p:nvSpPr>
          <p:spPr>
            <a:xfrm>
              <a:off x="1003553" y="1884807"/>
              <a:ext cx="3175" cy="269875"/>
            </a:xfrm>
            <a:custGeom>
              <a:avLst/>
              <a:gdLst/>
              <a:ahLst/>
              <a:cxnLst/>
              <a:rect l="l" t="t" r="r" b="b"/>
              <a:pathLst>
                <a:path w="3175" h="269875">
                  <a:moveTo>
                    <a:pt x="2743" y="0"/>
                  </a:moveTo>
                  <a:lnTo>
                    <a:pt x="0" y="3555"/>
                  </a:lnTo>
                  <a:lnTo>
                    <a:pt x="649" y="39123"/>
                  </a:lnTo>
                  <a:lnTo>
                    <a:pt x="961" y="100092"/>
                  </a:lnTo>
                  <a:lnTo>
                    <a:pt x="949" y="169528"/>
                  </a:lnTo>
                  <a:lnTo>
                    <a:pt x="624" y="230497"/>
                  </a:lnTo>
                  <a:lnTo>
                    <a:pt x="0" y="266064"/>
                  </a:lnTo>
                  <a:lnTo>
                    <a:pt x="2743" y="269493"/>
                  </a:lnTo>
                  <a:lnTo>
                    <a:pt x="2743" y="0"/>
                  </a:lnTo>
                  <a:close/>
                </a:path>
              </a:pathLst>
            </a:custGeom>
            <a:solidFill>
              <a:srgbClr val="9F9F9F"/>
            </a:solidFill>
          </p:spPr>
          <p:txBody>
            <a:bodyPr wrap="square" lIns="0" tIns="0" rIns="0" bIns="0" rtlCol="0"/>
            <a:lstStyle/>
            <a:p/>
          </p:txBody>
        </p:sp>
        <p:sp>
          <p:nvSpPr>
            <p:cNvPr id="10" name="object 10"/>
            <p:cNvSpPr/>
            <p:nvPr/>
          </p:nvSpPr>
          <p:spPr>
            <a:xfrm>
              <a:off x="1003554" y="1884844"/>
              <a:ext cx="15240" cy="605155"/>
            </a:xfrm>
            <a:custGeom>
              <a:avLst/>
              <a:gdLst/>
              <a:ahLst/>
              <a:cxnLst/>
              <a:rect l="l" t="t" r="r" b="b"/>
              <a:pathLst>
                <a:path w="15240" h="605155">
                  <a:moveTo>
                    <a:pt x="2743" y="335241"/>
                  </a:moveTo>
                  <a:lnTo>
                    <a:pt x="0" y="338797"/>
                  </a:lnTo>
                  <a:lnTo>
                    <a:pt x="647" y="374370"/>
                  </a:lnTo>
                  <a:lnTo>
                    <a:pt x="952" y="435343"/>
                  </a:lnTo>
                  <a:lnTo>
                    <a:pt x="939" y="504774"/>
                  </a:lnTo>
                  <a:lnTo>
                    <a:pt x="622" y="565746"/>
                  </a:lnTo>
                  <a:lnTo>
                    <a:pt x="0" y="601306"/>
                  </a:lnTo>
                  <a:lnTo>
                    <a:pt x="2743" y="604735"/>
                  </a:lnTo>
                  <a:lnTo>
                    <a:pt x="2743" y="335241"/>
                  </a:lnTo>
                  <a:close/>
                </a:path>
                <a:path w="15240" h="605155">
                  <a:moveTo>
                    <a:pt x="8432" y="335292"/>
                  </a:moveTo>
                  <a:lnTo>
                    <a:pt x="3048" y="335292"/>
                  </a:lnTo>
                  <a:lnTo>
                    <a:pt x="3048" y="604862"/>
                  </a:lnTo>
                  <a:lnTo>
                    <a:pt x="8432" y="604862"/>
                  </a:lnTo>
                  <a:lnTo>
                    <a:pt x="8432" y="335292"/>
                  </a:lnTo>
                  <a:close/>
                </a:path>
                <a:path w="15240" h="605155">
                  <a:moveTo>
                    <a:pt x="14986" y="335292"/>
                  </a:moveTo>
                  <a:lnTo>
                    <a:pt x="9144" y="335292"/>
                  </a:lnTo>
                  <a:lnTo>
                    <a:pt x="9144" y="604862"/>
                  </a:lnTo>
                  <a:lnTo>
                    <a:pt x="14986" y="604862"/>
                  </a:lnTo>
                  <a:lnTo>
                    <a:pt x="14986" y="335292"/>
                  </a:lnTo>
                  <a:close/>
                </a:path>
                <a:path w="15240" h="605155">
                  <a:moveTo>
                    <a:pt x="14986" y="0"/>
                  </a:moveTo>
                  <a:lnTo>
                    <a:pt x="9144" y="0"/>
                  </a:lnTo>
                  <a:lnTo>
                    <a:pt x="9144" y="269582"/>
                  </a:lnTo>
                  <a:lnTo>
                    <a:pt x="14986" y="269582"/>
                  </a:lnTo>
                  <a:lnTo>
                    <a:pt x="14986" y="0"/>
                  </a:lnTo>
                  <a:close/>
                </a:path>
              </a:pathLst>
            </a:custGeom>
            <a:solidFill>
              <a:srgbClr val="FD095F"/>
            </a:solidFill>
          </p:spPr>
          <p:txBody>
            <a:bodyPr wrap="square" lIns="0" tIns="0" rIns="0" bIns="0" rtlCol="0"/>
            <a:lstStyle/>
            <a:p/>
          </p:txBody>
        </p:sp>
        <p:sp>
          <p:nvSpPr>
            <p:cNvPr id="11" name="object 11"/>
            <p:cNvSpPr/>
            <p:nvPr/>
          </p:nvSpPr>
          <p:spPr>
            <a:xfrm>
              <a:off x="1006602" y="1567726"/>
              <a:ext cx="5715" cy="144145"/>
            </a:xfrm>
            <a:custGeom>
              <a:avLst/>
              <a:gdLst/>
              <a:ahLst/>
              <a:cxnLst/>
              <a:rect l="l" t="t" r="r" b="b"/>
              <a:pathLst>
                <a:path w="5715" h="144144">
                  <a:moveTo>
                    <a:pt x="5395" y="0"/>
                  </a:moveTo>
                  <a:lnTo>
                    <a:pt x="0" y="0"/>
                  </a:lnTo>
                  <a:lnTo>
                    <a:pt x="0" y="144106"/>
                  </a:lnTo>
                  <a:lnTo>
                    <a:pt x="5395" y="144106"/>
                  </a:lnTo>
                  <a:lnTo>
                    <a:pt x="5395" y="0"/>
                  </a:lnTo>
                  <a:close/>
                </a:path>
              </a:pathLst>
            </a:custGeom>
            <a:solidFill>
              <a:srgbClr val="3A3A3A"/>
            </a:solidFill>
          </p:spPr>
          <p:txBody>
            <a:bodyPr wrap="square" lIns="0" tIns="0" rIns="0" bIns="0" rtlCol="0"/>
            <a:lstStyle/>
            <a:p/>
          </p:txBody>
        </p:sp>
        <p:sp>
          <p:nvSpPr>
            <p:cNvPr id="12" name="object 12"/>
            <p:cNvSpPr/>
            <p:nvPr/>
          </p:nvSpPr>
          <p:spPr>
            <a:xfrm>
              <a:off x="1003553" y="1567688"/>
              <a:ext cx="3175" cy="144145"/>
            </a:xfrm>
            <a:custGeom>
              <a:avLst/>
              <a:gdLst/>
              <a:ahLst/>
              <a:cxnLst/>
              <a:rect l="l" t="t" r="r" b="b"/>
              <a:pathLst>
                <a:path w="3175" h="144144">
                  <a:moveTo>
                    <a:pt x="2743" y="0"/>
                  </a:moveTo>
                  <a:lnTo>
                    <a:pt x="0" y="3428"/>
                  </a:lnTo>
                  <a:lnTo>
                    <a:pt x="759" y="32843"/>
                  </a:lnTo>
                  <a:lnTo>
                    <a:pt x="995" y="72056"/>
                  </a:lnTo>
                  <a:lnTo>
                    <a:pt x="734" y="111246"/>
                  </a:lnTo>
                  <a:lnTo>
                    <a:pt x="0" y="140588"/>
                  </a:lnTo>
                  <a:lnTo>
                    <a:pt x="2743" y="144017"/>
                  </a:lnTo>
                  <a:lnTo>
                    <a:pt x="2743" y="0"/>
                  </a:lnTo>
                  <a:close/>
                </a:path>
              </a:pathLst>
            </a:custGeom>
            <a:solidFill>
              <a:srgbClr val="9F9F9F"/>
            </a:solidFill>
          </p:spPr>
          <p:txBody>
            <a:bodyPr wrap="square" lIns="0" tIns="0" rIns="0" bIns="0" rtlCol="0"/>
            <a:lstStyle/>
            <a:p/>
          </p:txBody>
        </p:sp>
        <p:sp>
          <p:nvSpPr>
            <p:cNvPr id="13" name="object 13"/>
            <p:cNvSpPr/>
            <p:nvPr/>
          </p:nvSpPr>
          <p:spPr>
            <a:xfrm>
              <a:off x="1012697" y="1567726"/>
              <a:ext cx="6350" cy="144145"/>
            </a:xfrm>
            <a:custGeom>
              <a:avLst/>
              <a:gdLst/>
              <a:ahLst/>
              <a:cxnLst/>
              <a:rect l="l" t="t" r="r" b="b"/>
              <a:pathLst>
                <a:path w="6350" h="144144">
                  <a:moveTo>
                    <a:pt x="5852" y="0"/>
                  </a:moveTo>
                  <a:lnTo>
                    <a:pt x="0" y="0"/>
                  </a:lnTo>
                  <a:lnTo>
                    <a:pt x="0" y="144106"/>
                  </a:lnTo>
                  <a:lnTo>
                    <a:pt x="5852" y="144106"/>
                  </a:lnTo>
                  <a:lnTo>
                    <a:pt x="5852" y="0"/>
                  </a:lnTo>
                  <a:close/>
                </a:path>
              </a:pathLst>
            </a:custGeom>
            <a:solidFill>
              <a:srgbClr val="FD095F"/>
            </a:solidFill>
          </p:spPr>
          <p:txBody>
            <a:bodyPr wrap="square" lIns="0" tIns="0" rIns="0" bIns="0" rtlCol="0"/>
            <a:lstStyle/>
            <a:p/>
          </p:txBody>
        </p:sp>
        <p:sp>
          <p:nvSpPr>
            <p:cNvPr id="14" name="object 14"/>
            <p:cNvSpPr/>
            <p:nvPr/>
          </p:nvSpPr>
          <p:spPr>
            <a:xfrm>
              <a:off x="1683639" y="1180591"/>
              <a:ext cx="454659" cy="3656329"/>
            </a:xfrm>
            <a:custGeom>
              <a:avLst/>
              <a:gdLst/>
              <a:ahLst/>
              <a:cxnLst/>
              <a:rect l="l" t="t" r="r" b="b"/>
              <a:pathLst>
                <a:path w="454660" h="3656329">
                  <a:moveTo>
                    <a:pt x="335788" y="3655314"/>
                  </a:moveTo>
                  <a:lnTo>
                    <a:pt x="334391" y="3654298"/>
                  </a:lnTo>
                  <a:lnTo>
                    <a:pt x="326517" y="3650488"/>
                  </a:lnTo>
                  <a:lnTo>
                    <a:pt x="325501" y="3649726"/>
                  </a:lnTo>
                  <a:lnTo>
                    <a:pt x="322326" y="3649345"/>
                  </a:lnTo>
                  <a:lnTo>
                    <a:pt x="318643" y="3649345"/>
                  </a:lnTo>
                  <a:lnTo>
                    <a:pt x="137287" y="3649345"/>
                  </a:lnTo>
                  <a:lnTo>
                    <a:pt x="134112" y="3649853"/>
                  </a:lnTo>
                  <a:lnTo>
                    <a:pt x="125349" y="3654298"/>
                  </a:lnTo>
                  <a:lnTo>
                    <a:pt x="123825" y="3655314"/>
                  </a:lnTo>
                  <a:lnTo>
                    <a:pt x="127762" y="3656330"/>
                  </a:lnTo>
                  <a:lnTo>
                    <a:pt x="331978" y="3656330"/>
                  </a:lnTo>
                  <a:lnTo>
                    <a:pt x="335788" y="3655314"/>
                  </a:lnTo>
                  <a:close/>
                </a:path>
                <a:path w="454660" h="3656329">
                  <a:moveTo>
                    <a:pt x="454279" y="65151"/>
                  </a:moveTo>
                  <a:lnTo>
                    <a:pt x="449122" y="39814"/>
                  </a:lnTo>
                  <a:lnTo>
                    <a:pt x="435063" y="19100"/>
                  </a:lnTo>
                  <a:lnTo>
                    <a:pt x="414197" y="5130"/>
                  </a:lnTo>
                  <a:lnTo>
                    <a:pt x="388620" y="0"/>
                  </a:lnTo>
                  <a:lnTo>
                    <a:pt x="65786" y="0"/>
                  </a:lnTo>
                  <a:lnTo>
                    <a:pt x="40182" y="5130"/>
                  </a:lnTo>
                  <a:lnTo>
                    <a:pt x="19265" y="19100"/>
                  </a:lnTo>
                  <a:lnTo>
                    <a:pt x="5168" y="39814"/>
                  </a:lnTo>
                  <a:lnTo>
                    <a:pt x="0" y="65151"/>
                  </a:lnTo>
                  <a:lnTo>
                    <a:pt x="5168" y="90474"/>
                  </a:lnTo>
                  <a:lnTo>
                    <a:pt x="19265" y="111150"/>
                  </a:lnTo>
                  <a:lnTo>
                    <a:pt x="40182" y="125069"/>
                  </a:lnTo>
                  <a:lnTo>
                    <a:pt x="65786" y="130175"/>
                  </a:lnTo>
                  <a:lnTo>
                    <a:pt x="388620" y="130175"/>
                  </a:lnTo>
                  <a:lnTo>
                    <a:pt x="414108" y="125069"/>
                  </a:lnTo>
                  <a:lnTo>
                    <a:pt x="434987" y="111150"/>
                  </a:lnTo>
                  <a:lnTo>
                    <a:pt x="449084" y="90474"/>
                  </a:lnTo>
                  <a:lnTo>
                    <a:pt x="454279" y="65151"/>
                  </a:lnTo>
                  <a:close/>
                </a:path>
              </a:pathLst>
            </a:custGeom>
            <a:solidFill>
              <a:srgbClr val="000000"/>
            </a:solidFill>
          </p:spPr>
          <p:txBody>
            <a:bodyPr wrap="square" lIns="0" tIns="0" rIns="0" bIns="0" rtlCol="0"/>
            <a:lstStyle/>
            <a:p/>
          </p:txBody>
        </p:sp>
        <p:pic>
          <p:nvPicPr>
            <p:cNvPr id="15" name="object 15"/>
            <p:cNvPicPr/>
            <p:nvPr/>
          </p:nvPicPr>
          <p:blipFill>
            <a:blip r:embed="rId3" cstate="print"/>
            <a:stretch>
              <a:fillRect/>
            </a:stretch>
          </p:blipFill>
          <p:spPr>
            <a:xfrm>
              <a:off x="2025014" y="1217294"/>
              <a:ext cx="57023" cy="57022"/>
            </a:xfrm>
            <a:prstGeom prst="rect">
              <a:avLst/>
            </a:prstGeom>
          </p:spPr>
        </p:pic>
        <p:sp>
          <p:nvSpPr>
            <p:cNvPr id="16" name="object 16"/>
            <p:cNvSpPr/>
            <p:nvPr/>
          </p:nvSpPr>
          <p:spPr>
            <a:xfrm>
              <a:off x="2036826" y="1229741"/>
              <a:ext cx="31115" cy="33655"/>
            </a:xfrm>
            <a:custGeom>
              <a:avLst/>
              <a:gdLst/>
              <a:ahLst/>
              <a:cxnLst/>
              <a:rect l="l" t="t" r="r" b="b"/>
              <a:pathLst>
                <a:path w="31114" h="33655">
                  <a:moveTo>
                    <a:pt x="24130" y="0"/>
                  </a:moveTo>
                  <a:lnTo>
                    <a:pt x="6985" y="0"/>
                  </a:lnTo>
                  <a:lnTo>
                    <a:pt x="0" y="7493"/>
                  </a:lnTo>
                  <a:lnTo>
                    <a:pt x="0" y="26035"/>
                  </a:lnTo>
                  <a:lnTo>
                    <a:pt x="6985" y="33655"/>
                  </a:lnTo>
                  <a:lnTo>
                    <a:pt x="24130" y="33655"/>
                  </a:lnTo>
                  <a:lnTo>
                    <a:pt x="31115" y="26035"/>
                  </a:lnTo>
                  <a:lnTo>
                    <a:pt x="31115" y="16763"/>
                  </a:lnTo>
                  <a:lnTo>
                    <a:pt x="31115" y="7493"/>
                  </a:lnTo>
                  <a:lnTo>
                    <a:pt x="24130" y="0"/>
                  </a:lnTo>
                  <a:close/>
                </a:path>
              </a:pathLst>
            </a:custGeom>
            <a:solidFill>
              <a:srgbClr val="0A121C"/>
            </a:solidFill>
          </p:spPr>
          <p:txBody>
            <a:bodyPr wrap="square" lIns="0" tIns="0" rIns="0" bIns="0" rtlCol="0"/>
            <a:lstStyle/>
            <a:p/>
          </p:txBody>
        </p:sp>
        <p:sp>
          <p:nvSpPr>
            <p:cNvPr id="17" name="object 17"/>
            <p:cNvSpPr/>
            <p:nvPr/>
          </p:nvSpPr>
          <p:spPr>
            <a:xfrm>
              <a:off x="2037461" y="1232153"/>
              <a:ext cx="29845" cy="27305"/>
            </a:xfrm>
            <a:custGeom>
              <a:avLst/>
              <a:gdLst/>
              <a:ahLst/>
              <a:cxnLst/>
              <a:rect l="l" t="t" r="r" b="b"/>
              <a:pathLst>
                <a:path w="29844" h="27305">
                  <a:moveTo>
                    <a:pt x="29464" y="6096"/>
                  </a:moveTo>
                  <a:lnTo>
                    <a:pt x="22860" y="0"/>
                  </a:lnTo>
                  <a:lnTo>
                    <a:pt x="6477" y="0"/>
                  </a:lnTo>
                  <a:lnTo>
                    <a:pt x="0" y="6096"/>
                  </a:lnTo>
                  <a:lnTo>
                    <a:pt x="0" y="21209"/>
                  </a:lnTo>
                  <a:lnTo>
                    <a:pt x="6604" y="27305"/>
                  </a:lnTo>
                  <a:lnTo>
                    <a:pt x="22860" y="27305"/>
                  </a:lnTo>
                  <a:lnTo>
                    <a:pt x="29464" y="21082"/>
                  </a:lnTo>
                  <a:lnTo>
                    <a:pt x="29464" y="13589"/>
                  </a:lnTo>
                  <a:lnTo>
                    <a:pt x="29464" y="6096"/>
                  </a:lnTo>
                  <a:close/>
                </a:path>
              </a:pathLst>
            </a:custGeom>
            <a:solidFill>
              <a:srgbClr val="221F1F"/>
            </a:solidFill>
          </p:spPr>
          <p:txBody>
            <a:bodyPr wrap="square" lIns="0" tIns="0" rIns="0" bIns="0" rtlCol="0"/>
            <a:lstStyle/>
            <a:p/>
          </p:txBody>
        </p:sp>
        <p:sp>
          <p:nvSpPr>
            <p:cNvPr id="18" name="object 18"/>
            <p:cNvSpPr/>
            <p:nvPr/>
          </p:nvSpPr>
          <p:spPr>
            <a:xfrm>
              <a:off x="2055114" y="1247394"/>
              <a:ext cx="10160" cy="10160"/>
            </a:xfrm>
            <a:custGeom>
              <a:avLst/>
              <a:gdLst/>
              <a:ahLst/>
              <a:cxnLst/>
              <a:rect l="l" t="t" r="r" b="b"/>
              <a:pathLst>
                <a:path w="10160" h="10159">
                  <a:moveTo>
                    <a:pt x="7493" y="0"/>
                  </a:moveTo>
                  <a:lnTo>
                    <a:pt x="2159" y="0"/>
                  </a:lnTo>
                  <a:lnTo>
                    <a:pt x="0" y="2158"/>
                  </a:lnTo>
                  <a:lnTo>
                    <a:pt x="0" y="7492"/>
                  </a:lnTo>
                  <a:lnTo>
                    <a:pt x="2159" y="9651"/>
                  </a:lnTo>
                  <a:lnTo>
                    <a:pt x="7493" y="9651"/>
                  </a:lnTo>
                  <a:lnTo>
                    <a:pt x="9652" y="7492"/>
                  </a:lnTo>
                  <a:lnTo>
                    <a:pt x="9652" y="4825"/>
                  </a:lnTo>
                  <a:lnTo>
                    <a:pt x="9652" y="2158"/>
                  </a:lnTo>
                  <a:lnTo>
                    <a:pt x="7493" y="0"/>
                  </a:lnTo>
                  <a:close/>
                </a:path>
              </a:pathLst>
            </a:custGeom>
            <a:solidFill>
              <a:srgbClr val="CCCCCC"/>
            </a:solidFill>
          </p:spPr>
          <p:txBody>
            <a:bodyPr wrap="square" lIns="0" tIns="0" rIns="0" bIns="0" rtlCol="0"/>
            <a:lstStyle/>
            <a:p/>
          </p:txBody>
        </p:sp>
        <p:sp>
          <p:nvSpPr>
            <p:cNvPr id="19" name="object 19"/>
            <p:cNvSpPr/>
            <p:nvPr/>
          </p:nvSpPr>
          <p:spPr>
            <a:xfrm>
              <a:off x="3753230" y="1104518"/>
              <a:ext cx="1786255" cy="3731260"/>
            </a:xfrm>
            <a:custGeom>
              <a:avLst/>
              <a:gdLst/>
              <a:ahLst/>
              <a:cxnLst/>
              <a:rect l="l" t="t" r="r" b="b"/>
              <a:pathLst>
                <a:path w="1786254" h="3731260">
                  <a:moveTo>
                    <a:pt x="1786128" y="252857"/>
                  </a:moveTo>
                  <a:lnTo>
                    <a:pt x="1782051" y="207429"/>
                  </a:lnTo>
                  <a:lnTo>
                    <a:pt x="1770291" y="164668"/>
                  </a:lnTo>
                  <a:lnTo>
                    <a:pt x="1751584" y="125272"/>
                  </a:lnTo>
                  <a:lnTo>
                    <a:pt x="1751457" y="125095"/>
                  </a:lnTo>
                  <a:lnTo>
                    <a:pt x="1751457" y="268859"/>
                  </a:lnTo>
                  <a:lnTo>
                    <a:pt x="1751330" y="3464064"/>
                  </a:lnTo>
                  <a:lnTo>
                    <a:pt x="1746605" y="3510864"/>
                  </a:lnTo>
                  <a:lnTo>
                    <a:pt x="1733067" y="3554450"/>
                  </a:lnTo>
                  <a:lnTo>
                    <a:pt x="1711655" y="3593884"/>
                  </a:lnTo>
                  <a:lnTo>
                    <a:pt x="1683283" y="3628237"/>
                  </a:lnTo>
                  <a:lnTo>
                    <a:pt x="1648904" y="3656584"/>
                  </a:lnTo>
                  <a:lnTo>
                    <a:pt x="1609445" y="3677983"/>
                  </a:lnTo>
                  <a:lnTo>
                    <a:pt x="1565846" y="3691496"/>
                  </a:lnTo>
                  <a:lnTo>
                    <a:pt x="1519047" y="3696208"/>
                  </a:lnTo>
                  <a:lnTo>
                    <a:pt x="268859" y="3696208"/>
                  </a:lnTo>
                  <a:lnTo>
                    <a:pt x="222046" y="3691496"/>
                  </a:lnTo>
                  <a:lnTo>
                    <a:pt x="178447" y="3677983"/>
                  </a:lnTo>
                  <a:lnTo>
                    <a:pt x="138988" y="3656584"/>
                  </a:lnTo>
                  <a:lnTo>
                    <a:pt x="104609" y="3628237"/>
                  </a:lnTo>
                  <a:lnTo>
                    <a:pt x="76238" y="3593884"/>
                  </a:lnTo>
                  <a:lnTo>
                    <a:pt x="54825" y="3554450"/>
                  </a:lnTo>
                  <a:lnTo>
                    <a:pt x="41287" y="3510864"/>
                  </a:lnTo>
                  <a:lnTo>
                    <a:pt x="36576" y="3464064"/>
                  </a:lnTo>
                  <a:lnTo>
                    <a:pt x="36576" y="268859"/>
                  </a:lnTo>
                  <a:lnTo>
                    <a:pt x="41287" y="222097"/>
                  </a:lnTo>
                  <a:lnTo>
                    <a:pt x="54813" y="178536"/>
                  </a:lnTo>
                  <a:lnTo>
                    <a:pt x="76212" y="139103"/>
                  </a:lnTo>
                  <a:lnTo>
                    <a:pt x="104571" y="104736"/>
                  </a:lnTo>
                  <a:lnTo>
                    <a:pt x="138950" y="76377"/>
                  </a:lnTo>
                  <a:lnTo>
                    <a:pt x="178409" y="54965"/>
                  </a:lnTo>
                  <a:lnTo>
                    <a:pt x="222021" y="41427"/>
                  </a:lnTo>
                  <a:lnTo>
                    <a:pt x="268859" y="36703"/>
                  </a:lnTo>
                  <a:lnTo>
                    <a:pt x="1519174" y="36703"/>
                  </a:lnTo>
                  <a:lnTo>
                    <a:pt x="1565973" y="41427"/>
                  </a:lnTo>
                  <a:lnTo>
                    <a:pt x="1609572" y="54965"/>
                  </a:lnTo>
                  <a:lnTo>
                    <a:pt x="1649031" y="76377"/>
                  </a:lnTo>
                  <a:lnTo>
                    <a:pt x="1683410" y="104736"/>
                  </a:lnTo>
                  <a:lnTo>
                    <a:pt x="1711782" y="139103"/>
                  </a:lnTo>
                  <a:lnTo>
                    <a:pt x="1733194" y="178536"/>
                  </a:lnTo>
                  <a:lnTo>
                    <a:pt x="1746732" y="222097"/>
                  </a:lnTo>
                  <a:lnTo>
                    <a:pt x="1751457" y="268859"/>
                  </a:lnTo>
                  <a:lnTo>
                    <a:pt x="1751457" y="125095"/>
                  </a:lnTo>
                  <a:lnTo>
                    <a:pt x="1726641" y="89979"/>
                  </a:lnTo>
                  <a:lnTo>
                    <a:pt x="1696173" y="59499"/>
                  </a:lnTo>
                  <a:lnTo>
                    <a:pt x="1660893" y="34544"/>
                  </a:lnTo>
                  <a:lnTo>
                    <a:pt x="1621523" y="15836"/>
                  </a:lnTo>
                  <a:lnTo>
                    <a:pt x="1578787" y="4076"/>
                  </a:lnTo>
                  <a:lnTo>
                    <a:pt x="1533398" y="0"/>
                  </a:lnTo>
                  <a:lnTo>
                    <a:pt x="252730" y="0"/>
                  </a:lnTo>
                  <a:lnTo>
                    <a:pt x="207302" y="4076"/>
                  </a:lnTo>
                  <a:lnTo>
                    <a:pt x="164541" y="15836"/>
                  </a:lnTo>
                  <a:lnTo>
                    <a:pt x="125171" y="34544"/>
                  </a:lnTo>
                  <a:lnTo>
                    <a:pt x="89890" y="59499"/>
                  </a:lnTo>
                  <a:lnTo>
                    <a:pt x="59436" y="89979"/>
                  </a:lnTo>
                  <a:lnTo>
                    <a:pt x="34505" y="125272"/>
                  </a:lnTo>
                  <a:lnTo>
                    <a:pt x="15811" y="164668"/>
                  </a:lnTo>
                  <a:lnTo>
                    <a:pt x="4064" y="207429"/>
                  </a:lnTo>
                  <a:lnTo>
                    <a:pt x="0" y="252857"/>
                  </a:lnTo>
                  <a:lnTo>
                    <a:pt x="0" y="3477895"/>
                  </a:lnTo>
                  <a:lnTo>
                    <a:pt x="4064" y="3523361"/>
                  </a:lnTo>
                  <a:lnTo>
                    <a:pt x="15811" y="3566147"/>
                  </a:lnTo>
                  <a:lnTo>
                    <a:pt x="34505" y="3605542"/>
                  </a:lnTo>
                  <a:lnTo>
                    <a:pt x="59436" y="3640836"/>
                  </a:lnTo>
                  <a:lnTo>
                    <a:pt x="89890" y="3671303"/>
                  </a:lnTo>
                  <a:lnTo>
                    <a:pt x="125171" y="3696246"/>
                  </a:lnTo>
                  <a:lnTo>
                    <a:pt x="164541" y="3714940"/>
                  </a:lnTo>
                  <a:lnTo>
                    <a:pt x="207302" y="3726688"/>
                  </a:lnTo>
                  <a:lnTo>
                    <a:pt x="252730" y="3730752"/>
                  </a:lnTo>
                  <a:lnTo>
                    <a:pt x="1533398" y="3730752"/>
                  </a:lnTo>
                  <a:lnTo>
                    <a:pt x="1578787" y="3726688"/>
                  </a:lnTo>
                  <a:lnTo>
                    <a:pt x="1621523" y="3714940"/>
                  </a:lnTo>
                  <a:lnTo>
                    <a:pt x="1639836" y="3706241"/>
                  </a:lnTo>
                  <a:lnTo>
                    <a:pt x="1660893" y="3696246"/>
                  </a:lnTo>
                  <a:lnTo>
                    <a:pt x="1696173" y="3671303"/>
                  </a:lnTo>
                  <a:lnTo>
                    <a:pt x="1726641" y="3640836"/>
                  </a:lnTo>
                  <a:lnTo>
                    <a:pt x="1751584" y="3605542"/>
                  </a:lnTo>
                  <a:lnTo>
                    <a:pt x="1770291" y="3566147"/>
                  </a:lnTo>
                  <a:lnTo>
                    <a:pt x="1782051" y="3523361"/>
                  </a:lnTo>
                  <a:lnTo>
                    <a:pt x="1786128" y="3477895"/>
                  </a:lnTo>
                  <a:lnTo>
                    <a:pt x="1786128" y="252857"/>
                  </a:lnTo>
                  <a:close/>
                </a:path>
              </a:pathLst>
            </a:custGeom>
            <a:solidFill>
              <a:srgbClr val="FD095F"/>
            </a:solidFill>
          </p:spPr>
          <p:txBody>
            <a:bodyPr wrap="square" lIns="0" tIns="0" rIns="0" bIns="0" rtlCol="0"/>
            <a:lstStyle/>
            <a:p/>
          </p:txBody>
        </p:sp>
        <p:sp>
          <p:nvSpPr>
            <p:cNvPr id="20" name="object 20"/>
            <p:cNvSpPr/>
            <p:nvPr/>
          </p:nvSpPr>
          <p:spPr>
            <a:xfrm>
              <a:off x="3774566" y="1125855"/>
              <a:ext cx="1741805" cy="3686810"/>
            </a:xfrm>
            <a:custGeom>
              <a:avLst/>
              <a:gdLst/>
              <a:ahLst/>
              <a:cxnLst/>
              <a:rect l="l" t="t" r="r" b="b"/>
              <a:pathLst>
                <a:path w="1741804" h="3686810">
                  <a:moveTo>
                    <a:pt x="1503172" y="0"/>
                  </a:moveTo>
                  <a:lnTo>
                    <a:pt x="238506" y="0"/>
                  </a:lnTo>
                  <a:lnTo>
                    <a:pt x="190476" y="4857"/>
                  </a:lnTo>
                  <a:lnTo>
                    <a:pt x="145714" y="18782"/>
                  </a:lnTo>
                  <a:lnTo>
                    <a:pt x="105187" y="40806"/>
                  </a:lnTo>
                  <a:lnTo>
                    <a:pt x="69865" y="69961"/>
                  </a:lnTo>
                  <a:lnTo>
                    <a:pt x="40717" y="105277"/>
                  </a:lnTo>
                  <a:lnTo>
                    <a:pt x="18710" y="145786"/>
                  </a:lnTo>
                  <a:lnTo>
                    <a:pt x="4815" y="190518"/>
                  </a:lnTo>
                  <a:lnTo>
                    <a:pt x="0" y="238506"/>
                  </a:lnTo>
                  <a:lnTo>
                    <a:pt x="0" y="3448050"/>
                  </a:lnTo>
                  <a:lnTo>
                    <a:pt x="4805" y="3495611"/>
                  </a:lnTo>
                  <a:lnTo>
                    <a:pt x="4851" y="3496073"/>
                  </a:lnTo>
                  <a:lnTo>
                    <a:pt x="18764" y="3540823"/>
                  </a:lnTo>
                  <a:lnTo>
                    <a:pt x="40772" y="3581334"/>
                  </a:lnTo>
                  <a:lnTo>
                    <a:pt x="69913" y="3616642"/>
                  </a:lnTo>
                  <a:lnTo>
                    <a:pt x="105221" y="3645783"/>
                  </a:lnTo>
                  <a:lnTo>
                    <a:pt x="145732" y="3667791"/>
                  </a:lnTo>
                  <a:lnTo>
                    <a:pt x="190482" y="3681704"/>
                  </a:lnTo>
                  <a:lnTo>
                    <a:pt x="238506" y="3686556"/>
                  </a:lnTo>
                  <a:lnTo>
                    <a:pt x="1503172" y="3686556"/>
                  </a:lnTo>
                  <a:lnTo>
                    <a:pt x="1525773" y="3684270"/>
                  </a:lnTo>
                  <a:lnTo>
                    <a:pt x="238379" y="3684270"/>
                  </a:lnTo>
                  <a:lnTo>
                    <a:pt x="190911" y="3679464"/>
                  </a:lnTo>
                  <a:lnTo>
                    <a:pt x="146629" y="3665684"/>
                  </a:lnTo>
                  <a:lnTo>
                    <a:pt x="106533" y="3643885"/>
                  </a:lnTo>
                  <a:lnTo>
                    <a:pt x="71574" y="3615023"/>
                  </a:lnTo>
                  <a:lnTo>
                    <a:pt x="42709" y="3580053"/>
                  </a:lnTo>
                  <a:lnTo>
                    <a:pt x="20898" y="3539930"/>
                  </a:lnTo>
                  <a:lnTo>
                    <a:pt x="7102" y="3495611"/>
                  </a:lnTo>
                  <a:lnTo>
                    <a:pt x="2286" y="3448050"/>
                  </a:lnTo>
                  <a:lnTo>
                    <a:pt x="12911" y="3448050"/>
                  </a:lnTo>
                  <a:lnTo>
                    <a:pt x="2286" y="3447923"/>
                  </a:lnTo>
                  <a:lnTo>
                    <a:pt x="2286" y="238506"/>
                  </a:lnTo>
                  <a:lnTo>
                    <a:pt x="7096" y="191028"/>
                  </a:lnTo>
                  <a:lnTo>
                    <a:pt x="20883" y="146772"/>
                  </a:lnTo>
                  <a:lnTo>
                    <a:pt x="42682" y="106694"/>
                  </a:lnTo>
                  <a:lnTo>
                    <a:pt x="71527" y="71754"/>
                  </a:lnTo>
                  <a:lnTo>
                    <a:pt x="106453" y="42911"/>
                  </a:lnTo>
                  <a:lnTo>
                    <a:pt x="146481" y="21121"/>
                  </a:lnTo>
                  <a:lnTo>
                    <a:pt x="146334" y="21121"/>
                  </a:lnTo>
                  <a:lnTo>
                    <a:pt x="190591" y="7345"/>
                  </a:lnTo>
                  <a:lnTo>
                    <a:pt x="189780" y="7345"/>
                  </a:lnTo>
                  <a:lnTo>
                    <a:pt x="237251" y="2540"/>
                  </a:lnTo>
                  <a:lnTo>
                    <a:pt x="1528313" y="2540"/>
                  </a:lnTo>
                  <a:lnTo>
                    <a:pt x="1503172" y="0"/>
                  </a:lnTo>
                  <a:close/>
                </a:path>
                <a:path w="1741804" h="3686810">
                  <a:moveTo>
                    <a:pt x="1741665" y="3448050"/>
                  </a:moveTo>
                  <a:lnTo>
                    <a:pt x="1739138" y="3448050"/>
                  </a:lnTo>
                  <a:lnTo>
                    <a:pt x="1734332" y="3495611"/>
                  </a:lnTo>
                  <a:lnTo>
                    <a:pt x="1720554" y="3539930"/>
                  </a:lnTo>
                  <a:lnTo>
                    <a:pt x="1698760" y="3580053"/>
                  </a:lnTo>
                  <a:lnTo>
                    <a:pt x="1669907" y="3615023"/>
                  </a:lnTo>
                  <a:lnTo>
                    <a:pt x="1634952" y="3643885"/>
                  </a:lnTo>
                  <a:lnTo>
                    <a:pt x="1594852" y="3665684"/>
                  </a:lnTo>
                  <a:lnTo>
                    <a:pt x="1550564" y="3679464"/>
                  </a:lnTo>
                  <a:lnTo>
                    <a:pt x="1503045" y="3684270"/>
                  </a:lnTo>
                  <a:lnTo>
                    <a:pt x="1525773" y="3684270"/>
                  </a:lnTo>
                  <a:lnTo>
                    <a:pt x="1595881" y="3667791"/>
                  </a:lnTo>
                  <a:lnTo>
                    <a:pt x="1636382" y="3645783"/>
                  </a:lnTo>
                  <a:lnTo>
                    <a:pt x="1671687" y="3616642"/>
                  </a:lnTo>
                  <a:lnTo>
                    <a:pt x="1700833" y="3581334"/>
                  </a:lnTo>
                  <a:lnTo>
                    <a:pt x="1722855" y="3540823"/>
                  </a:lnTo>
                  <a:lnTo>
                    <a:pt x="1736788" y="3496073"/>
                  </a:lnTo>
                  <a:lnTo>
                    <a:pt x="1736860" y="3495611"/>
                  </a:lnTo>
                  <a:lnTo>
                    <a:pt x="1741665" y="3448050"/>
                  </a:lnTo>
                  <a:close/>
                </a:path>
                <a:path w="1741804" h="3686810">
                  <a:moveTo>
                    <a:pt x="15336" y="3448050"/>
                  </a:moveTo>
                  <a:lnTo>
                    <a:pt x="12911" y="3448050"/>
                  </a:lnTo>
                  <a:lnTo>
                    <a:pt x="16880" y="3487309"/>
                  </a:lnTo>
                  <a:lnTo>
                    <a:pt x="16940" y="3487899"/>
                  </a:lnTo>
                  <a:lnTo>
                    <a:pt x="30555" y="3531665"/>
                  </a:lnTo>
                  <a:lnTo>
                    <a:pt x="52094" y="3571291"/>
                  </a:lnTo>
                  <a:lnTo>
                    <a:pt x="80613" y="3605831"/>
                  </a:lnTo>
                  <a:lnTo>
                    <a:pt x="115168" y="3634341"/>
                  </a:lnTo>
                  <a:lnTo>
                    <a:pt x="154816" y="3655875"/>
                  </a:lnTo>
                  <a:lnTo>
                    <a:pt x="198614" y="3669489"/>
                  </a:lnTo>
                  <a:lnTo>
                    <a:pt x="245618" y="3674237"/>
                  </a:lnTo>
                  <a:lnTo>
                    <a:pt x="1495933" y="3674237"/>
                  </a:lnTo>
                  <a:lnTo>
                    <a:pt x="1519801" y="3671824"/>
                  </a:lnTo>
                  <a:lnTo>
                    <a:pt x="245618" y="3671824"/>
                  </a:lnTo>
                  <a:lnTo>
                    <a:pt x="199119" y="3667122"/>
                  </a:lnTo>
                  <a:lnTo>
                    <a:pt x="155783" y="3653641"/>
                  </a:lnTo>
                  <a:lnTo>
                    <a:pt x="116546" y="3632316"/>
                  </a:lnTo>
                  <a:lnTo>
                    <a:pt x="82343" y="3604085"/>
                  </a:lnTo>
                  <a:lnTo>
                    <a:pt x="54112" y="3569882"/>
                  </a:lnTo>
                  <a:lnTo>
                    <a:pt x="32787" y="3530645"/>
                  </a:lnTo>
                  <a:lnTo>
                    <a:pt x="19306" y="3487309"/>
                  </a:lnTo>
                  <a:lnTo>
                    <a:pt x="15336" y="3448050"/>
                  </a:lnTo>
                  <a:close/>
                </a:path>
                <a:path w="1741804" h="3686810">
                  <a:moveTo>
                    <a:pt x="1728626" y="3448050"/>
                  </a:moveTo>
                  <a:lnTo>
                    <a:pt x="1726214" y="3448050"/>
                  </a:lnTo>
                  <a:lnTo>
                    <a:pt x="1722244" y="3487309"/>
                  </a:lnTo>
                  <a:lnTo>
                    <a:pt x="1708763" y="3530645"/>
                  </a:lnTo>
                  <a:lnTo>
                    <a:pt x="1687438" y="3569882"/>
                  </a:lnTo>
                  <a:lnTo>
                    <a:pt x="1659207" y="3604085"/>
                  </a:lnTo>
                  <a:lnTo>
                    <a:pt x="1625004" y="3632316"/>
                  </a:lnTo>
                  <a:lnTo>
                    <a:pt x="1585767" y="3653641"/>
                  </a:lnTo>
                  <a:lnTo>
                    <a:pt x="1542431" y="3667122"/>
                  </a:lnTo>
                  <a:lnTo>
                    <a:pt x="1495933" y="3671824"/>
                  </a:lnTo>
                  <a:lnTo>
                    <a:pt x="1519801" y="3671824"/>
                  </a:lnTo>
                  <a:lnTo>
                    <a:pt x="1586674" y="3655875"/>
                  </a:lnTo>
                  <a:lnTo>
                    <a:pt x="1626314" y="3634341"/>
                  </a:lnTo>
                  <a:lnTo>
                    <a:pt x="1660870" y="3605831"/>
                  </a:lnTo>
                  <a:lnTo>
                    <a:pt x="1689397" y="3571291"/>
                  </a:lnTo>
                  <a:lnTo>
                    <a:pt x="1710948" y="3531665"/>
                  </a:lnTo>
                  <a:lnTo>
                    <a:pt x="1724579" y="3487899"/>
                  </a:lnTo>
                  <a:lnTo>
                    <a:pt x="1724656" y="3487309"/>
                  </a:lnTo>
                  <a:lnTo>
                    <a:pt x="1728626" y="3448050"/>
                  </a:lnTo>
                  <a:close/>
                </a:path>
                <a:path w="1741804" h="3686810">
                  <a:moveTo>
                    <a:pt x="1726226" y="3447923"/>
                  </a:moveTo>
                  <a:lnTo>
                    <a:pt x="15324" y="3447923"/>
                  </a:lnTo>
                  <a:lnTo>
                    <a:pt x="1726214" y="3448050"/>
                  </a:lnTo>
                  <a:close/>
                </a:path>
                <a:path w="1741804" h="3686810">
                  <a:moveTo>
                    <a:pt x="1739138" y="3447923"/>
                  </a:moveTo>
                  <a:lnTo>
                    <a:pt x="1728639" y="3447923"/>
                  </a:lnTo>
                  <a:lnTo>
                    <a:pt x="1739138" y="3448050"/>
                  </a:lnTo>
                  <a:close/>
                </a:path>
                <a:path w="1741804" h="3686810">
                  <a:moveTo>
                    <a:pt x="1495933" y="12319"/>
                  </a:moveTo>
                  <a:lnTo>
                    <a:pt x="245618" y="12319"/>
                  </a:lnTo>
                  <a:lnTo>
                    <a:pt x="198651" y="17072"/>
                  </a:lnTo>
                  <a:lnTo>
                    <a:pt x="154870" y="30700"/>
                  </a:lnTo>
                  <a:lnTo>
                    <a:pt x="115224" y="52254"/>
                  </a:lnTo>
                  <a:lnTo>
                    <a:pt x="80660" y="80787"/>
                  </a:lnTo>
                  <a:lnTo>
                    <a:pt x="52127" y="115351"/>
                  </a:lnTo>
                  <a:lnTo>
                    <a:pt x="30573" y="154997"/>
                  </a:lnTo>
                  <a:lnTo>
                    <a:pt x="16945" y="198778"/>
                  </a:lnTo>
                  <a:lnTo>
                    <a:pt x="12192" y="245745"/>
                  </a:lnTo>
                  <a:lnTo>
                    <a:pt x="12192" y="3440938"/>
                  </a:lnTo>
                  <a:lnTo>
                    <a:pt x="12898" y="3447923"/>
                  </a:lnTo>
                  <a:lnTo>
                    <a:pt x="15324" y="3447923"/>
                  </a:lnTo>
                  <a:lnTo>
                    <a:pt x="14617" y="3440938"/>
                  </a:lnTo>
                  <a:lnTo>
                    <a:pt x="14605" y="245745"/>
                  </a:lnTo>
                  <a:lnTo>
                    <a:pt x="19306" y="199246"/>
                  </a:lnTo>
                  <a:lnTo>
                    <a:pt x="32787" y="155910"/>
                  </a:lnTo>
                  <a:lnTo>
                    <a:pt x="54112" y="116673"/>
                  </a:lnTo>
                  <a:lnTo>
                    <a:pt x="82343" y="82470"/>
                  </a:lnTo>
                  <a:lnTo>
                    <a:pt x="116546" y="54239"/>
                  </a:lnTo>
                  <a:lnTo>
                    <a:pt x="155783" y="32914"/>
                  </a:lnTo>
                  <a:lnTo>
                    <a:pt x="199119" y="19433"/>
                  </a:lnTo>
                  <a:lnTo>
                    <a:pt x="245618" y="14732"/>
                  </a:lnTo>
                  <a:lnTo>
                    <a:pt x="1519794" y="14732"/>
                  </a:lnTo>
                  <a:lnTo>
                    <a:pt x="1495933" y="12319"/>
                  </a:lnTo>
                  <a:close/>
                </a:path>
                <a:path w="1741804" h="3686810">
                  <a:moveTo>
                    <a:pt x="1519794" y="14732"/>
                  </a:moveTo>
                  <a:lnTo>
                    <a:pt x="1495933" y="14732"/>
                  </a:lnTo>
                  <a:lnTo>
                    <a:pt x="1542431" y="19433"/>
                  </a:lnTo>
                  <a:lnTo>
                    <a:pt x="1585767" y="32914"/>
                  </a:lnTo>
                  <a:lnTo>
                    <a:pt x="1625004" y="54239"/>
                  </a:lnTo>
                  <a:lnTo>
                    <a:pt x="1659207" y="82470"/>
                  </a:lnTo>
                  <a:lnTo>
                    <a:pt x="1687438" y="116673"/>
                  </a:lnTo>
                  <a:lnTo>
                    <a:pt x="1708763" y="155910"/>
                  </a:lnTo>
                  <a:lnTo>
                    <a:pt x="1722244" y="199246"/>
                  </a:lnTo>
                  <a:lnTo>
                    <a:pt x="1726946" y="245745"/>
                  </a:lnTo>
                  <a:lnTo>
                    <a:pt x="1726933" y="3440938"/>
                  </a:lnTo>
                  <a:lnTo>
                    <a:pt x="1726226" y="3447923"/>
                  </a:lnTo>
                  <a:lnTo>
                    <a:pt x="1728639" y="3447923"/>
                  </a:lnTo>
                  <a:lnTo>
                    <a:pt x="1729346" y="3440938"/>
                  </a:lnTo>
                  <a:lnTo>
                    <a:pt x="1729359" y="245745"/>
                  </a:lnTo>
                  <a:lnTo>
                    <a:pt x="1724658" y="199246"/>
                  </a:lnTo>
                  <a:lnTo>
                    <a:pt x="1724610" y="198778"/>
                  </a:lnTo>
                  <a:lnTo>
                    <a:pt x="1710995" y="154997"/>
                  </a:lnTo>
                  <a:lnTo>
                    <a:pt x="1689456" y="115351"/>
                  </a:lnTo>
                  <a:lnTo>
                    <a:pt x="1660937" y="80787"/>
                  </a:lnTo>
                  <a:lnTo>
                    <a:pt x="1626382" y="52254"/>
                  </a:lnTo>
                  <a:lnTo>
                    <a:pt x="1586734" y="30700"/>
                  </a:lnTo>
                  <a:lnTo>
                    <a:pt x="1542936" y="17072"/>
                  </a:lnTo>
                  <a:lnTo>
                    <a:pt x="1519794" y="14732"/>
                  </a:lnTo>
                  <a:close/>
                </a:path>
                <a:path w="1741804" h="3686810">
                  <a:moveTo>
                    <a:pt x="1528313" y="2540"/>
                  </a:moveTo>
                  <a:lnTo>
                    <a:pt x="1503045" y="2540"/>
                  </a:lnTo>
                  <a:lnTo>
                    <a:pt x="1550564" y="7345"/>
                  </a:lnTo>
                  <a:lnTo>
                    <a:pt x="1594852" y="21121"/>
                  </a:lnTo>
                  <a:lnTo>
                    <a:pt x="1634952" y="42911"/>
                  </a:lnTo>
                  <a:lnTo>
                    <a:pt x="1669907" y="71754"/>
                  </a:lnTo>
                  <a:lnTo>
                    <a:pt x="1698760" y="106694"/>
                  </a:lnTo>
                  <a:lnTo>
                    <a:pt x="1720554" y="146772"/>
                  </a:lnTo>
                  <a:lnTo>
                    <a:pt x="1734332" y="191028"/>
                  </a:lnTo>
                  <a:lnTo>
                    <a:pt x="1739138" y="238506"/>
                  </a:lnTo>
                  <a:lnTo>
                    <a:pt x="1739138" y="3447923"/>
                  </a:lnTo>
                  <a:lnTo>
                    <a:pt x="1741678" y="3447923"/>
                  </a:lnTo>
                  <a:lnTo>
                    <a:pt x="1741678" y="238506"/>
                  </a:lnTo>
                  <a:lnTo>
                    <a:pt x="1736881" y="191028"/>
                  </a:lnTo>
                  <a:lnTo>
                    <a:pt x="1736829" y="190518"/>
                  </a:lnTo>
                  <a:lnTo>
                    <a:pt x="1722930" y="145786"/>
                  </a:lnTo>
                  <a:lnTo>
                    <a:pt x="1700935" y="105277"/>
                  </a:lnTo>
                  <a:lnTo>
                    <a:pt x="1671803" y="69961"/>
                  </a:lnTo>
                  <a:lnTo>
                    <a:pt x="1636497" y="40806"/>
                  </a:lnTo>
                  <a:lnTo>
                    <a:pt x="1595978" y="18782"/>
                  </a:lnTo>
                  <a:lnTo>
                    <a:pt x="1551212" y="4857"/>
                  </a:lnTo>
                  <a:lnTo>
                    <a:pt x="1528313" y="2540"/>
                  </a:lnTo>
                  <a:close/>
                </a:path>
              </a:pathLst>
            </a:custGeom>
            <a:solidFill>
              <a:srgbClr val="000000"/>
            </a:solidFill>
          </p:spPr>
          <p:txBody>
            <a:bodyPr wrap="square" lIns="0" tIns="0" rIns="0" bIns="0" rtlCol="0"/>
            <a:lstStyle/>
            <a:p/>
          </p:txBody>
        </p:sp>
        <p:sp>
          <p:nvSpPr>
            <p:cNvPr id="21" name="object 21"/>
            <p:cNvSpPr/>
            <p:nvPr/>
          </p:nvSpPr>
          <p:spPr>
            <a:xfrm>
              <a:off x="3740658" y="1884755"/>
              <a:ext cx="1807210" cy="2951480"/>
            </a:xfrm>
            <a:custGeom>
              <a:avLst/>
              <a:gdLst/>
              <a:ahLst/>
              <a:cxnLst/>
              <a:rect l="l" t="t" r="r" b="b"/>
              <a:pathLst>
                <a:path w="1807210" h="2951479">
                  <a:moveTo>
                    <a:pt x="5384" y="88"/>
                  </a:moveTo>
                  <a:lnTo>
                    <a:pt x="0" y="88"/>
                  </a:lnTo>
                  <a:lnTo>
                    <a:pt x="0" y="269671"/>
                  </a:lnTo>
                  <a:lnTo>
                    <a:pt x="5384" y="269671"/>
                  </a:lnTo>
                  <a:lnTo>
                    <a:pt x="5384" y="88"/>
                  </a:lnTo>
                  <a:close/>
                </a:path>
                <a:path w="1807210" h="2951479">
                  <a:moveTo>
                    <a:pt x="1793633" y="2664980"/>
                  </a:moveTo>
                  <a:lnTo>
                    <a:pt x="1793367" y="2662605"/>
                  </a:lnTo>
                  <a:lnTo>
                    <a:pt x="1787829" y="2714955"/>
                  </a:lnTo>
                  <a:lnTo>
                    <a:pt x="1774964" y="2761577"/>
                  </a:lnTo>
                  <a:lnTo>
                    <a:pt x="1755470" y="2802598"/>
                  </a:lnTo>
                  <a:lnTo>
                    <a:pt x="1730006" y="2838132"/>
                  </a:lnTo>
                  <a:lnTo>
                    <a:pt x="1699285" y="2868307"/>
                  </a:lnTo>
                  <a:lnTo>
                    <a:pt x="1663979" y="2893237"/>
                  </a:lnTo>
                  <a:lnTo>
                    <a:pt x="1624787" y="2913062"/>
                  </a:lnTo>
                  <a:lnTo>
                    <a:pt x="1582381" y="2927883"/>
                  </a:lnTo>
                  <a:lnTo>
                    <a:pt x="1537462" y="2937840"/>
                  </a:lnTo>
                  <a:lnTo>
                    <a:pt x="1490726" y="2943021"/>
                  </a:lnTo>
                  <a:lnTo>
                    <a:pt x="275844" y="2945434"/>
                  </a:lnTo>
                  <a:lnTo>
                    <a:pt x="219405" y="2939707"/>
                  </a:lnTo>
                  <a:lnTo>
                    <a:pt x="167678" y="2922663"/>
                  </a:lnTo>
                  <a:lnTo>
                    <a:pt x="120980" y="2896768"/>
                  </a:lnTo>
                  <a:lnTo>
                    <a:pt x="79629" y="2864535"/>
                  </a:lnTo>
                  <a:lnTo>
                    <a:pt x="106273" y="2888526"/>
                  </a:lnTo>
                  <a:lnTo>
                    <a:pt x="137020" y="2911094"/>
                  </a:lnTo>
                  <a:lnTo>
                    <a:pt x="174205" y="2930182"/>
                  </a:lnTo>
                  <a:lnTo>
                    <a:pt x="220167" y="2943758"/>
                  </a:lnTo>
                  <a:lnTo>
                    <a:pt x="277241" y="2949752"/>
                  </a:lnTo>
                  <a:lnTo>
                    <a:pt x="326504" y="2950451"/>
                  </a:lnTo>
                  <a:lnTo>
                    <a:pt x="512191" y="2951315"/>
                  </a:lnTo>
                  <a:lnTo>
                    <a:pt x="1119378" y="2951264"/>
                  </a:lnTo>
                  <a:lnTo>
                    <a:pt x="1510665" y="2949752"/>
                  </a:lnTo>
                  <a:lnTo>
                    <a:pt x="1551419" y="2946006"/>
                  </a:lnTo>
                  <a:lnTo>
                    <a:pt x="1598676" y="2935719"/>
                  </a:lnTo>
                  <a:lnTo>
                    <a:pt x="1647063" y="2918396"/>
                  </a:lnTo>
                  <a:lnTo>
                    <a:pt x="1691259" y="2893491"/>
                  </a:lnTo>
                  <a:lnTo>
                    <a:pt x="1732495" y="2855493"/>
                  </a:lnTo>
                  <a:lnTo>
                    <a:pt x="1760931" y="2810624"/>
                  </a:lnTo>
                  <a:lnTo>
                    <a:pt x="1778889" y="2764028"/>
                  </a:lnTo>
                  <a:lnTo>
                    <a:pt x="1788756" y="2720797"/>
                  </a:lnTo>
                  <a:lnTo>
                    <a:pt x="1792884" y="2686075"/>
                  </a:lnTo>
                  <a:lnTo>
                    <a:pt x="1793633" y="2664980"/>
                  </a:lnTo>
                  <a:close/>
                </a:path>
                <a:path w="1807210" h="2951479">
                  <a:moveTo>
                    <a:pt x="1807210" y="3479"/>
                  </a:moveTo>
                  <a:lnTo>
                    <a:pt x="1805749" y="1689"/>
                  </a:lnTo>
                  <a:lnTo>
                    <a:pt x="1805749" y="0"/>
                  </a:lnTo>
                  <a:lnTo>
                    <a:pt x="1799463" y="0"/>
                  </a:lnTo>
                  <a:lnTo>
                    <a:pt x="1799463" y="400354"/>
                  </a:lnTo>
                  <a:lnTo>
                    <a:pt x="1804416" y="400354"/>
                  </a:lnTo>
                  <a:lnTo>
                    <a:pt x="1805749" y="400354"/>
                  </a:lnTo>
                  <a:lnTo>
                    <a:pt x="1805749" y="398665"/>
                  </a:lnTo>
                  <a:lnTo>
                    <a:pt x="1807210" y="396798"/>
                  </a:lnTo>
                  <a:lnTo>
                    <a:pt x="1806778" y="372872"/>
                  </a:lnTo>
                  <a:lnTo>
                    <a:pt x="1806282" y="267373"/>
                  </a:lnTo>
                  <a:lnTo>
                    <a:pt x="1806257" y="133019"/>
                  </a:lnTo>
                  <a:lnTo>
                    <a:pt x="1806752" y="27457"/>
                  </a:lnTo>
                  <a:lnTo>
                    <a:pt x="1807210" y="3479"/>
                  </a:lnTo>
                  <a:close/>
                </a:path>
              </a:pathLst>
            </a:custGeom>
            <a:solidFill>
              <a:srgbClr val="FD095F"/>
            </a:solidFill>
          </p:spPr>
          <p:txBody>
            <a:bodyPr wrap="square" lIns="0" tIns="0" rIns="0" bIns="0" rtlCol="0"/>
            <a:lstStyle/>
            <a:p/>
          </p:txBody>
        </p:sp>
        <p:sp>
          <p:nvSpPr>
            <p:cNvPr id="22" name="object 22"/>
            <p:cNvSpPr/>
            <p:nvPr/>
          </p:nvSpPr>
          <p:spPr>
            <a:xfrm>
              <a:off x="3737609" y="1884807"/>
              <a:ext cx="3175" cy="269875"/>
            </a:xfrm>
            <a:custGeom>
              <a:avLst/>
              <a:gdLst/>
              <a:ahLst/>
              <a:cxnLst/>
              <a:rect l="l" t="t" r="r" b="b"/>
              <a:pathLst>
                <a:path w="3175" h="269875">
                  <a:moveTo>
                    <a:pt x="2793" y="0"/>
                  </a:moveTo>
                  <a:lnTo>
                    <a:pt x="0" y="3555"/>
                  </a:lnTo>
                  <a:lnTo>
                    <a:pt x="658" y="39123"/>
                  </a:lnTo>
                  <a:lnTo>
                    <a:pt x="969" y="100092"/>
                  </a:lnTo>
                  <a:lnTo>
                    <a:pt x="950" y="169528"/>
                  </a:lnTo>
                  <a:lnTo>
                    <a:pt x="621" y="230497"/>
                  </a:lnTo>
                  <a:lnTo>
                    <a:pt x="0" y="266064"/>
                  </a:lnTo>
                  <a:lnTo>
                    <a:pt x="2793" y="269493"/>
                  </a:lnTo>
                  <a:lnTo>
                    <a:pt x="2793" y="0"/>
                  </a:lnTo>
                  <a:close/>
                </a:path>
              </a:pathLst>
            </a:custGeom>
            <a:solidFill>
              <a:srgbClr val="9F9F9F"/>
            </a:solidFill>
          </p:spPr>
          <p:txBody>
            <a:bodyPr wrap="square" lIns="0" tIns="0" rIns="0" bIns="0" rtlCol="0"/>
            <a:lstStyle/>
            <a:p/>
          </p:txBody>
        </p:sp>
        <p:sp>
          <p:nvSpPr>
            <p:cNvPr id="23" name="object 23"/>
            <p:cNvSpPr/>
            <p:nvPr/>
          </p:nvSpPr>
          <p:spPr>
            <a:xfrm>
              <a:off x="3737610" y="1884844"/>
              <a:ext cx="15240" cy="605155"/>
            </a:xfrm>
            <a:custGeom>
              <a:avLst/>
              <a:gdLst/>
              <a:ahLst/>
              <a:cxnLst/>
              <a:rect l="l" t="t" r="r" b="b"/>
              <a:pathLst>
                <a:path w="15239" h="605155">
                  <a:moveTo>
                    <a:pt x="2794" y="335241"/>
                  </a:moveTo>
                  <a:lnTo>
                    <a:pt x="0" y="338797"/>
                  </a:lnTo>
                  <a:lnTo>
                    <a:pt x="647" y="374370"/>
                  </a:lnTo>
                  <a:lnTo>
                    <a:pt x="965" y="435343"/>
                  </a:lnTo>
                  <a:lnTo>
                    <a:pt x="939" y="504774"/>
                  </a:lnTo>
                  <a:lnTo>
                    <a:pt x="609" y="565746"/>
                  </a:lnTo>
                  <a:lnTo>
                    <a:pt x="0" y="601306"/>
                  </a:lnTo>
                  <a:lnTo>
                    <a:pt x="2794" y="604735"/>
                  </a:lnTo>
                  <a:lnTo>
                    <a:pt x="2794" y="335241"/>
                  </a:lnTo>
                  <a:close/>
                </a:path>
                <a:path w="15239" h="605155">
                  <a:moveTo>
                    <a:pt x="8432" y="335292"/>
                  </a:moveTo>
                  <a:lnTo>
                    <a:pt x="3048" y="335292"/>
                  </a:lnTo>
                  <a:lnTo>
                    <a:pt x="3048" y="604862"/>
                  </a:lnTo>
                  <a:lnTo>
                    <a:pt x="8432" y="604862"/>
                  </a:lnTo>
                  <a:lnTo>
                    <a:pt x="8432" y="335292"/>
                  </a:lnTo>
                  <a:close/>
                </a:path>
                <a:path w="15239" h="605155">
                  <a:moveTo>
                    <a:pt x="14986" y="335292"/>
                  </a:moveTo>
                  <a:lnTo>
                    <a:pt x="9144" y="335292"/>
                  </a:lnTo>
                  <a:lnTo>
                    <a:pt x="9144" y="604862"/>
                  </a:lnTo>
                  <a:lnTo>
                    <a:pt x="14986" y="604862"/>
                  </a:lnTo>
                  <a:lnTo>
                    <a:pt x="14986" y="335292"/>
                  </a:lnTo>
                  <a:close/>
                </a:path>
                <a:path w="15239" h="605155">
                  <a:moveTo>
                    <a:pt x="14986" y="0"/>
                  </a:moveTo>
                  <a:lnTo>
                    <a:pt x="9144" y="0"/>
                  </a:lnTo>
                  <a:lnTo>
                    <a:pt x="9144" y="269582"/>
                  </a:lnTo>
                  <a:lnTo>
                    <a:pt x="14986" y="269582"/>
                  </a:lnTo>
                  <a:lnTo>
                    <a:pt x="14986" y="0"/>
                  </a:lnTo>
                  <a:close/>
                </a:path>
              </a:pathLst>
            </a:custGeom>
            <a:solidFill>
              <a:srgbClr val="FD095F"/>
            </a:solidFill>
          </p:spPr>
          <p:txBody>
            <a:bodyPr wrap="square" lIns="0" tIns="0" rIns="0" bIns="0" rtlCol="0"/>
            <a:lstStyle/>
            <a:p/>
          </p:txBody>
        </p:sp>
        <p:sp>
          <p:nvSpPr>
            <p:cNvPr id="24" name="object 24"/>
            <p:cNvSpPr/>
            <p:nvPr/>
          </p:nvSpPr>
          <p:spPr>
            <a:xfrm>
              <a:off x="3740658" y="1567726"/>
              <a:ext cx="5715" cy="144145"/>
            </a:xfrm>
            <a:custGeom>
              <a:avLst/>
              <a:gdLst/>
              <a:ahLst/>
              <a:cxnLst/>
              <a:rect l="l" t="t" r="r" b="b"/>
              <a:pathLst>
                <a:path w="5714" h="144144">
                  <a:moveTo>
                    <a:pt x="5395" y="0"/>
                  </a:moveTo>
                  <a:lnTo>
                    <a:pt x="0" y="0"/>
                  </a:lnTo>
                  <a:lnTo>
                    <a:pt x="0" y="144106"/>
                  </a:lnTo>
                  <a:lnTo>
                    <a:pt x="5395" y="144106"/>
                  </a:lnTo>
                  <a:lnTo>
                    <a:pt x="5395" y="0"/>
                  </a:lnTo>
                  <a:close/>
                </a:path>
              </a:pathLst>
            </a:custGeom>
            <a:solidFill>
              <a:srgbClr val="3A3A3A"/>
            </a:solidFill>
          </p:spPr>
          <p:txBody>
            <a:bodyPr wrap="square" lIns="0" tIns="0" rIns="0" bIns="0" rtlCol="0"/>
            <a:lstStyle/>
            <a:p/>
          </p:txBody>
        </p:sp>
        <p:sp>
          <p:nvSpPr>
            <p:cNvPr id="25" name="object 25"/>
            <p:cNvSpPr/>
            <p:nvPr/>
          </p:nvSpPr>
          <p:spPr>
            <a:xfrm>
              <a:off x="3737609" y="1567688"/>
              <a:ext cx="3175" cy="144145"/>
            </a:xfrm>
            <a:custGeom>
              <a:avLst/>
              <a:gdLst/>
              <a:ahLst/>
              <a:cxnLst/>
              <a:rect l="l" t="t" r="r" b="b"/>
              <a:pathLst>
                <a:path w="3175" h="144144">
                  <a:moveTo>
                    <a:pt x="2793" y="0"/>
                  </a:moveTo>
                  <a:lnTo>
                    <a:pt x="0" y="3428"/>
                  </a:lnTo>
                  <a:lnTo>
                    <a:pt x="767" y="32843"/>
                  </a:lnTo>
                  <a:lnTo>
                    <a:pt x="1000" y="72056"/>
                  </a:lnTo>
                  <a:lnTo>
                    <a:pt x="732" y="111246"/>
                  </a:lnTo>
                  <a:lnTo>
                    <a:pt x="0" y="140588"/>
                  </a:lnTo>
                  <a:lnTo>
                    <a:pt x="2793" y="144017"/>
                  </a:lnTo>
                  <a:lnTo>
                    <a:pt x="2793" y="0"/>
                  </a:lnTo>
                  <a:close/>
                </a:path>
              </a:pathLst>
            </a:custGeom>
            <a:solidFill>
              <a:srgbClr val="9F9F9F"/>
            </a:solidFill>
          </p:spPr>
          <p:txBody>
            <a:bodyPr wrap="square" lIns="0" tIns="0" rIns="0" bIns="0" rtlCol="0"/>
            <a:lstStyle/>
            <a:p/>
          </p:txBody>
        </p:sp>
        <p:sp>
          <p:nvSpPr>
            <p:cNvPr id="26" name="object 26"/>
            <p:cNvSpPr/>
            <p:nvPr/>
          </p:nvSpPr>
          <p:spPr>
            <a:xfrm>
              <a:off x="3746753" y="1567726"/>
              <a:ext cx="6350" cy="144145"/>
            </a:xfrm>
            <a:custGeom>
              <a:avLst/>
              <a:gdLst/>
              <a:ahLst/>
              <a:cxnLst/>
              <a:rect l="l" t="t" r="r" b="b"/>
              <a:pathLst>
                <a:path w="6350" h="144144">
                  <a:moveTo>
                    <a:pt x="5852" y="0"/>
                  </a:moveTo>
                  <a:lnTo>
                    <a:pt x="0" y="0"/>
                  </a:lnTo>
                  <a:lnTo>
                    <a:pt x="0" y="144106"/>
                  </a:lnTo>
                  <a:lnTo>
                    <a:pt x="5852" y="144106"/>
                  </a:lnTo>
                  <a:lnTo>
                    <a:pt x="5852" y="0"/>
                  </a:lnTo>
                  <a:close/>
                </a:path>
              </a:pathLst>
            </a:custGeom>
            <a:solidFill>
              <a:srgbClr val="FD095F"/>
            </a:solidFill>
          </p:spPr>
          <p:txBody>
            <a:bodyPr wrap="square" lIns="0" tIns="0" rIns="0" bIns="0" rtlCol="0"/>
            <a:lstStyle/>
            <a:p/>
          </p:txBody>
        </p:sp>
        <p:sp>
          <p:nvSpPr>
            <p:cNvPr id="27" name="object 27"/>
            <p:cNvSpPr/>
            <p:nvPr/>
          </p:nvSpPr>
          <p:spPr>
            <a:xfrm>
              <a:off x="4417695" y="1180591"/>
              <a:ext cx="451484" cy="3656329"/>
            </a:xfrm>
            <a:custGeom>
              <a:avLst/>
              <a:gdLst/>
              <a:ahLst/>
              <a:cxnLst/>
              <a:rect l="l" t="t" r="r" b="b"/>
              <a:pathLst>
                <a:path w="451485" h="3656329">
                  <a:moveTo>
                    <a:pt x="335788" y="3655314"/>
                  </a:moveTo>
                  <a:lnTo>
                    <a:pt x="334391" y="3654298"/>
                  </a:lnTo>
                  <a:lnTo>
                    <a:pt x="326517" y="3650488"/>
                  </a:lnTo>
                  <a:lnTo>
                    <a:pt x="325501" y="3649726"/>
                  </a:lnTo>
                  <a:lnTo>
                    <a:pt x="322326" y="3649345"/>
                  </a:lnTo>
                  <a:lnTo>
                    <a:pt x="318643" y="3649345"/>
                  </a:lnTo>
                  <a:lnTo>
                    <a:pt x="137287" y="3649345"/>
                  </a:lnTo>
                  <a:lnTo>
                    <a:pt x="134112" y="3649853"/>
                  </a:lnTo>
                  <a:lnTo>
                    <a:pt x="125349" y="3654298"/>
                  </a:lnTo>
                  <a:lnTo>
                    <a:pt x="123825" y="3655314"/>
                  </a:lnTo>
                  <a:lnTo>
                    <a:pt x="127762" y="3656330"/>
                  </a:lnTo>
                  <a:lnTo>
                    <a:pt x="331978" y="3656330"/>
                  </a:lnTo>
                  <a:lnTo>
                    <a:pt x="335788" y="3655314"/>
                  </a:lnTo>
                  <a:close/>
                </a:path>
                <a:path w="451485" h="3656329">
                  <a:moveTo>
                    <a:pt x="451231" y="65151"/>
                  </a:moveTo>
                  <a:lnTo>
                    <a:pt x="446100" y="39814"/>
                  </a:lnTo>
                  <a:lnTo>
                    <a:pt x="432117" y="19100"/>
                  </a:lnTo>
                  <a:lnTo>
                    <a:pt x="411365" y="5130"/>
                  </a:lnTo>
                  <a:lnTo>
                    <a:pt x="385953" y="0"/>
                  </a:lnTo>
                  <a:lnTo>
                    <a:pt x="65278" y="0"/>
                  </a:lnTo>
                  <a:lnTo>
                    <a:pt x="39852" y="5130"/>
                  </a:lnTo>
                  <a:lnTo>
                    <a:pt x="19113" y="19100"/>
                  </a:lnTo>
                  <a:lnTo>
                    <a:pt x="5118" y="39814"/>
                  </a:lnTo>
                  <a:lnTo>
                    <a:pt x="0" y="65151"/>
                  </a:lnTo>
                  <a:lnTo>
                    <a:pt x="5118" y="90474"/>
                  </a:lnTo>
                  <a:lnTo>
                    <a:pt x="19100" y="111150"/>
                  </a:lnTo>
                  <a:lnTo>
                    <a:pt x="39852" y="125069"/>
                  </a:lnTo>
                  <a:lnTo>
                    <a:pt x="65278" y="130175"/>
                  </a:lnTo>
                  <a:lnTo>
                    <a:pt x="385953" y="130175"/>
                  </a:lnTo>
                  <a:lnTo>
                    <a:pt x="411276" y="125069"/>
                  </a:lnTo>
                  <a:lnTo>
                    <a:pt x="432041" y="111150"/>
                  </a:lnTo>
                  <a:lnTo>
                    <a:pt x="446062" y="90474"/>
                  </a:lnTo>
                  <a:lnTo>
                    <a:pt x="451231" y="65151"/>
                  </a:lnTo>
                  <a:close/>
                </a:path>
              </a:pathLst>
            </a:custGeom>
            <a:solidFill>
              <a:srgbClr val="000000"/>
            </a:solidFill>
          </p:spPr>
          <p:txBody>
            <a:bodyPr wrap="square" lIns="0" tIns="0" rIns="0" bIns="0" rtlCol="0"/>
            <a:lstStyle/>
            <a:p/>
          </p:txBody>
        </p:sp>
        <p:pic>
          <p:nvPicPr>
            <p:cNvPr id="28" name="object 28"/>
            <p:cNvPicPr/>
            <p:nvPr/>
          </p:nvPicPr>
          <p:blipFill>
            <a:blip r:embed="rId4" cstate="print"/>
            <a:stretch>
              <a:fillRect/>
            </a:stretch>
          </p:blipFill>
          <p:spPr>
            <a:xfrm>
              <a:off x="4757928" y="1217294"/>
              <a:ext cx="58166" cy="57022"/>
            </a:xfrm>
            <a:prstGeom prst="rect">
              <a:avLst/>
            </a:prstGeom>
          </p:spPr>
        </p:pic>
        <p:sp>
          <p:nvSpPr>
            <p:cNvPr id="29" name="object 29"/>
            <p:cNvSpPr/>
            <p:nvPr/>
          </p:nvSpPr>
          <p:spPr>
            <a:xfrm>
              <a:off x="4770882" y="1229741"/>
              <a:ext cx="31115" cy="33655"/>
            </a:xfrm>
            <a:custGeom>
              <a:avLst/>
              <a:gdLst/>
              <a:ahLst/>
              <a:cxnLst/>
              <a:rect l="l" t="t" r="r" b="b"/>
              <a:pathLst>
                <a:path w="31114" h="33655">
                  <a:moveTo>
                    <a:pt x="24129" y="0"/>
                  </a:moveTo>
                  <a:lnTo>
                    <a:pt x="6984" y="0"/>
                  </a:lnTo>
                  <a:lnTo>
                    <a:pt x="0" y="7493"/>
                  </a:lnTo>
                  <a:lnTo>
                    <a:pt x="0" y="26035"/>
                  </a:lnTo>
                  <a:lnTo>
                    <a:pt x="6984" y="33655"/>
                  </a:lnTo>
                  <a:lnTo>
                    <a:pt x="24129" y="33655"/>
                  </a:lnTo>
                  <a:lnTo>
                    <a:pt x="31114" y="26035"/>
                  </a:lnTo>
                  <a:lnTo>
                    <a:pt x="31114" y="16763"/>
                  </a:lnTo>
                  <a:lnTo>
                    <a:pt x="31114" y="7493"/>
                  </a:lnTo>
                  <a:lnTo>
                    <a:pt x="24129" y="0"/>
                  </a:lnTo>
                  <a:close/>
                </a:path>
              </a:pathLst>
            </a:custGeom>
            <a:solidFill>
              <a:srgbClr val="0A121C"/>
            </a:solidFill>
          </p:spPr>
          <p:txBody>
            <a:bodyPr wrap="square" lIns="0" tIns="0" rIns="0" bIns="0" rtlCol="0"/>
            <a:lstStyle/>
            <a:p/>
          </p:txBody>
        </p:sp>
        <p:sp>
          <p:nvSpPr>
            <p:cNvPr id="30" name="object 30"/>
            <p:cNvSpPr/>
            <p:nvPr/>
          </p:nvSpPr>
          <p:spPr>
            <a:xfrm>
              <a:off x="4771390" y="1232153"/>
              <a:ext cx="29845" cy="27305"/>
            </a:xfrm>
            <a:custGeom>
              <a:avLst/>
              <a:gdLst/>
              <a:ahLst/>
              <a:cxnLst/>
              <a:rect l="l" t="t" r="r" b="b"/>
              <a:pathLst>
                <a:path w="29845" h="27305">
                  <a:moveTo>
                    <a:pt x="29591" y="6096"/>
                  </a:moveTo>
                  <a:lnTo>
                    <a:pt x="22987" y="0"/>
                  </a:lnTo>
                  <a:lnTo>
                    <a:pt x="6604" y="0"/>
                  </a:lnTo>
                  <a:lnTo>
                    <a:pt x="0" y="6096"/>
                  </a:lnTo>
                  <a:lnTo>
                    <a:pt x="0" y="21209"/>
                  </a:lnTo>
                  <a:lnTo>
                    <a:pt x="6731" y="27305"/>
                  </a:lnTo>
                  <a:lnTo>
                    <a:pt x="22987" y="27305"/>
                  </a:lnTo>
                  <a:lnTo>
                    <a:pt x="29591" y="21082"/>
                  </a:lnTo>
                  <a:lnTo>
                    <a:pt x="29591" y="13589"/>
                  </a:lnTo>
                  <a:lnTo>
                    <a:pt x="29591" y="6096"/>
                  </a:lnTo>
                  <a:close/>
                </a:path>
              </a:pathLst>
            </a:custGeom>
            <a:solidFill>
              <a:srgbClr val="221F1F"/>
            </a:solidFill>
          </p:spPr>
          <p:txBody>
            <a:bodyPr wrap="square" lIns="0" tIns="0" rIns="0" bIns="0" rtlCol="0"/>
            <a:lstStyle/>
            <a:p/>
          </p:txBody>
        </p:sp>
        <p:sp>
          <p:nvSpPr>
            <p:cNvPr id="31" name="object 31"/>
            <p:cNvSpPr/>
            <p:nvPr/>
          </p:nvSpPr>
          <p:spPr>
            <a:xfrm>
              <a:off x="4789170" y="1247394"/>
              <a:ext cx="10160" cy="10160"/>
            </a:xfrm>
            <a:custGeom>
              <a:avLst/>
              <a:gdLst/>
              <a:ahLst/>
              <a:cxnLst/>
              <a:rect l="l" t="t" r="r" b="b"/>
              <a:pathLst>
                <a:path w="10160" h="10159">
                  <a:moveTo>
                    <a:pt x="7492" y="0"/>
                  </a:moveTo>
                  <a:lnTo>
                    <a:pt x="2158" y="0"/>
                  </a:lnTo>
                  <a:lnTo>
                    <a:pt x="0" y="2158"/>
                  </a:lnTo>
                  <a:lnTo>
                    <a:pt x="0" y="7492"/>
                  </a:lnTo>
                  <a:lnTo>
                    <a:pt x="2158" y="9651"/>
                  </a:lnTo>
                  <a:lnTo>
                    <a:pt x="7492" y="9651"/>
                  </a:lnTo>
                  <a:lnTo>
                    <a:pt x="9651" y="7492"/>
                  </a:lnTo>
                  <a:lnTo>
                    <a:pt x="9651" y="4825"/>
                  </a:lnTo>
                  <a:lnTo>
                    <a:pt x="9651" y="2158"/>
                  </a:lnTo>
                  <a:lnTo>
                    <a:pt x="7492" y="0"/>
                  </a:lnTo>
                  <a:close/>
                </a:path>
              </a:pathLst>
            </a:custGeom>
            <a:solidFill>
              <a:srgbClr val="CCCCCC"/>
            </a:solidFill>
          </p:spPr>
          <p:txBody>
            <a:bodyPr wrap="square" lIns="0" tIns="0" rIns="0" bIns="0" rtlCol="0"/>
            <a:lstStyle/>
            <a:p/>
          </p:txBody>
        </p:sp>
        <p:sp>
          <p:nvSpPr>
            <p:cNvPr id="32" name="object 32"/>
            <p:cNvSpPr/>
            <p:nvPr/>
          </p:nvSpPr>
          <p:spPr>
            <a:xfrm>
              <a:off x="6721983" y="1104518"/>
              <a:ext cx="1786255" cy="3731260"/>
            </a:xfrm>
            <a:custGeom>
              <a:avLst/>
              <a:gdLst/>
              <a:ahLst/>
              <a:cxnLst/>
              <a:rect l="l" t="t" r="r" b="b"/>
              <a:pathLst>
                <a:path w="1786254" h="3731260">
                  <a:moveTo>
                    <a:pt x="1786128" y="252857"/>
                  </a:moveTo>
                  <a:lnTo>
                    <a:pt x="1782051" y="207429"/>
                  </a:lnTo>
                  <a:lnTo>
                    <a:pt x="1770291" y="164668"/>
                  </a:lnTo>
                  <a:lnTo>
                    <a:pt x="1751584" y="125272"/>
                  </a:lnTo>
                  <a:lnTo>
                    <a:pt x="1751457" y="125095"/>
                  </a:lnTo>
                  <a:lnTo>
                    <a:pt x="1751457" y="268859"/>
                  </a:lnTo>
                  <a:lnTo>
                    <a:pt x="1751330" y="3464064"/>
                  </a:lnTo>
                  <a:lnTo>
                    <a:pt x="1746605" y="3510864"/>
                  </a:lnTo>
                  <a:lnTo>
                    <a:pt x="1733067" y="3554450"/>
                  </a:lnTo>
                  <a:lnTo>
                    <a:pt x="1711655" y="3593884"/>
                  </a:lnTo>
                  <a:lnTo>
                    <a:pt x="1683283" y="3628237"/>
                  </a:lnTo>
                  <a:lnTo>
                    <a:pt x="1648904" y="3656584"/>
                  </a:lnTo>
                  <a:lnTo>
                    <a:pt x="1609445" y="3677983"/>
                  </a:lnTo>
                  <a:lnTo>
                    <a:pt x="1565846" y="3691496"/>
                  </a:lnTo>
                  <a:lnTo>
                    <a:pt x="1519047" y="3696208"/>
                  </a:lnTo>
                  <a:lnTo>
                    <a:pt x="268859" y="3696208"/>
                  </a:lnTo>
                  <a:lnTo>
                    <a:pt x="222046" y="3691496"/>
                  </a:lnTo>
                  <a:lnTo>
                    <a:pt x="178447" y="3677983"/>
                  </a:lnTo>
                  <a:lnTo>
                    <a:pt x="138988" y="3656584"/>
                  </a:lnTo>
                  <a:lnTo>
                    <a:pt x="104609" y="3628237"/>
                  </a:lnTo>
                  <a:lnTo>
                    <a:pt x="76238" y="3593884"/>
                  </a:lnTo>
                  <a:lnTo>
                    <a:pt x="54825" y="3554450"/>
                  </a:lnTo>
                  <a:lnTo>
                    <a:pt x="41287" y="3510864"/>
                  </a:lnTo>
                  <a:lnTo>
                    <a:pt x="36576" y="3464064"/>
                  </a:lnTo>
                  <a:lnTo>
                    <a:pt x="36576" y="268859"/>
                  </a:lnTo>
                  <a:lnTo>
                    <a:pt x="41287" y="222097"/>
                  </a:lnTo>
                  <a:lnTo>
                    <a:pt x="54813" y="178536"/>
                  </a:lnTo>
                  <a:lnTo>
                    <a:pt x="76212" y="139103"/>
                  </a:lnTo>
                  <a:lnTo>
                    <a:pt x="104571" y="104736"/>
                  </a:lnTo>
                  <a:lnTo>
                    <a:pt x="138950" y="76377"/>
                  </a:lnTo>
                  <a:lnTo>
                    <a:pt x="178409" y="54965"/>
                  </a:lnTo>
                  <a:lnTo>
                    <a:pt x="222021" y="41427"/>
                  </a:lnTo>
                  <a:lnTo>
                    <a:pt x="268859" y="36703"/>
                  </a:lnTo>
                  <a:lnTo>
                    <a:pt x="1519174" y="36703"/>
                  </a:lnTo>
                  <a:lnTo>
                    <a:pt x="1565973" y="41427"/>
                  </a:lnTo>
                  <a:lnTo>
                    <a:pt x="1609572" y="54965"/>
                  </a:lnTo>
                  <a:lnTo>
                    <a:pt x="1649031" y="76377"/>
                  </a:lnTo>
                  <a:lnTo>
                    <a:pt x="1683410" y="104736"/>
                  </a:lnTo>
                  <a:lnTo>
                    <a:pt x="1711782" y="139103"/>
                  </a:lnTo>
                  <a:lnTo>
                    <a:pt x="1733194" y="178536"/>
                  </a:lnTo>
                  <a:lnTo>
                    <a:pt x="1746732" y="222097"/>
                  </a:lnTo>
                  <a:lnTo>
                    <a:pt x="1751457" y="268859"/>
                  </a:lnTo>
                  <a:lnTo>
                    <a:pt x="1751457" y="125095"/>
                  </a:lnTo>
                  <a:lnTo>
                    <a:pt x="1726641" y="89979"/>
                  </a:lnTo>
                  <a:lnTo>
                    <a:pt x="1696173" y="59499"/>
                  </a:lnTo>
                  <a:lnTo>
                    <a:pt x="1660893" y="34544"/>
                  </a:lnTo>
                  <a:lnTo>
                    <a:pt x="1621523" y="15836"/>
                  </a:lnTo>
                  <a:lnTo>
                    <a:pt x="1578787" y="4076"/>
                  </a:lnTo>
                  <a:lnTo>
                    <a:pt x="1533398" y="0"/>
                  </a:lnTo>
                  <a:lnTo>
                    <a:pt x="252730" y="0"/>
                  </a:lnTo>
                  <a:lnTo>
                    <a:pt x="207302" y="4076"/>
                  </a:lnTo>
                  <a:lnTo>
                    <a:pt x="164541" y="15836"/>
                  </a:lnTo>
                  <a:lnTo>
                    <a:pt x="125171" y="34544"/>
                  </a:lnTo>
                  <a:lnTo>
                    <a:pt x="89890" y="59499"/>
                  </a:lnTo>
                  <a:lnTo>
                    <a:pt x="59436" y="89979"/>
                  </a:lnTo>
                  <a:lnTo>
                    <a:pt x="34505" y="125272"/>
                  </a:lnTo>
                  <a:lnTo>
                    <a:pt x="15811" y="164668"/>
                  </a:lnTo>
                  <a:lnTo>
                    <a:pt x="4064" y="207429"/>
                  </a:lnTo>
                  <a:lnTo>
                    <a:pt x="0" y="252857"/>
                  </a:lnTo>
                  <a:lnTo>
                    <a:pt x="0" y="3477895"/>
                  </a:lnTo>
                  <a:lnTo>
                    <a:pt x="4064" y="3523361"/>
                  </a:lnTo>
                  <a:lnTo>
                    <a:pt x="15811" y="3566147"/>
                  </a:lnTo>
                  <a:lnTo>
                    <a:pt x="34505" y="3605542"/>
                  </a:lnTo>
                  <a:lnTo>
                    <a:pt x="59436" y="3640836"/>
                  </a:lnTo>
                  <a:lnTo>
                    <a:pt x="89890" y="3671303"/>
                  </a:lnTo>
                  <a:lnTo>
                    <a:pt x="125171" y="3696246"/>
                  </a:lnTo>
                  <a:lnTo>
                    <a:pt x="164541" y="3714940"/>
                  </a:lnTo>
                  <a:lnTo>
                    <a:pt x="207302" y="3726688"/>
                  </a:lnTo>
                  <a:lnTo>
                    <a:pt x="252730" y="3730752"/>
                  </a:lnTo>
                  <a:lnTo>
                    <a:pt x="1533398" y="3730752"/>
                  </a:lnTo>
                  <a:lnTo>
                    <a:pt x="1578787" y="3726688"/>
                  </a:lnTo>
                  <a:lnTo>
                    <a:pt x="1621523" y="3714940"/>
                  </a:lnTo>
                  <a:lnTo>
                    <a:pt x="1639836" y="3706241"/>
                  </a:lnTo>
                  <a:lnTo>
                    <a:pt x="1660893" y="3696246"/>
                  </a:lnTo>
                  <a:lnTo>
                    <a:pt x="1696173" y="3671303"/>
                  </a:lnTo>
                  <a:lnTo>
                    <a:pt x="1726641" y="3640836"/>
                  </a:lnTo>
                  <a:lnTo>
                    <a:pt x="1751584" y="3605542"/>
                  </a:lnTo>
                  <a:lnTo>
                    <a:pt x="1770291" y="3566147"/>
                  </a:lnTo>
                  <a:lnTo>
                    <a:pt x="1782051" y="3523361"/>
                  </a:lnTo>
                  <a:lnTo>
                    <a:pt x="1786128" y="3477895"/>
                  </a:lnTo>
                  <a:lnTo>
                    <a:pt x="1786128" y="252857"/>
                  </a:lnTo>
                  <a:close/>
                </a:path>
              </a:pathLst>
            </a:custGeom>
            <a:solidFill>
              <a:srgbClr val="FD095F"/>
            </a:solidFill>
          </p:spPr>
          <p:txBody>
            <a:bodyPr wrap="square" lIns="0" tIns="0" rIns="0" bIns="0" rtlCol="0"/>
            <a:lstStyle/>
            <a:p/>
          </p:txBody>
        </p:sp>
        <p:sp>
          <p:nvSpPr>
            <p:cNvPr id="33" name="object 33"/>
            <p:cNvSpPr/>
            <p:nvPr/>
          </p:nvSpPr>
          <p:spPr>
            <a:xfrm>
              <a:off x="6743318" y="1125855"/>
              <a:ext cx="1741805" cy="3686810"/>
            </a:xfrm>
            <a:custGeom>
              <a:avLst/>
              <a:gdLst/>
              <a:ahLst/>
              <a:cxnLst/>
              <a:rect l="l" t="t" r="r" b="b"/>
              <a:pathLst>
                <a:path w="1741804" h="3686810">
                  <a:moveTo>
                    <a:pt x="1503172" y="0"/>
                  </a:moveTo>
                  <a:lnTo>
                    <a:pt x="238505" y="0"/>
                  </a:lnTo>
                  <a:lnTo>
                    <a:pt x="190476" y="4857"/>
                  </a:lnTo>
                  <a:lnTo>
                    <a:pt x="145714" y="18782"/>
                  </a:lnTo>
                  <a:lnTo>
                    <a:pt x="105187" y="40806"/>
                  </a:lnTo>
                  <a:lnTo>
                    <a:pt x="69865" y="69961"/>
                  </a:lnTo>
                  <a:lnTo>
                    <a:pt x="40717" y="105277"/>
                  </a:lnTo>
                  <a:lnTo>
                    <a:pt x="18710" y="145786"/>
                  </a:lnTo>
                  <a:lnTo>
                    <a:pt x="4815" y="190518"/>
                  </a:lnTo>
                  <a:lnTo>
                    <a:pt x="0" y="238506"/>
                  </a:lnTo>
                  <a:lnTo>
                    <a:pt x="0" y="3448050"/>
                  </a:lnTo>
                  <a:lnTo>
                    <a:pt x="4805" y="3495611"/>
                  </a:lnTo>
                  <a:lnTo>
                    <a:pt x="18764" y="3540823"/>
                  </a:lnTo>
                  <a:lnTo>
                    <a:pt x="40772" y="3581334"/>
                  </a:lnTo>
                  <a:lnTo>
                    <a:pt x="69913" y="3616642"/>
                  </a:lnTo>
                  <a:lnTo>
                    <a:pt x="105221" y="3645783"/>
                  </a:lnTo>
                  <a:lnTo>
                    <a:pt x="145732" y="3667791"/>
                  </a:lnTo>
                  <a:lnTo>
                    <a:pt x="190482" y="3681704"/>
                  </a:lnTo>
                  <a:lnTo>
                    <a:pt x="238505" y="3686556"/>
                  </a:lnTo>
                  <a:lnTo>
                    <a:pt x="1503172" y="3686556"/>
                  </a:lnTo>
                  <a:lnTo>
                    <a:pt x="1525773" y="3684270"/>
                  </a:lnTo>
                  <a:lnTo>
                    <a:pt x="238378" y="3684270"/>
                  </a:lnTo>
                  <a:lnTo>
                    <a:pt x="190911" y="3679464"/>
                  </a:lnTo>
                  <a:lnTo>
                    <a:pt x="146629" y="3665684"/>
                  </a:lnTo>
                  <a:lnTo>
                    <a:pt x="106533" y="3643885"/>
                  </a:lnTo>
                  <a:lnTo>
                    <a:pt x="71574" y="3615023"/>
                  </a:lnTo>
                  <a:lnTo>
                    <a:pt x="42709" y="3580053"/>
                  </a:lnTo>
                  <a:lnTo>
                    <a:pt x="20898" y="3539930"/>
                  </a:lnTo>
                  <a:lnTo>
                    <a:pt x="7102" y="3495611"/>
                  </a:lnTo>
                  <a:lnTo>
                    <a:pt x="2285" y="3448050"/>
                  </a:lnTo>
                  <a:lnTo>
                    <a:pt x="12911" y="3448050"/>
                  </a:lnTo>
                  <a:lnTo>
                    <a:pt x="2285" y="3447923"/>
                  </a:lnTo>
                  <a:lnTo>
                    <a:pt x="2285" y="238506"/>
                  </a:lnTo>
                  <a:lnTo>
                    <a:pt x="7096" y="191028"/>
                  </a:lnTo>
                  <a:lnTo>
                    <a:pt x="20883" y="146772"/>
                  </a:lnTo>
                  <a:lnTo>
                    <a:pt x="42682" y="106694"/>
                  </a:lnTo>
                  <a:lnTo>
                    <a:pt x="71527" y="71754"/>
                  </a:lnTo>
                  <a:lnTo>
                    <a:pt x="106453" y="42911"/>
                  </a:lnTo>
                  <a:lnTo>
                    <a:pt x="146481" y="21121"/>
                  </a:lnTo>
                  <a:lnTo>
                    <a:pt x="146334" y="21121"/>
                  </a:lnTo>
                  <a:lnTo>
                    <a:pt x="190591" y="7345"/>
                  </a:lnTo>
                  <a:lnTo>
                    <a:pt x="189780" y="7345"/>
                  </a:lnTo>
                  <a:lnTo>
                    <a:pt x="237251" y="2540"/>
                  </a:lnTo>
                  <a:lnTo>
                    <a:pt x="1528313" y="2540"/>
                  </a:lnTo>
                  <a:lnTo>
                    <a:pt x="1503172" y="0"/>
                  </a:lnTo>
                  <a:close/>
                </a:path>
                <a:path w="1741804" h="3686810">
                  <a:moveTo>
                    <a:pt x="1741665" y="3448050"/>
                  </a:moveTo>
                  <a:lnTo>
                    <a:pt x="1739137" y="3448050"/>
                  </a:lnTo>
                  <a:lnTo>
                    <a:pt x="1734332" y="3495611"/>
                  </a:lnTo>
                  <a:lnTo>
                    <a:pt x="1720554" y="3539930"/>
                  </a:lnTo>
                  <a:lnTo>
                    <a:pt x="1698760" y="3580053"/>
                  </a:lnTo>
                  <a:lnTo>
                    <a:pt x="1669907" y="3615023"/>
                  </a:lnTo>
                  <a:lnTo>
                    <a:pt x="1634952" y="3643885"/>
                  </a:lnTo>
                  <a:lnTo>
                    <a:pt x="1594852" y="3665684"/>
                  </a:lnTo>
                  <a:lnTo>
                    <a:pt x="1550564" y="3679464"/>
                  </a:lnTo>
                  <a:lnTo>
                    <a:pt x="1503045" y="3684270"/>
                  </a:lnTo>
                  <a:lnTo>
                    <a:pt x="1525773" y="3684270"/>
                  </a:lnTo>
                  <a:lnTo>
                    <a:pt x="1595881" y="3667791"/>
                  </a:lnTo>
                  <a:lnTo>
                    <a:pt x="1636382" y="3645783"/>
                  </a:lnTo>
                  <a:lnTo>
                    <a:pt x="1671687" y="3616642"/>
                  </a:lnTo>
                  <a:lnTo>
                    <a:pt x="1700833" y="3581334"/>
                  </a:lnTo>
                  <a:lnTo>
                    <a:pt x="1722855" y="3540823"/>
                  </a:lnTo>
                  <a:lnTo>
                    <a:pt x="1736788" y="3496073"/>
                  </a:lnTo>
                  <a:lnTo>
                    <a:pt x="1736860" y="3495611"/>
                  </a:lnTo>
                  <a:lnTo>
                    <a:pt x="1741665" y="3448050"/>
                  </a:lnTo>
                  <a:close/>
                </a:path>
                <a:path w="1741804" h="3686810">
                  <a:moveTo>
                    <a:pt x="15336" y="3448050"/>
                  </a:moveTo>
                  <a:lnTo>
                    <a:pt x="12911" y="3448050"/>
                  </a:lnTo>
                  <a:lnTo>
                    <a:pt x="16880" y="3487309"/>
                  </a:lnTo>
                  <a:lnTo>
                    <a:pt x="30555" y="3531665"/>
                  </a:lnTo>
                  <a:lnTo>
                    <a:pt x="52094" y="3571291"/>
                  </a:lnTo>
                  <a:lnTo>
                    <a:pt x="80613" y="3605831"/>
                  </a:lnTo>
                  <a:lnTo>
                    <a:pt x="115168" y="3634341"/>
                  </a:lnTo>
                  <a:lnTo>
                    <a:pt x="154816" y="3655875"/>
                  </a:lnTo>
                  <a:lnTo>
                    <a:pt x="198614" y="3669489"/>
                  </a:lnTo>
                  <a:lnTo>
                    <a:pt x="245617" y="3674237"/>
                  </a:lnTo>
                  <a:lnTo>
                    <a:pt x="1495932" y="3674237"/>
                  </a:lnTo>
                  <a:lnTo>
                    <a:pt x="1519801" y="3671824"/>
                  </a:lnTo>
                  <a:lnTo>
                    <a:pt x="245617" y="3671824"/>
                  </a:lnTo>
                  <a:lnTo>
                    <a:pt x="199119" y="3667122"/>
                  </a:lnTo>
                  <a:lnTo>
                    <a:pt x="155783" y="3653641"/>
                  </a:lnTo>
                  <a:lnTo>
                    <a:pt x="116546" y="3632316"/>
                  </a:lnTo>
                  <a:lnTo>
                    <a:pt x="82343" y="3604085"/>
                  </a:lnTo>
                  <a:lnTo>
                    <a:pt x="54112" y="3569882"/>
                  </a:lnTo>
                  <a:lnTo>
                    <a:pt x="32787" y="3530645"/>
                  </a:lnTo>
                  <a:lnTo>
                    <a:pt x="19306" y="3487309"/>
                  </a:lnTo>
                  <a:lnTo>
                    <a:pt x="15336" y="3448050"/>
                  </a:lnTo>
                  <a:close/>
                </a:path>
                <a:path w="1741804" h="3686810">
                  <a:moveTo>
                    <a:pt x="1728626" y="3448050"/>
                  </a:moveTo>
                  <a:lnTo>
                    <a:pt x="1726214" y="3448050"/>
                  </a:lnTo>
                  <a:lnTo>
                    <a:pt x="1722244" y="3487309"/>
                  </a:lnTo>
                  <a:lnTo>
                    <a:pt x="1708763" y="3530645"/>
                  </a:lnTo>
                  <a:lnTo>
                    <a:pt x="1687438" y="3569882"/>
                  </a:lnTo>
                  <a:lnTo>
                    <a:pt x="1659207" y="3604085"/>
                  </a:lnTo>
                  <a:lnTo>
                    <a:pt x="1625004" y="3632316"/>
                  </a:lnTo>
                  <a:lnTo>
                    <a:pt x="1585767" y="3653641"/>
                  </a:lnTo>
                  <a:lnTo>
                    <a:pt x="1542431" y="3667122"/>
                  </a:lnTo>
                  <a:lnTo>
                    <a:pt x="1495932" y="3671824"/>
                  </a:lnTo>
                  <a:lnTo>
                    <a:pt x="1519801" y="3671824"/>
                  </a:lnTo>
                  <a:lnTo>
                    <a:pt x="1586674" y="3655875"/>
                  </a:lnTo>
                  <a:lnTo>
                    <a:pt x="1626314" y="3634341"/>
                  </a:lnTo>
                  <a:lnTo>
                    <a:pt x="1660870" y="3605831"/>
                  </a:lnTo>
                  <a:lnTo>
                    <a:pt x="1689397" y="3571291"/>
                  </a:lnTo>
                  <a:lnTo>
                    <a:pt x="1710948" y="3531665"/>
                  </a:lnTo>
                  <a:lnTo>
                    <a:pt x="1724579" y="3487899"/>
                  </a:lnTo>
                  <a:lnTo>
                    <a:pt x="1724656" y="3487309"/>
                  </a:lnTo>
                  <a:lnTo>
                    <a:pt x="1728626" y="3448050"/>
                  </a:lnTo>
                  <a:close/>
                </a:path>
                <a:path w="1741804" h="3686810">
                  <a:moveTo>
                    <a:pt x="1726226" y="3447923"/>
                  </a:moveTo>
                  <a:lnTo>
                    <a:pt x="15324" y="3447923"/>
                  </a:lnTo>
                  <a:lnTo>
                    <a:pt x="1726214" y="3448050"/>
                  </a:lnTo>
                  <a:close/>
                </a:path>
                <a:path w="1741804" h="3686810">
                  <a:moveTo>
                    <a:pt x="1739137" y="3447923"/>
                  </a:moveTo>
                  <a:lnTo>
                    <a:pt x="1728639" y="3447923"/>
                  </a:lnTo>
                  <a:lnTo>
                    <a:pt x="1739137" y="3448050"/>
                  </a:lnTo>
                  <a:close/>
                </a:path>
                <a:path w="1741804" h="3686810">
                  <a:moveTo>
                    <a:pt x="1495932" y="12319"/>
                  </a:moveTo>
                  <a:lnTo>
                    <a:pt x="245617" y="12319"/>
                  </a:lnTo>
                  <a:lnTo>
                    <a:pt x="198651" y="17072"/>
                  </a:lnTo>
                  <a:lnTo>
                    <a:pt x="154870" y="30700"/>
                  </a:lnTo>
                  <a:lnTo>
                    <a:pt x="115224" y="52254"/>
                  </a:lnTo>
                  <a:lnTo>
                    <a:pt x="80660" y="80787"/>
                  </a:lnTo>
                  <a:lnTo>
                    <a:pt x="52127" y="115351"/>
                  </a:lnTo>
                  <a:lnTo>
                    <a:pt x="30573" y="154997"/>
                  </a:lnTo>
                  <a:lnTo>
                    <a:pt x="16945" y="198778"/>
                  </a:lnTo>
                  <a:lnTo>
                    <a:pt x="12191" y="245745"/>
                  </a:lnTo>
                  <a:lnTo>
                    <a:pt x="12191" y="3440938"/>
                  </a:lnTo>
                  <a:lnTo>
                    <a:pt x="12898" y="3447923"/>
                  </a:lnTo>
                  <a:lnTo>
                    <a:pt x="15324" y="3447923"/>
                  </a:lnTo>
                  <a:lnTo>
                    <a:pt x="14617" y="3440938"/>
                  </a:lnTo>
                  <a:lnTo>
                    <a:pt x="14604" y="245745"/>
                  </a:lnTo>
                  <a:lnTo>
                    <a:pt x="19306" y="199246"/>
                  </a:lnTo>
                  <a:lnTo>
                    <a:pt x="32787" y="155910"/>
                  </a:lnTo>
                  <a:lnTo>
                    <a:pt x="54112" y="116673"/>
                  </a:lnTo>
                  <a:lnTo>
                    <a:pt x="82343" y="82470"/>
                  </a:lnTo>
                  <a:lnTo>
                    <a:pt x="116546" y="54239"/>
                  </a:lnTo>
                  <a:lnTo>
                    <a:pt x="155783" y="32914"/>
                  </a:lnTo>
                  <a:lnTo>
                    <a:pt x="199119" y="19433"/>
                  </a:lnTo>
                  <a:lnTo>
                    <a:pt x="245617" y="14732"/>
                  </a:lnTo>
                  <a:lnTo>
                    <a:pt x="1519794" y="14732"/>
                  </a:lnTo>
                  <a:lnTo>
                    <a:pt x="1495932" y="12319"/>
                  </a:lnTo>
                  <a:close/>
                </a:path>
                <a:path w="1741804" h="3686810">
                  <a:moveTo>
                    <a:pt x="1519794" y="14732"/>
                  </a:moveTo>
                  <a:lnTo>
                    <a:pt x="1495932" y="14732"/>
                  </a:lnTo>
                  <a:lnTo>
                    <a:pt x="1542431" y="19433"/>
                  </a:lnTo>
                  <a:lnTo>
                    <a:pt x="1585767" y="32914"/>
                  </a:lnTo>
                  <a:lnTo>
                    <a:pt x="1625004" y="54239"/>
                  </a:lnTo>
                  <a:lnTo>
                    <a:pt x="1659207" y="82470"/>
                  </a:lnTo>
                  <a:lnTo>
                    <a:pt x="1687438" y="116673"/>
                  </a:lnTo>
                  <a:lnTo>
                    <a:pt x="1708763" y="155910"/>
                  </a:lnTo>
                  <a:lnTo>
                    <a:pt x="1722244" y="199246"/>
                  </a:lnTo>
                  <a:lnTo>
                    <a:pt x="1726946" y="245745"/>
                  </a:lnTo>
                  <a:lnTo>
                    <a:pt x="1726933" y="3440938"/>
                  </a:lnTo>
                  <a:lnTo>
                    <a:pt x="1726226" y="3447923"/>
                  </a:lnTo>
                  <a:lnTo>
                    <a:pt x="1728639" y="3447923"/>
                  </a:lnTo>
                  <a:lnTo>
                    <a:pt x="1729346" y="3440938"/>
                  </a:lnTo>
                  <a:lnTo>
                    <a:pt x="1729358" y="245745"/>
                  </a:lnTo>
                  <a:lnTo>
                    <a:pt x="1724658" y="199246"/>
                  </a:lnTo>
                  <a:lnTo>
                    <a:pt x="1724610" y="198778"/>
                  </a:lnTo>
                  <a:lnTo>
                    <a:pt x="1710995" y="154997"/>
                  </a:lnTo>
                  <a:lnTo>
                    <a:pt x="1689456" y="115351"/>
                  </a:lnTo>
                  <a:lnTo>
                    <a:pt x="1660937" y="80787"/>
                  </a:lnTo>
                  <a:lnTo>
                    <a:pt x="1626382" y="52254"/>
                  </a:lnTo>
                  <a:lnTo>
                    <a:pt x="1586734" y="30700"/>
                  </a:lnTo>
                  <a:lnTo>
                    <a:pt x="1542936" y="17072"/>
                  </a:lnTo>
                  <a:lnTo>
                    <a:pt x="1519794" y="14732"/>
                  </a:lnTo>
                  <a:close/>
                </a:path>
                <a:path w="1741804" h="3686810">
                  <a:moveTo>
                    <a:pt x="1528313" y="2540"/>
                  </a:moveTo>
                  <a:lnTo>
                    <a:pt x="1503045" y="2540"/>
                  </a:lnTo>
                  <a:lnTo>
                    <a:pt x="1550564" y="7345"/>
                  </a:lnTo>
                  <a:lnTo>
                    <a:pt x="1594852" y="21121"/>
                  </a:lnTo>
                  <a:lnTo>
                    <a:pt x="1634952" y="42911"/>
                  </a:lnTo>
                  <a:lnTo>
                    <a:pt x="1669907" y="71754"/>
                  </a:lnTo>
                  <a:lnTo>
                    <a:pt x="1698760" y="106694"/>
                  </a:lnTo>
                  <a:lnTo>
                    <a:pt x="1720554" y="146772"/>
                  </a:lnTo>
                  <a:lnTo>
                    <a:pt x="1734332" y="191028"/>
                  </a:lnTo>
                  <a:lnTo>
                    <a:pt x="1739137" y="238506"/>
                  </a:lnTo>
                  <a:lnTo>
                    <a:pt x="1739137" y="3447923"/>
                  </a:lnTo>
                  <a:lnTo>
                    <a:pt x="1741677" y="3447923"/>
                  </a:lnTo>
                  <a:lnTo>
                    <a:pt x="1741677" y="238506"/>
                  </a:lnTo>
                  <a:lnTo>
                    <a:pt x="1736881" y="191028"/>
                  </a:lnTo>
                  <a:lnTo>
                    <a:pt x="1736829" y="190518"/>
                  </a:lnTo>
                  <a:lnTo>
                    <a:pt x="1722930" y="145786"/>
                  </a:lnTo>
                  <a:lnTo>
                    <a:pt x="1700935" y="105277"/>
                  </a:lnTo>
                  <a:lnTo>
                    <a:pt x="1671803" y="69961"/>
                  </a:lnTo>
                  <a:lnTo>
                    <a:pt x="1636497" y="40806"/>
                  </a:lnTo>
                  <a:lnTo>
                    <a:pt x="1595978" y="18782"/>
                  </a:lnTo>
                  <a:lnTo>
                    <a:pt x="1551212" y="4857"/>
                  </a:lnTo>
                  <a:lnTo>
                    <a:pt x="1528313" y="2540"/>
                  </a:lnTo>
                  <a:close/>
                </a:path>
              </a:pathLst>
            </a:custGeom>
            <a:solidFill>
              <a:srgbClr val="000000"/>
            </a:solidFill>
          </p:spPr>
          <p:txBody>
            <a:bodyPr wrap="square" lIns="0" tIns="0" rIns="0" bIns="0" rtlCol="0"/>
            <a:lstStyle/>
            <a:p/>
          </p:txBody>
        </p:sp>
        <p:sp>
          <p:nvSpPr>
            <p:cNvPr id="34" name="object 34"/>
            <p:cNvSpPr/>
            <p:nvPr/>
          </p:nvSpPr>
          <p:spPr>
            <a:xfrm>
              <a:off x="6709410" y="1884755"/>
              <a:ext cx="1807210" cy="2951480"/>
            </a:xfrm>
            <a:custGeom>
              <a:avLst/>
              <a:gdLst/>
              <a:ahLst/>
              <a:cxnLst/>
              <a:rect l="l" t="t" r="r" b="b"/>
              <a:pathLst>
                <a:path w="1807209" h="2951479">
                  <a:moveTo>
                    <a:pt x="5384" y="88"/>
                  </a:moveTo>
                  <a:lnTo>
                    <a:pt x="0" y="88"/>
                  </a:lnTo>
                  <a:lnTo>
                    <a:pt x="0" y="269671"/>
                  </a:lnTo>
                  <a:lnTo>
                    <a:pt x="5384" y="269671"/>
                  </a:lnTo>
                  <a:lnTo>
                    <a:pt x="5384" y="88"/>
                  </a:lnTo>
                  <a:close/>
                </a:path>
                <a:path w="1807209" h="2951479">
                  <a:moveTo>
                    <a:pt x="1793633" y="2664980"/>
                  </a:moveTo>
                  <a:lnTo>
                    <a:pt x="1793367" y="2662605"/>
                  </a:lnTo>
                  <a:lnTo>
                    <a:pt x="1787829" y="2714955"/>
                  </a:lnTo>
                  <a:lnTo>
                    <a:pt x="1774964" y="2761577"/>
                  </a:lnTo>
                  <a:lnTo>
                    <a:pt x="1755470" y="2802598"/>
                  </a:lnTo>
                  <a:lnTo>
                    <a:pt x="1730006" y="2838132"/>
                  </a:lnTo>
                  <a:lnTo>
                    <a:pt x="1699285" y="2868307"/>
                  </a:lnTo>
                  <a:lnTo>
                    <a:pt x="1663979" y="2893237"/>
                  </a:lnTo>
                  <a:lnTo>
                    <a:pt x="1624787" y="2913062"/>
                  </a:lnTo>
                  <a:lnTo>
                    <a:pt x="1582381" y="2927883"/>
                  </a:lnTo>
                  <a:lnTo>
                    <a:pt x="1537462" y="2937840"/>
                  </a:lnTo>
                  <a:lnTo>
                    <a:pt x="1490726" y="2943021"/>
                  </a:lnTo>
                  <a:lnTo>
                    <a:pt x="275844" y="2945434"/>
                  </a:lnTo>
                  <a:lnTo>
                    <a:pt x="219405" y="2939707"/>
                  </a:lnTo>
                  <a:lnTo>
                    <a:pt x="167678" y="2922663"/>
                  </a:lnTo>
                  <a:lnTo>
                    <a:pt x="120980" y="2896768"/>
                  </a:lnTo>
                  <a:lnTo>
                    <a:pt x="79629" y="2864535"/>
                  </a:lnTo>
                  <a:lnTo>
                    <a:pt x="106273" y="2888526"/>
                  </a:lnTo>
                  <a:lnTo>
                    <a:pt x="137020" y="2911094"/>
                  </a:lnTo>
                  <a:lnTo>
                    <a:pt x="174205" y="2930182"/>
                  </a:lnTo>
                  <a:lnTo>
                    <a:pt x="220167" y="2943758"/>
                  </a:lnTo>
                  <a:lnTo>
                    <a:pt x="277241" y="2949752"/>
                  </a:lnTo>
                  <a:lnTo>
                    <a:pt x="326504" y="2950451"/>
                  </a:lnTo>
                  <a:lnTo>
                    <a:pt x="512191" y="2951315"/>
                  </a:lnTo>
                  <a:lnTo>
                    <a:pt x="1119378" y="2951264"/>
                  </a:lnTo>
                  <a:lnTo>
                    <a:pt x="1510665" y="2949752"/>
                  </a:lnTo>
                  <a:lnTo>
                    <a:pt x="1551419" y="2946006"/>
                  </a:lnTo>
                  <a:lnTo>
                    <a:pt x="1598676" y="2935719"/>
                  </a:lnTo>
                  <a:lnTo>
                    <a:pt x="1647063" y="2918396"/>
                  </a:lnTo>
                  <a:lnTo>
                    <a:pt x="1691259" y="2893491"/>
                  </a:lnTo>
                  <a:lnTo>
                    <a:pt x="1732457" y="2855493"/>
                  </a:lnTo>
                  <a:lnTo>
                    <a:pt x="1760867" y="2810624"/>
                  </a:lnTo>
                  <a:lnTo>
                    <a:pt x="1778838" y="2764028"/>
                  </a:lnTo>
                  <a:lnTo>
                    <a:pt x="1788718" y="2720797"/>
                  </a:lnTo>
                  <a:lnTo>
                    <a:pt x="1792871" y="2686075"/>
                  </a:lnTo>
                  <a:lnTo>
                    <a:pt x="1793633" y="2664980"/>
                  </a:lnTo>
                  <a:close/>
                </a:path>
                <a:path w="1807209" h="2951479">
                  <a:moveTo>
                    <a:pt x="1807210" y="3479"/>
                  </a:moveTo>
                  <a:lnTo>
                    <a:pt x="1805749" y="1689"/>
                  </a:lnTo>
                  <a:lnTo>
                    <a:pt x="1805749" y="0"/>
                  </a:lnTo>
                  <a:lnTo>
                    <a:pt x="1799463" y="0"/>
                  </a:lnTo>
                  <a:lnTo>
                    <a:pt x="1799463" y="400354"/>
                  </a:lnTo>
                  <a:lnTo>
                    <a:pt x="1804416" y="400354"/>
                  </a:lnTo>
                  <a:lnTo>
                    <a:pt x="1805749" y="400354"/>
                  </a:lnTo>
                  <a:lnTo>
                    <a:pt x="1805749" y="398665"/>
                  </a:lnTo>
                  <a:lnTo>
                    <a:pt x="1807210" y="396798"/>
                  </a:lnTo>
                  <a:lnTo>
                    <a:pt x="1806778" y="372872"/>
                  </a:lnTo>
                  <a:lnTo>
                    <a:pt x="1806282" y="267373"/>
                  </a:lnTo>
                  <a:lnTo>
                    <a:pt x="1806257" y="133019"/>
                  </a:lnTo>
                  <a:lnTo>
                    <a:pt x="1806752" y="27457"/>
                  </a:lnTo>
                  <a:lnTo>
                    <a:pt x="1807210" y="3479"/>
                  </a:lnTo>
                  <a:close/>
                </a:path>
              </a:pathLst>
            </a:custGeom>
            <a:solidFill>
              <a:srgbClr val="FD095F"/>
            </a:solidFill>
          </p:spPr>
          <p:txBody>
            <a:bodyPr wrap="square" lIns="0" tIns="0" rIns="0" bIns="0" rtlCol="0"/>
            <a:lstStyle/>
            <a:p/>
          </p:txBody>
        </p:sp>
        <p:sp>
          <p:nvSpPr>
            <p:cNvPr id="35" name="object 35"/>
            <p:cNvSpPr/>
            <p:nvPr/>
          </p:nvSpPr>
          <p:spPr>
            <a:xfrm>
              <a:off x="6706361" y="1884807"/>
              <a:ext cx="3175" cy="269875"/>
            </a:xfrm>
            <a:custGeom>
              <a:avLst/>
              <a:gdLst/>
              <a:ahLst/>
              <a:cxnLst/>
              <a:rect l="l" t="t" r="r" b="b"/>
              <a:pathLst>
                <a:path w="3175" h="269875">
                  <a:moveTo>
                    <a:pt x="2794" y="0"/>
                  </a:moveTo>
                  <a:lnTo>
                    <a:pt x="0" y="3555"/>
                  </a:lnTo>
                  <a:lnTo>
                    <a:pt x="658" y="39123"/>
                  </a:lnTo>
                  <a:lnTo>
                    <a:pt x="969" y="100092"/>
                  </a:lnTo>
                  <a:lnTo>
                    <a:pt x="950" y="169528"/>
                  </a:lnTo>
                  <a:lnTo>
                    <a:pt x="621" y="230497"/>
                  </a:lnTo>
                  <a:lnTo>
                    <a:pt x="0" y="266064"/>
                  </a:lnTo>
                  <a:lnTo>
                    <a:pt x="2794" y="269493"/>
                  </a:lnTo>
                  <a:lnTo>
                    <a:pt x="2794" y="0"/>
                  </a:lnTo>
                  <a:close/>
                </a:path>
              </a:pathLst>
            </a:custGeom>
            <a:solidFill>
              <a:srgbClr val="9F9F9F"/>
            </a:solidFill>
          </p:spPr>
          <p:txBody>
            <a:bodyPr wrap="square" lIns="0" tIns="0" rIns="0" bIns="0" rtlCol="0"/>
            <a:lstStyle/>
            <a:p/>
          </p:txBody>
        </p:sp>
        <p:sp>
          <p:nvSpPr>
            <p:cNvPr id="36" name="object 36"/>
            <p:cNvSpPr/>
            <p:nvPr/>
          </p:nvSpPr>
          <p:spPr>
            <a:xfrm>
              <a:off x="6706361" y="1884844"/>
              <a:ext cx="15240" cy="605155"/>
            </a:xfrm>
            <a:custGeom>
              <a:avLst/>
              <a:gdLst/>
              <a:ahLst/>
              <a:cxnLst/>
              <a:rect l="l" t="t" r="r" b="b"/>
              <a:pathLst>
                <a:path w="15240" h="605155">
                  <a:moveTo>
                    <a:pt x="2794" y="335241"/>
                  </a:moveTo>
                  <a:lnTo>
                    <a:pt x="0" y="338797"/>
                  </a:lnTo>
                  <a:lnTo>
                    <a:pt x="647" y="374370"/>
                  </a:lnTo>
                  <a:lnTo>
                    <a:pt x="965" y="435343"/>
                  </a:lnTo>
                  <a:lnTo>
                    <a:pt x="939" y="504774"/>
                  </a:lnTo>
                  <a:lnTo>
                    <a:pt x="609" y="565746"/>
                  </a:lnTo>
                  <a:lnTo>
                    <a:pt x="0" y="601306"/>
                  </a:lnTo>
                  <a:lnTo>
                    <a:pt x="2794" y="604735"/>
                  </a:lnTo>
                  <a:lnTo>
                    <a:pt x="2794" y="335241"/>
                  </a:lnTo>
                  <a:close/>
                </a:path>
                <a:path w="15240" h="605155">
                  <a:moveTo>
                    <a:pt x="8432" y="335292"/>
                  </a:moveTo>
                  <a:lnTo>
                    <a:pt x="3048" y="335292"/>
                  </a:lnTo>
                  <a:lnTo>
                    <a:pt x="3048" y="604862"/>
                  </a:lnTo>
                  <a:lnTo>
                    <a:pt x="8432" y="604862"/>
                  </a:lnTo>
                  <a:lnTo>
                    <a:pt x="8432" y="335292"/>
                  </a:lnTo>
                  <a:close/>
                </a:path>
                <a:path w="15240" h="605155">
                  <a:moveTo>
                    <a:pt x="14986" y="335292"/>
                  </a:moveTo>
                  <a:lnTo>
                    <a:pt x="9144" y="335292"/>
                  </a:lnTo>
                  <a:lnTo>
                    <a:pt x="9144" y="604862"/>
                  </a:lnTo>
                  <a:lnTo>
                    <a:pt x="14986" y="604862"/>
                  </a:lnTo>
                  <a:lnTo>
                    <a:pt x="14986" y="335292"/>
                  </a:lnTo>
                  <a:close/>
                </a:path>
                <a:path w="15240" h="605155">
                  <a:moveTo>
                    <a:pt x="14986" y="0"/>
                  </a:moveTo>
                  <a:lnTo>
                    <a:pt x="9144" y="0"/>
                  </a:lnTo>
                  <a:lnTo>
                    <a:pt x="9144" y="269582"/>
                  </a:lnTo>
                  <a:lnTo>
                    <a:pt x="14986" y="269582"/>
                  </a:lnTo>
                  <a:lnTo>
                    <a:pt x="14986" y="0"/>
                  </a:lnTo>
                  <a:close/>
                </a:path>
              </a:pathLst>
            </a:custGeom>
            <a:solidFill>
              <a:srgbClr val="FD095F"/>
            </a:solidFill>
          </p:spPr>
          <p:txBody>
            <a:bodyPr wrap="square" lIns="0" tIns="0" rIns="0" bIns="0" rtlCol="0"/>
            <a:lstStyle/>
            <a:p/>
          </p:txBody>
        </p:sp>
        <p:sp>
          <p:nvSpPr>
            <p:cNvPr id="37" name="object 37"/>
            <p:cNvSpPr/>
            <p:nvPr/>
          </p:nvSpPr>
          <p:spPr>
            <a:xfrm>
              <a:off x="6709409" y="1567726"/>
              <a:ext cx="5715" cy="144145"/>
            </a:xfrm>
            <a:custGeom>
              <a:avLst/>
              <a:gdLst/>
              <a:ahLst/>
              <a:cxnLst/>
              <a:rect l="l" t="t" r="r" b="b"/>
              <a:pathLst>
                <a:path w="5715" h="144144">
                  <a:moveTo>
                    <a:pt x="5394" y="0"/>
                  </a:moveTo>
                  <a:lnTo>
                    <a:pt x="0" y="0"/>
                  </a:lnTo>
                  <a:lnTo>
                    <a:pt x="0" y="144106"/>
                  </a:lnTo>
                  <a:lnTo>
                    <a:pt x="5394" y="144106"/>
                  </a:lnTo>
                  <a:lnTo>
                    <a:pt x="5394" y="0"/>
                  </a:lnTo>
                  <a:close/>
                </a:path>
              </a:pathLst>
            </a:custGeom>
            <a:solidFill>
              <a:srgbClr val="3A3A3A"/>
            </a:solidFill>
          </p:spPr>
          <p:txBody>
            <a:bodyPr wrap="square" lIns="0" tIns="0" rIns="0" bIns="0" rtlCol="0"/>
            <a:lstStyle/>
            <a:p/>
          </p:txBody>
        </p:sp>
        <p:sp>
          <p:nvSpPr>
            <p:cNvPr id="38" name="object 38"/>
            <p:cNvSpPr/>
            <p:nvPr/>
          </p:nvSpPr>
          <p:spPr>
            <a:xfrm>
              <a:off x="6706361" y="1567688"/>
              <a:ext cx="3175" cy="144145"/>
            </a:xfrm>
            <a:custGeom>
              <a:avLst/>
              <a:gdLst/>
              <a:ahLst/>
              <a:cxnLst/>
              <a:rect l="l" t="t" r="r" b="b"/>
              <a:pathLst>
                <a:path w="3175" h="144144">
                  <a:moveTo>
                    <a:pt x="2794" y="0"/>
                  </a:moveTo>
                  <a:lnTo>
                    <a:pt x="0" y="3428"/>
                  </a:lnTo>
                  <a:lnTo>
                    <a:pt x="767" y="32843"/>
                  </a:lnTo>
                  <a:lnTo>
                    <a:pt x="1000" y="72056"/>
                  </a:lnTo>
                  <a:lnTo>
                    <a:pt x="732" y="111246"/>
                  </a:lnTo>
                  <a:lnTo>
                    <a:pt x="0" y="140588"/>
                  </a:lnTo>
                  <a:lnTo>
                    <a:pt x="2794" y="144017"/>
                  </a:lnTo>
                  <a:lnTo>
                    <a:pt x="2794" y="0"/>
                  </a:lnTo>
                  <a:close/>
                </a:path>
              </a:pathLst>
            </a:custGeom>
            <a:solidFill>
              <a:srgbClr val="9F9F9F"/>
            </a:solidFill>
          </p:spPr>
          <p:txBody>
            <a:bodyPr wrap="square" lIns="0" tIns="0" rIns="0" bIns="0" rtlCol="0"/>
            <a:lstStyle/>
            <a:p/>
          </p:txBody>
        </p:sp>
        <p:sp>
          <p:nvSpPr>
            <p:cNvPr id="39" name="object 39"/>
            <p:cNvSpPr/>
            <p:nvPr/>
          </p:nvSpPr>
          <p:spPr>
            <a:xfrm>
              <a:off x="6715506" y="1567726"/>
              <a:ext cx="6350" cy="144145"/>
            </a:xfrm>
            <a:custGeom>
              <a:avLst/>
              <a:gdLst/>
              <a:ahLst/>
              <a:cxnLst/>
              <a:rect l="l" t="t" r="r" b="b"/>
              <a:pathLst>
                <a:path w="6350" h="144144">
                  <a:moveTo>
                    <a:pt x="5851" y="0"/>
                  </a:moveTo>
                  <a:lnTo>
                    <a:pt x="0" y="0"/>
                  </a:lnTo>
                  <a:lnTo>
                    <a:pt x="0" y="144106"/>
                  </a:lnTo>
                  <a:lnTo>
                    <a:pt x="5851" y="144106"/>
                  </a:lnTo>
                  <a:lnTo>
                    <a:pt x="5851" y="0"/>
                  </a:lnTo>
                  <a:close/>
                </a:path>
              </a:pathLst>
            </a:custGeom>
            <a:solidFill>
              <a:srgbClr val="FD095F"/>
            </a:solidFill>
          </p:spPr>
          <p:txBody>
            <a:bodyPr wrap="square" lIns="0" tIns="0" rIns="0" bIns="0" rtlCol="0"/>
            <a:lstStyle/>
            <a:p/>
          </p:txBody>
        </p:sp>
        <p:sp>
          <p:nvSpPr>
            <p:cNvPr id="40" name="object 40"/>
            <p:cNvSpPr/>
            <p:nvPr/>
          </p:nvSpPr>
          <p:spPr>
            <a:xfrm>
              <a:off x="7386447" y="1180591"/>
              <a:ext cx="451484" cy="3656329"/>
            </a:xfrm>
            <a:custGeom>
              <a:avLst/>
              <a:gdLst/>
              <a:ahLst/>
              <a:cxnLst/>
              <a:rect l="l" t="t" r="r" b="b"/>
              <a:pathLst>
                <a:path w="451484" h="3656329">
                  <a:moveTo>
                    <a:pt x="332867" y="3655314"/>
                  </a:moveTo>
                  <a:lnTo>
                    <a:pt x="331343" y="3654298"/>
                  </a:lnTo>
                  <a:lnTo>
                    <a:pt x="323596" y="3650488"/>
                  </a:lnTo>
                  <a:lnTo>
                    <a:pt x="322707" y="3649726"/>
                  </a:lnTo>
                  <a:lnTo>
                    <a:pt x="319532" y="3649345"/>
                  </a:lnTo>
                  <a:lnTo>
                    <a:pt x="315976" y="3649345"/>
                  </a:lnTo>
                  <a:lnTo>
                    <a:pt x="137033" y="3649345"/>
                  </a:lnTo>
                  <a:lnTo>
                    <a:pt x="133858" y="3649853"/>
                  </a:lnTo>
                  <a:lnTo>
                    <a:pt x="132969" y="3650488"/>
                  </a:lnTo>
                  <a:lnTo>
                    <a:pt x="125222" y="3654298"/>
                  </a:lnTo>
                  <a:lnTo>
                    <a:pt x="123698" y="3655314"/>
                  </a:lnTo>
                  <a:lnTo>
                    <a:pt x="127635" y="3656330"/>
                  </a:lnTo>
                  <a:lnTo>
                    <a:pt x="329057" y="3656330"/>
                  </a:lnTo>
                  <a:lnTo>
                    <a:pt x="332867" y="3655314"/>
                  </a:lnTo>
                  <a:close/>
                </a:path>
                <a:path w="451484" h="3656329">
                  <a:moveTo>
                    <a:pt x="451231" y="65151"/>
                  </a:moveTo>
                  <a:lnTo>
                    <a:pt x="446100" y="39814"/>
                  </a:lnTo>
                  <a:lnTo>
                    <a:pt x="432117" y="19100"/>
                  </a:lnTo>
                  <a:lnTo>
                    <a:pt x="411365" y="5130"/>
                  </a:lnTo>
                  <a:lnTo>
                    <a:pt x="385953" y="0"/>
                  </a:lnTo>
                  <a:lnTo>
                    <a:pt x="65278" y="0"/>
                  </a:lnTo>
                  <a:lnTo>
                    <a:pt x="39852" y="5130"/>
                  </a:lnTo>
                  <a:lnTo>
                    <a:pt x="19100" y="19100"/>
                  </a:lnTo>
                  <a:lnTo>
                    <a:pt x="5118" y="39814"/>
                  </a:lnTo>
                  <a:lnTo>
                    <a:pt x="0" y="65151"/>
                  </a:lnTo>
                  <a:lnTo>
                    <a:pt x="5118" y="90474"/>
                  </a:lnTo>
                  <a:lnTo>
                    <a:pt x="19113" y="111150"/>
                  </a:lnTo>
                  <a:lnTo>
                    <a:pt x="39852" y="125069"/>
                  </a:lnTo>
                  <a:lnTo>
                    <a:pt x="65278" y="130175"/>
                  </a:lnTo>
                  <a:lnTo>
                    <a:pt x="385953" y="130175"/>
                  </a:lnTo>
                  <a:lnTo>
                    <a:pt x="411276" y="125069"/>
                  </a:lnTo>
                  <a:lnTo>
                    <a:pt x="432041" y="111150"/>
                  </a:lnTo>
                  <a:lnTo>
                    <a:pt x="446062" y="90474"/>
                  </a:lnTo>
                  <a:lnTo>
                    <a:pt x="451231" y="65151"/>
                  </a:lnTo>
                  <a:close/>
                </a:path>
              </a:pathLst>
            </a:custGeom>
            <a:solidFill>
              <a:srgbClr val="000000"/>
            </a:solidFill>
          </p:spPr>
          <p:txBody>
            <a:bodyPr wrap="square" lIns="0" tIns="0" rIns="0" bIns="0" rtlCol="0"/>
            <a:lstStyle/>
            <a:p/>
          </p:txBody>
        </p:sp>
        <p:pic>
          <p:nvPicPr>
            <p:cNvPr id="41" name="object 41"/>
            <p:cNvPicPr/>
            <p:nvPr/>
          </p:nvPicPr>
          <p:blipFill>
            <a:blip r:embed="rId5" cstate="print"/>
            <a:stretch>
              <a:fillRect/>
            </a:stretch>
          </p:blipFill>
          <p:spPr>
            <a:xfrm>
              <a:off x="7725029" y="1217294"/>
              <a:ext cx="59690" cy="57022"/>
            </a:xfrm>
            <a:prstGeom prst="rect">
              <a:avLst/>
            </a:prstGeom>
          </p:spPr>
        </p:pic>
        <p:sp>
          <p:nvSpPr>
            <p:cNvPr id="42" name="object 42"/>
            <p:cNvSpPr/>
            <p:nvPr/>
          </p:nvSpPr>
          <p:spPr>
            <a:xfrm>
              <a:off x="7739633" y="1229741"/>
              <a:ext cx="31115" cy="33655"/>
            </a:xfrm>
            <a:custGeom>
              <a:avLst/>
              <a:gdLst/>
              <a:ahLst/>
              <a:cxnLst/>
              <a:rect l="l" t="t" r="r" b="b"/>
              <a:pathLst>
                <a:path w="31115" h="33655">
                  <a:moveTo>
                    <a:pt x="24130" y="0"/>
                  </a:moveTo>
                  <a:lnTo>
                    <a:pt x="6985" y="0"/>
                  </a:lnTo>
                  <a:lnTo>
                    <a:pt x="0" y="7493"/>
                  </a:lnTo>
                  <a:lnTo>
                    <a:pt x="0" y="26035"/>
                  </a:lnTo>
                  <a:lnTo>
                    <a:pt x="6985" y="33655"/>
                  </a:lnTo>
                  <a:lnTo>
                    <a:pt x="24130" y="33655"/>
                  </a:lnTo>
                  <a:lnTo>
                    <a:pt x="31115" y="26035"/>
                  </a:lnTo>
                  <a:lnTo>
                    <a:pt x="31115" y="16763"/>
                  </a:lnTo>
                  <a:lnTo>
                    <a:pt x="31115" y="7493"/>
                  </a:lnTo>
                  <a:lnTo>
                    <a:pt x="24130" y="0"/>
                  </a:lnTo>
                  <a:close/>
                </a:path>
              </a:pathLst>
            </a:custGeom>
            <a:solidFill>
              <a:srgbClr val="0A121C"/>
            </a:solidFill>
          </p:spPr>
          <p:txBody>
            <a:bodyPr wrap="square" lIns="0" tIns="0" rIns="0" bIns="0" rtlCol="0"/>
            <a:lstStyle/>
            <a:p/>
          </p:txBody>
        </p:sp>
        <p:sp>
          <p:nvSpPr>
            <p:cNvPr id="43" name="object 43"/>
            <p:cNvSpPr/>
            <p:nvPr/>
          </p:nvSpPr>
          <p:spPr>
            <a:xfrm>
              <a:off x="7740142" y="1232153"/>
              <a:ext cx="29845" cy="27305"/>
            </a:xfrm>
            <a:custGeom>
              <a:avLst/>
              <a:gdLst/>
              <a:ahLst/>
              <a:cxnLst/>
              <a:rect l="l" t="t" r="r" b="b"/>
              <a:pathLst>
                <a:path w="29845" h="27305">
                  <a:moveTo>
                    <a:pt x="29591" y="6096"/>
                  </a:moveTo>
                  <a:lnTo>
                    <a:pt x="22987" y="0"/>
                  </a:lnTo>
                  <a:lnTo>
                    <a:pt x="6604" y="0"/>
                  </a:lnTo>
                  <a:lnTo>
                    <a:pt x="0" y="6096"/>
                  </a:lnTo>
                  <a:lnTo>
                    <a:pt x="0" y="21209"/>
                  </a:lnTo>
                  <a:lnTo>
                    <a:pt x="6731" y="27305"/>
                  </a:lnTo>
                  <a:lnTo>
                    <a:pt x="22987" y="27305"/>
                  </a:lnTo>
                  <a:lnTo>
                    <a:pt x="29591" y="21082"/>
                  </a:lnTo>
                  <a:lnTo>
                    <a:pt x="29591" y="13589"/>
                  </a:lnTo>
                  <a:lnTo>
                    <a:pt x="29591" y="6096"/>
                  </a:lnTo>
                  <a:close/>
                </a:path>
              </a:pathLst>
            </a:custGeom>
            <a:solidFill>
              <a:srgbClr val="221F1F"/>
            </a:solidFill>
          </p:spPr>
          <p:txBody>
            <a:bodyPr wrap="square" lIns="0" tIns="0" rIns="0" bIns="0" rtlCol="0"/>
            <a:lstStyle/>
            <a:p/>
          </p:txBody>
        </p:sp>
        <p:sp>
          <p:nvSpPr>
            <p:cNvPr id="44" name="object 44"/>
            <p:cNvSpPr/>
            <p:nvPr/>
          </p:nvSpPr>
          <p:spPr>
            <a:xfrm>
              <a:off x="7757921" y="1247394"/>
              <a:ext cx="10160" cy="10160"/>
            </a:xfrm>
            <a:custGeom>
              <a:avLst/>
              <a:gdLst/>
              <a:ahLst/>
              <a:cxnLst/>
              <a:rect l="l" t="t" r="r" b="b"/>
              <a:pathLst>
                <a:path w="10159" h="10159">
                  <a:moveTo>
                    <a:pt x="7493" y="0"/>
                  </a:moveTo>
                  <a:lnTo>
                    <a:pt x="2158" y="0"/>
                  </a:lnTo>
                  <a:lnTo>
                    <a:pt x="0" y="2158"/>
                  </a:lnTo>
                  <a:lnTo>
                    <a:pt x="0" y="7492"/>
                  </a:lnTo>
                  <a:lnTo>
                    <a:pt x="2158" y="9651"/>
                  </a:lnTo>
                  <a:lnTo>
                    <a:pt x="7493" y="9651"/>
                  </a:lnTo>
                  <a:lnTo>
                    <a:pt x="9651" y="7492"/>
                  </a:lnTo>
                  <a:lnTo>
                    <a:pt x="9651" y="4825"/>
                  </a:lnTo>
                  <a:lnTo>
                    <a:pt x="9651" y="2158"/>
                  </a:lnTo>
                  <a:lnTo>
                    <a:pt x="7493" y="0"/>
                  </a:lnTo>
                  <a:close/>
                </a:path>
              </a:pathLst>
            </a:custGeom>
            <a:solidFill>
              <a:srgbClr val="CCCCCC"/>
            </a:solidFill>
          </p:spPr>
          <p:txBody>
            <a:bodyPr wrap="square" lIns="0" tIns="0" rIns="0" bIns="0" rtlCol="0"/>
            <a:lstStyle/>
            <a:p/>
          </p:txBody>
        </p:sp>
        <p:sp>
          <p:nvSpPr>
            <p:cNvPr id="45" name="object 45"/>
            <p:cNvSpPr/>
            <p:nvPr/>
          </p:nvSpPr>
          <p:spPr>
            <a:xfrm>
              <a:off x="9596247" y="1083182"/>
              <a:ext cx="1789430" cy="3733800"/>
            </a:xfrm>
            <a:custGeom>
              <a:avLst/>
              <a:gdLst/>
              <a:ahLst/>
              <a:cxnLst/>
              <a:rect l="l" t="t" r="r" b="b"/>
              <a:pathLst>
                <a:path w="1789429" h="3733800">
                  <a:moveTo>
                    <a:pt x="1789176" y="253111"/>
                  </a:moveTo>
                  <a:lnTo>
                    <a:pt x="1785086" y="207606"/>
                  </a:lnTo>
                  <a:lnTo>
                    <a:pt x="1773326" y="164782"/>
                  </a:lnTo>
                  <a:lnTo>
                    <a:pt x="1764411" y="146024"/>
                  </a:lnTo>
                  <a:lnTo>
                    <a:pt x="1764411" y="261874"/>
                  </a:lnTo>
                  <a:lnTo>
                    <a:pt x="1764411" y="3473196"/>
                  </a:lnTo>
                  <a:lnTo>
                    <a:pt x="1759712" y="3519767"/>
                  </a:lnTo>
                  <a:lnTo>
                    <a:pt x="1745869" y="3564318"/>
                  </a:lnTo>
                  <a:lnTo>
                    <a:pt x="1723974" y="3604628"/>
                  </a:lnTo>
                  <a:lnTo>
                    <a:pt x="1694980" y="3639769"/>
                  </a:lnTo>
                  <a:lnTo>
                    <a:pt x="1659839" y="3668750"/>
                  </a:lnTo>
                  <a:lnTo>
                    <a:pt x="1619491" y="3690632"/>
                  </a:lnTo>
                  <a:lnTo>
                    <a:pt x="1574914" y="3704475"/>
                  </a:lnTo>
                  <a:lnTo>
                    <a:pt x="1527048" y="3709289"/>
                  </a:lnTo>
                  <a:lnTo>
                    <a:pt x="262001" y="3709289"/>
                  </a:lnTo>
                  <a:lnTo>
                    <a:pt x="214160" y="3704475"/>
                  </a:lnTo>
                  <a:lnTo>
                    <a:pt x="169595" y="3690632"/>
                  </a:lnTo>
                  <a:lnTo>
                    <a:pt x="129260" y="3668750"/>
                  </a:lnTo>
                  <a:lnTo>
                    <a:pt x="94107" y="3639769"/>
                  </a:lnTo>
                  <a:lnTo>
                    <a:pt x="65087" y="3604628"/>
                  </a:lnTo>
                  <a:lnTo>
                    <a:pt x="43180" y="3564318"/>
                  </a:lnTo>
                  <a:lnTo>
                    <a:pt x="29337" y="3519767"/>
                  </a:lnTo>
                  <a:lnTo>
                    <a:pt x="29286" y="3519309"/>
                  </a:lnTo>
                  <a:lnTo>
                    <a:pt x="43040" y="3563556"/>
                  </a:lnTo>
                  <a:lnTo>
                    <a:pt x="64922" y="3603866"/>
                  </a:lnTo>
                  <a:lnTo>
                    <a:pt x="93916" y="3639007"/>
                  </a:lnTo>
                  <a:lnTo>
                    <a:pt x="129044" y="3667988"/>
                  </a:lnTo>
                  <a:lnTo>
                    <a:pt x="169354" y="3689870"/>
                  </a:lnTo>
                  <a:lnTo>
                    <a:pt x="213906" y="3703713"/>
                  </a:lnTo>
                  <a:lnTo>
                    <a:pt x="261747" y="3708527"/>
                  </a:lnTo>
                  <a:lnTo>
                    <a:pt x="1526286" y="3708527"/>
                  </a:lnTo>
                  <a:lnTo>
                    <a:pt x="1574114" y="3703713"/>
                  </a:lnTo>
                  <a:lnTo>
                    <a:pt x="1598244" y="3696208"/>
                  </a:lnTo>
                  <a:lnTo>
                    <a:pt x="1618665" y="3689870"/>
                  </a:lnTo>
                  <a:lnTo>
                    <a:pt x="1658975" y="3667988"/>
                  </a:lnTo>
                  <a:lnTo>
                    <a:pt x="1694116" y="3639007"/>
                  </a:lnTo>
                  <a:lnTo>
                    <a:pt x="1723097" y="3603866"/>
                  </a:lnTo>
                  <a:lnTo>
                    <a:pt x="1744980" y="3563556"/>
                  </a:lnTo>
                  <a:lnTo>
                    <a:pt x="1758823" y="3519005"/>
                  </a:lnTo>
                  <a:lnTo>
                    <a:pt x="1763649" y="3471164"/>
                  </a:lnTo>
                  <a:lnTo>
                    <a:pt x="1763649" y="261747"/>
                  </a:lnTo>
                  <a:lnTo>
                    <a:pt x="1758823" y="213918"/>
                  </a:lnTo>
                  <a:lnTo>
                    <a:pt x="1751457" y="190220"/>
                  </a:lnTo>
                  <a:lnTo>
                    <a:pt x="1751457" y="268859"/>
                  </a:lnTo>
                  <a:lnTo>
                    <a:pt x="1751330" y="3464052"/>
                  </a:lnTo>
                  <a:lnTo>
                    <a:pt x="1746605" y="3510864"/>
                  </a:lnTo>
                  <a:lnTo>
                    <a:pt x="1733067" y="3554450"/>
                  </a:lnTo>
                  <a:lnTo>
                    <a:pt x="1711655" y="3593884"/>
                  </a:lnTo>
                  <a:lnTo>
                    <a:pt x="1683283" y="3628237"/>
                  </a:lnTo>
                  <a:lnTo>
                    <a:pt x="1648904" y="3656584"/>
                  </a:lnTo>
                  <a:lnTo>
                    <a:pt x="1609445" y="3677983"/>
                  </a:lnTo>
                  <a:lnTo>
                    <a:pt x="1565846" y="3691496"/>
                  </a:lnTo>
                  <a:lnTo>
                    <a:pt x="1519047" y="3696208"/>
                  </a:lnTo>
                  <a:lnTo>
                    <a:pt x="268859" y="3696208"/>
                  </a:lnTo>
                  <a:lnTo>
                    <a:pt x="222046" y="3691496"/>
                  </a:lnTo>
                  <a:lnTo>
                    <a:pt x="178447" y="3677983"/>
                  </a:lnTo>
                  <a:lnTo>
                    <a:pt x="138988" y="3656584"/>
                  </a:lnTo>
                  <a:lnTo>
                    <a:pt x="104609" y="3628237"/>
                  </a:lnTo>
                  <a:lnTo>
                    <a:pt x="76238" y="3593884"/>
                  </a:lnTo>
                  <a:lnTo>
                    <a:pt x="54825" y="3554450"/>
                  </a:lnTo>
                  <a:lnTo>
                    <a:pt x="41287" y="3510864"/>
                  </a:lnTo>
                  <a:lnTo>
                    <a:pt x="36576" y="3464052"/>
                  </a:lnTo>
                  <a:lnTo>
                    <a:pt x="36576" y="268859"/>
                  </a:lnTo>
                  <a:lnTo>
                    <a:pt x="41287" y="222097"/>
                  </a:lnTo>
                  <a:lnTo>
                    <a:pt x="54813" y="178536"/>
                  </a:lnTo>
                  <a:lnTo>
                    <a:pt x="76212" y="139103"/>
                  </a:lnTo>
                  <a:lnTo>
                    <a:pt x="104571" y="104736"/>
                  </a:lnTo>
                  <a:lnTo>
                    <a:pt x="138950" y="76377"/>
                  </a:lnTo>
                  <a:lnTo>
                    <a:pt x="178409" y="54965"/>
                  </a:lnTo>
                  <a:lnTo>
                    <a:pt x="222021" y="41427"/>
                  </a:lnTo>
                  <a:lnTo>
                    <a:pt x="268859" y="36703"/>
                  </a:lnTo>
                  <a:lnTo>
                    <a:pt x="1519174" y="36703"/>
                  </a:lnTo>
                  <a:lnTo>
                    <a:pt x="1565973" y="41427"/>
                  </a:lnTo>
                  <a:lnTo>
                    <a:pt x="1609572" y="54965"/>
                  </a:lnTo>
                  <a:lnTo>
                    <a:pt x="1649031" y="76377"/>
                  </a:lnTo>
                  <a:lnTo>
                    <a:pt x="1683410" y="104736"/>
                  </a:lnTo>
                  <a:lnTo>
                    <a:pt x="1711782" y="139103"/>
                  </a:lnTo>
                  <a:lnTo>
                    <a:pt x="1733194" y="178536"/>
                  </a:lnTo>
                  <a:lnTo>
                    <a:pt x="1746732" y="222097"/>
                  </a:lnTo>
                  <a:lnTo>
                    <a:pt x="1751457" y="268859"/>
                  </a:lnTo>
                  <a:lnTo>
                    <a:pt x="1751457" y="190220"/>
                  </a:lnTo>
                  <a:lnTo>
                    <a:pt x="1723097" y="129057"/>
                  </a:lnTo>
                  <a:lnTo>
                    <a:pt x="1694116" y="93916"/>
                  </a:lnTo>
                  <a:lnTo>
                    <a:pt x="1658975" y="64935"/>
                  </a:lnTo>
                  <a:lnTo>
                    <a:pt x="1618665" y="43053"/>
                  </a:lnTo>
                  <a:lnTo>
                    <a:pt x="1574342" y="29286"/>
                  </a:lnTo>
                  <a:lnTo>
                    <a:pt x="1574876" y="29337"/>
                  </a:lnTo>
                  <a:lnTo>
                    <a:pt x="1619427" y="43180"/>
                  </a:lnTo>
                  <a:lnTo>
                    <a:pt x="1659737" y="65062"/>
                  </a:lnTo>
                  <a:lnTo>
                    <a:pt x="1694865" y="94056"/>
                  </a:lnTo>
                  <a:lnTo>
                    <a:pt x="1723859" y="129184"/>
                  </a:lnTo>
                  <a:lnTo>
                    <a:pt x="1745742" y="169494"/>
                  </a:lnTo>
                  <a:lnTo>
                    <a:pt x="1759585" y="214045"/>
                  </a:lnTo>
                  <a:lnTo>
                    <a:pt x="1764411" y="261874"/>
                  </a:lnTo>
                  <a:lnTo>
                    <a:pt x="1764411" y="146024"/>
                  </a:lnTo>
                  <a:lnTo>
                    <a:pt x="1729600" y="90030"/>
                  </a:lnTo>
                  <a:lnTo>
                    <a:pt x="1699082" y="59524"/>
                  </a:lnTo>
                  <a:lnTo>
                    <a:pt x="1663725" y="34556"/>
                  </a:lnTo>
                  <a:lnTo>
                    <a:pt x="1624279" y="15836"/>
                  </a:lnTo>
                  <a:lnTo>
                    <a:pt x="1581442" y="4089"/>
                  </a:lnTo>
                  <a:lnTo>
                    <a:pt x="1535938" y="0"/>
                  </a:lnTo>
                  <a:lnTo>
                    <a:pt x="253111" y="0"/>
                  </a:lnTo>
                  <a:lnTo>
                    <a:pt x="207632" y="4089"/>
                  </a:lnTo>
                  <a:lnTo>
                    <a:pt x="164820" y="15836"/>
                  </a:lnTo>
                  <a:lnTo>
                    <a:pt x="125399" y="34556"/>
                  </a:lnTo>
                  <a:lnTo>
                    <a:pt x="90068" y="59524"/>
                  </a:lnTo>
                  <a:lnTo>
                    <a:pt x="59550" y="90030"/>
                  </a:lnTo>
                  <a:lnTo>
                    <a:pt x="34569" y="125349"/>
                  </a:lnTo>
                  <a:lnTo>
                    <a:pt x="15836" y="164782"/>
                  </a:lnTo>
                  <a:lnTo>
                    <a:pt x="4076" y="207606"/>
                  </a:lnTo>
                  <a:lnTo>
                    <a:pt x="0" y="253111"/>
                  </a:lnTo>
                  <a:lnTo>
                    <a:pt x="0" y="3480816"/>
                  </a:lnTo>
                  <a:lnTo>
                    <a:pt x="4076" y="3526294"/>
                  </a:lnTo>
                  <a:lnTo>
                    <a:pt x="15836" y="3569093"/>
                  </a:lnTo>
                  <a:lnTo>
                    <a:pt x="34569" y="3608501"/>
                  </a:lnTo>
                  <a:lnTo>
                    <a:pt x="59550" y="3643807"/>
                  </a:lnTo>
                  <a:lnTo>
                    <a:pt x="90068" y="3674300"/>
                  </a:lnTo>
                  <a:lnTo>
                    <a:pt x="125399" y="3699268"/>
                  </a:lnTo>
                  <a:lnTo>
                    <a:pt x="164820" y="3717975"/>
                  </a:lnTo>
                  <a:lnTo>
                    <a:pt x="207632" y="3729736"/>
                  </a:lnTo>
                  <a:lnTo>
                    <a:pt x="253111" y="3733800"/>
                  </a:lnTo>
                  <a:lnTo>
                    <a:pt x="1535938" y="3733800"/>
                  </a:lnTo>
                  <a:lnTo>
                    <a:pt x="1581442" y="3729736"/>
                  </a:lnTo>
                  <a:lnTo>
                    <a:pt x="1624279" y="3717975"/>
                  </a:lnTo>
                  <a:lnTo>
                    <a:pt x="1642579" y="3709289"/>
                  </a:lnTo>
                  <a:lnTo>
                    <a:pt x="1663725" y="3699268"/>
                  </a:lnTo>
                  <a:lnTo>
                    <a:pt x="1699082" y="3674300"/>
                  </a:lnTo>
                  <a:lnTo>
                    <a:pt x="1729600" y="3643807"/>
                  </a:lnTo>
                  <a:lnTo>
                    <a:pt x="1754593" y="3608501"/>
                  </a:lnTo>
                  <a:lnTo>
                    <a:pt x="1773326" y="3569093"/>
                  </a:lnTo>
                  <a:lnTo>
                    <a:pt x="1785086" y="3526294"/>
                  </a:lnTo>
                  <a:lnTo>
                    <a:pt x="1789176" y="3480816"/>
                  </a:lnTo>
                  <a:lnTo>
                    <a:pt x="1789176" y="253111"/>
                  </a:lnTo>
                  <a:close/>
                </a:path>
              </a:pathLst>
            </a:custGeom>
            <a:solidFill>
              <a:srgbClr val="FD095F"/>
            </a:solidFill>
          </p:spPr>
          <p:txBody>
            <a:bodyPr wrap="square" lIns="0" tIns="0" rIns="0" bIns="0" rtlCol="0"/>
            <a:lstStyle/>
            <a:p/>
          </p:txBody>
        </p:sp>
        <p:sp>
          <p:nvSpPr>
            <p:cNvPr id="46" name="object 46"/>
            <p:cNvSpPr/>
            <p:nvPr/>
          </p:nvSpPr>
          <p:spPr>
            <a:xfrm>
              <a:off x="9620631" y="1107566"/>
              <a:ext cx="1741805" cy="3686810"/>
            </a:xfrm>
            <a:custGeom>
              <a:avLst/>
              <a:gdLst/>
              <a:ahLst/>
              <a:cxnLst/>
              <a:rect l="l" t="t" r="r" b="b"/>
              <a:pathLst>
                <a:path w="1741804" h="3686810">
                  <a:moveTo>
                    <a:pt x="1503172" y="0"/>
                  </a:moveTo>
                  <a:lnTo>
                    <a:pt x="238505" y="0"/>
                  </a:lnTo>
                  <a:lnTo>
                    <a:pt x="190476" y="4857"/>
                  </a:lnTo>
                  <a:lnTo>
                    <a:pt x="145714" y="18782"/>
                  </a:lnTo>
                  <a:lnTo>
                    <a:pt x="105187" y="40806"/>
                  </a:lnTo>
                  <a:lnTo>
                    <a:pt x="69865" y="69961"/>
                  </a:lnTo>
                  <a:lnTo>
                    <a:pt x="40717" y="105277"/>
                  </a:lnTo>
                  <a:lnTo>
                    <a:pt x="18710" y="145786"/>
                  </a:lnTo>
                  <a:lnTo>
                    <a:pt x="4815" y="190518"/>
                  </a:lnTo>
                  <a:lnTo>
                    <a:pt x="0" y="238506"/>
                  </a:lnTo>
                  <a:lnTo>
                    <a:pt x="0" y="3448050"/>
                  </a:lnTo>
                  <a:lnTo>
                    <a:pt x="4805" y="3495611"/>
                  </a:lnTo>
                  <a:lnTo>
                    <a:pt x="18764" y="3540823"/>
                  </a:lnTo>
                  <a:lnTo>
                    <a:pt x="40772" y="3581334"/>
                  </a:lnTo>
                  <a:lnTo>
                    <a:pt x="69913" y="3616642"/>
                  </a:lnTo>
                  <a:lnTo>
                    <a:pt x="105221" y="3645783"/>
                  </a:lnTo>
                  <a:lnTo>
                    <a:pt x="145732" y="3667791"/>
                  </a:lnTo>
                  <a:lnTo>
                    <a:pt x="190482" y="3681704"/>
                  </a:lnTo>
                  <a:lnTo>
                    <a:pt x="238505" y="3686556"/>
                  </a:lnTo>
                  <a:lnTo>
                    <a:pt x="1503172" y="3686556"/>
                  </a:lnTo>
                  <a:lnTo>
                    <a:pt x="1525773" y="3684270"/>
                  </a:lnTo>
                  <a:lnTo>
                    <a:pt x="238378" y="3684270"/>
                  </a:lnTo>
                  <a:lnTo>
                    <a:pt x="190911" y="3679464"/>
                  </a:lnTo>
                  <a:lnTo>
                    <a:pt x="146629" y="3665684"/>
                  </a:lnTo>
                  <a:lnTo>
                    <a:pt x="106533" y="3643885"/>
                  </a:lnTo>
                  <a:lnTo>
                    <a:pt x="71574" y="3615023"/>
                  </a:lnTo>
                  <a:lnTo>
                    <a:pt x="42709" y="3580053"/>
                  </a:lnTo>
                  <a:lnTo>
                    <a:pt x="20898" y="3539930"/>
                  </a:lnTo>
                  <a:lnTo>
                    <a:pt x="7102" y="3495611"/>
                  </a:lnTo>
                  <a:lnTo>
                    <a:pt x="2286" y="3448050"/>
                  </a:lnTo>
                  <a:lnTo>
                    <a:pt x="12911" y="3448050"/>
                  </a:lnTo>
                  <a:lnTo>
                    <a:pt x="2286" y="3447923"/>
                  </a:lnTo>
                  <a:lnTo>
                    <a:pt x="2286" y="3440938"/>
                  </a:lnTo>
                  <a:lnTo>
                    <a:pt x="12192" y="3440938"/>
                  </a:lnTo>
                  <a:lnTo>
                    <a:pt x="2286" y="3440811"/>
                  </a:lnTo>
                  <a:lnTo>
                    <a:pt x="2286" y="238506"/>
                  </a:lnTo>
                  <a:lnTo>
                    <a:pt x="7096" y="191028"/>
                  </a:lnTo>
                  <a:lnTo>
                    <a:pt x="20883" y="146772"/>
                  </a:lnTo>
                  <a:lnTo>
                    <a:pt x="42682" y="106694"/>
                  </a:lnTo>
                  <a:lnTo>
                    <a:pt x="71527" y="71754"/>
                  </a:lnTo>
                  <a:lnTo>
                    <a:pt x="106453" y="42911"/>
                  </a:lnTo>
                  <a:lnTo>
                    <a:pt x="146481" y="21121"/>
                  </a:lnTo>
                  <a:lnTo>
                    <a:pt x="146334" y="21121"/>
                  </a:lnTo>
                  <a:lnTo>
                    <a:pt x="190591" y="7345"/>
                  </a:lnTo>
                  <a:lnTo>
                    <a:pt x="189780" y="7345"/>
                  </a:lnTo>
                  <a:lnTo>
                    <a:pt x="237251" y="2540"/>
                  </a:lnTo>
                  <a:lnTo>
                    <a:pt x="1528313" y="2540"/>
                  </a:lnTo>
                  <a:lnTo>
                    <a:pt x="1503172" y="0"/>
                  </a:lnTo>
                  <a:close/>
                </a:path>
                <a:path w="1741804" h="3686810">
                  <a:moveTo>
                    <a:pt x="1741665" y="3448050"/>
                  </a:moveTo>
                  <a:lnTo>
                    <a:pt x="1739138" y="3448050"/>
                  </a:lnTo>
                  <a:lnTo>
                    <a:pt x="1734332" y="3495611"/>
                  </a:lnTo>
                  <a:lnTo>
                    <a:pt x="1720554" y="3539930"/>
                  </a:lnTo>
                  <a:lnTo>
                    <a:pt x="1698760" y="3580053"/>
                  </a:lnTo>
                  <a:lnTo>
                    <a:pt x="1669907" y="3615023"/>
                  </a:lnTo>
                  <a:lnTo>
                    <a:pt x="1634952" y="3643885"/>
                  </a:lnTo>
                  <a:lnTo>
                    <a:pt x="1594852" y="3665684"/>
                  </a:lnTo>
                  <a:lnTo>
                    <a:pt x="1550564" y="3679464"/>
                  </a:lnTo>
                  <a:lnTo>
                    <a:pt x="1503045" y="3684270"/>
                  </a:lnTo>
                  <a:lnTo>
                    <a:pt x="1525773" y="3684270"/>
                  </a:lnTo>
                  <a:lnTo>
                    <a:pt x="1595881" y="3667791"/>
                  </a:lnTo>
                  <a:lnTo>
                    <a:pt x="1636382" y="3645783"/>
                  </a:lnTo>
                  <a:lnTo>
                    <a:pt x="1671687" y="3616642"/>
                  </a:lnTo>
                  <a:lnTo>
                    <a:pt x="1700833" y="3581334"/>
                  </a:lnTo>
                  <a:lnTo>
                    <a:pt x="1722855" y="3540823"/>
                  </a:lnTo>
                  <a:lnTo>
                    <a:pt x="1736788" y="3496073"/>
                  </a:lnTo>
                  <a:lnTo>
                    <a:pt x="1736860" y="3495611"/>
                  </a:lnTo>
                  <a:lnTo>
                    <a:pt x="1741665" y="3448050"/>
                  </a:lnTo>
                  <a:close/>
                </a:path>
                <a:path w="1741804" h="3686810">
                  <a:moveTo>
                    <a:pt x="15336" y="3448050"/>
                  </a:moveTo>
                  <a:lnTo>
                    <a:pt x="12911" y="3448050"/>
                  </a:lnTo>
                  <a:lnTo>
                    <a:pt x="16880" y="3487309"/>
                  </a:lnTo>
                  <a:lnTo>
                    <a:pt x="30555" y="3531665"/>
                  </a:lnTo>
                  <a:lnTo>
                    <a:pt x="52094" y="3571291"/>
                  </a:lnTo>
                  <a:lnTo>
                    <a:pt x="80613" y="3605831"/>
                  </a:lnTo>
                  <a:lnTo>
                    <a:pt x="115168" y="3634341"/>
                  </a:lnTo>
                  <a:lnTo>
                    <a:pt x="154816" y="3655875"/>
                  </a:lnTo>
                  <a:lnTo>
                    <a:pt x="198614" y="3669489"/>
                  </a:lnTo>
                  <a:lnTo>
                    <a:pt x="245618" y="3674237"/>
                  </a:lnTo>
                  <a:lnTo>
                    <a:pt x="1495933" y="3674237"/>
                  </a:lnTo>
                  <a:lnTo>
                    <a:pt x="1519801" y="3671824"/>
                  </a:lnTo>
                  <a:lnTo>
                    <a:pt x="245618" y="3671824"/>
                  </a:lnTo>
                  <a:lnTo>
                    <a:pt x="199119" y="3667122"/>
                  </a:lnTo>
                  <a:lnTo>
                    <a:pt x="155783" y="3653641"/>
                  </a:lnTo>
                  <a:lnTo>
                    <a:pt x="116546" y="3632316"/>
                  </a:lnTo>
                  <a:lnTo>
                    <a:pt x="82343" y="3604085"/>
                  </a:lnTo>
                  <a:lnTo>
                    <a:pt x="54112" y="3569882"/>
                  </a:lnTo>
                  <a:lnTo>
                    <a:pt x="32787" y="3530645"/>
                  </a:lnTo>
                  <a:lnTo>
                    <a:pt x="19306" y="3487309"/>
                  </a:lnTo>
                  <a:lnTo>
                    <a:pt x="15336" y="3448050"/>
                  </a:lnTo>
                  <a:close/>
                </a:path>
                <a:path w="1741804" h="3686810">
                  <a:moveTo>
                    <a:pt x="1728626" y="3448050"/>
                  </a:moveTo>
                  <a:lnTo>
                    <a:pt x="1726214" y="3448050"/>
                  </a:lnTo>
                  <a:lnTo>
                    <a:pt x="1722244" y="3487309"/>
                  </a:lnTo>
                  <a:lnTo>
                    <a:pt x="1708763" y="3530645"/>
                  </a:lnTo>
                  <a:lnTo>
                    <a:pt x="1687438" y="3569882"/>
                  </a:lnTo>
                  <a:lnTo>
                    <a:pt x="1659207" y="3604085"/>
                  </a:lnTo>
                  <a:lnTo>
                    <a:pt x="1625004" y="3632316"/>
                  </a:lnTo>
                  <a:lnTo>
                    <a:pt x="1585767" y="3653641"/>
                  </a:lnTo>
                  <a:lnTo>
                    <a:pt x="1542431" y="3667122"/>
                  </a:lnTo>
                  <a:lnTo>
                    <a:pt x="1495933" y="3671824"/>
                  </a:lnTo>
                  <a:lnTo>
                    <a:pt x="1519801" y="3671824"/>
                  </a:lnTo>
                  <a:lnTo>
                    <a:pt x="1586674" y="3655875"/>
                  </a:lnTo>
                  <a:lnTo>
                    <a:pt x="1626314" y="3634341"/>
                  </a:lnTo>
                  <a:lnTo>
                    <a:pt x="1660870" y="3605831"/>
                  </a:lnTo>
                  <a:lnTo>
                    <a:pt x="1689397" y="3571291"/>
                  </a:lnTo>
                  <a:lnTo>
                    <a:pt x="1710948" y="3531665"/>
                  </a:lnTo>
                  <a:lnTo>
                    <a:pt x="1724579" y="3487899"/>
                  </a:lnTo>
                  <a:lnTo>
                    <a:pt x="1724656" y="3487309"/>
                  </a:lnTo>
                  <a:lnTo>
                    <a:pt x="1728626" y="3448050"/>
                  </a:lnTo>
                  <a:close/>
                </a:path>
                <a:path w="1741804" h="3686810">
                  <a:moveTo>
                    <a:pt x="1726226" y="3447923"/>
                  </a:moveTo>
                  <a:lnTo>
                    <a:pt x="15324" y="3447923"/>
                  </a:lnTo>
                  <a:lnTo>
                    <a:pt x="1726214" y="3448050"/>
                  </a:lnTo>
                  <a:close/>
                </a:path>
                <a:path w="1741804" h="3686810">
                  <a:moveTo>
                    <a:pt x="1739138" y="3447923"/>
                  </a:moveTo>
                  <a:lnTo>
                    <a:pt x="1728639" y="3447923"/>
                  </a:lnTo>
                  <a:lnTo>
                    <a:pt x="1739138" y="3448050"/>
                  </a:lnTo>
                  <a:close/>
                </a:path>
                <a:path w="1741804" h="3686810">
                  <a:moveTo>
                    <a:pt x="14617" y="3440938"/>
                  </a:moveTo>
                  <a:lnTo>
                    <a:pt x="12192" y="3440938"/>
                  </a:lnTo>
                  <a:lnTo>
                    <a:pt x="12898" y="3447923"/>
                  </a:lnTo>
                  <a:lnTo>
                    <a:pt x="15324" y="3447923"/>
                  </a:lnTo>
                  <a:lnTo>
                    <a:pt x="14617" y="3440938"/>
                  </a:lnTo>
                  <a:close/>
                </a:path>
                <a:path w="1741804" h="3686810">
                  <a:moveTo>
                    <a:pt x="1729346" y="3440938"/>
                  </a:moveTo>
                  <a:lnTo>
                    <a:pt x="1726933" y="3440938"/>
                  </a:lnTo>
                  <a:lnTo>
                    <a:pt x="1726226" y="3447923"/>
                  </a:lnTo>
                  <a:lnTo>
                    <a:pt x="1728639" y="3447923"/>
                  </a:lnTo>
                  <a:lnTo>
                    <a:pt x="1729346" y="3440938"/>
                  </a:lnTo>
                  <a:close/>
                </a:path>
                <a:path w="1741804" h="3686810">
                  <a:moveTo>
                    <a:pt x="1741677" y="3440938"/>
                  </a:moveTo>
                  <a:lnTo>
                    <a:pt x="1739138" y="3440938"/>
                  </a:lnTo>
                  <a:lnTo>
                    <a:pt x="1739138" y="3447923"/>
                  </a:lnTo>
                  <a:lnTo>
                    <a:pt x="1741677" y="3447923"/>
                  </a:lnTo>
                  <a:lnTo>
                    <a:pt x="1741677" y="3440938"/>
                  </a:lnTo>
                  <a:close/>
                </a:path>
                <a:path w="1741804" h="3686810">
                  <a:moveTo>
                    <a:pt x="1726946" y="3440811"/>
                  </a:moveTo>
                  <a:lnTo>
                    <a:pt x="14604" y="3440811"/>
                  </a:lnTo>
                  <a:lnTo>
                    <a:pt x="14617" y="3440938"/>
                  </a:lnTo>
                  <a:lnTo>
                    <a:pt x="1726933" y="3440938"/>
                  </a:lnTo>
                  <a:lnTo>
                    <a:pt x="1726946" y="3440811"/>
                  </a:lnTo>
                  <a:close/>
                </a:path>
                <a:path w="1741804" h="3686810">
                  <a:moveTo>
                    <a:pt x="1739138" y="3440811"/>
                  </a:moveTo>
                  <a:lnTo>
                    <a:pt x="1729359" y="3440811"/>
                  </a:lnTo>
                  <a:lnTo>
                    <a:pt x="1729346" y="3440938"/>
                  </a:lnTo>
                  <a:lnTo>
                    <a:pt x="1739138" y="3440938"/>
                  </a:lnTo>
                  <a:lnTo>
                    <a:pt x="1739138" y="3440811"/>
                  </a:lnTo>
                  <a:close/>
                </a:path>
                <a:path w="1741804" h="3686810">
                  <a:moveTo>
                    <a:pt x="1495933" y="12319"/>
                  </a:moveTo>
                  <a:lnTo>
                    <a:pt x="245618" y="12319"/>
                  </a:lnTo>
                  <a:lnTo>
                    <a:pt x="198651" y="17072"/>
                  </a:lnTo>
                  <a:lnTo>
                    <a:pt x="154870" y="30700"/>
                  </a:lnTo>
                  <a:lnTo>
                    <a:pt x="115224" y="52254"/>
                  </a:lnTo>
                  <a:lnTo>
                    <a:pt x="80660" y="80787"/>
                  </a:lnTo>
                  <a:lnTo>
                    <a:pt x="52127" y="115351"/>
                  </a:lnTo>
                  <a:lnTo>
                    <a:pt x="30573" y="154997"/>
                  </a:lnTo>
                  <a:lnTo>
                    <a:pt x="16945" y="198778"/>
                  </a:lnTo>
                  <a:lnTo>
                    <a:pt x="12192" y="245745"/>
                  </a:lnTo>
                  <a:lnTo>
                    <a:pt x="12192" y="3440811"/>
                  </a:lnTo>
                  <a:lnTo>
                    <a:pt x="14604" y="3440811"/>
                  </a:lnTo>
                  <a:lnTo>
                    <a:pt x="14604" y="245745"/>
                  </a:lnTo>
                  <a:lnTo>
                    <a:pt x="19306" y="199246"/>
                  </a:lnTo>
                  <a:lnTo>
                    <a:pt x="32787" y="155910"/>
                  </a:lnTo>
                  <a:lnTo>
                    <a:pt x="54112" y="116673"/>
                  </a:lnTo>
                  <a:lnTo>
                    <a:pt x="82343" y="82470"/>
                  </a:lnTo>
                  <a:lnTo>
                    <a:pt x="116546" y="54239"/>
                  </a:lnTo>
                  <a:lnTo>
                    <a:pt x="155783" y="32914"/>
                  </a:lnTo>
                  <a:lnTo>
                    <a:pt x="199119" y="19433"/>
                  </a:lnTo>
                  <a:lnTo>
                    <a:pt x="245618" y="14732"/>
                  </a:lnTo>
                  <a:lnTo>
                    <a:pt x="1519794" y="14732"/>
                  </a:lnTo>
                  <a:lnTo>
                    <a:pt x="1495933" y="12319"/>
                  </a:lnTo>
                  <a:close/>
                </a:path>
                <a:path w="1741804" h="3686810">
                  <a:moveTo>
                    <a:pt x="1519794" y="14732"/>
                  </a:moveTo>
                  <a:lnTo>
                    <a:pt x="1495933" y="14732"/>
                  </a:lnTo>
                  <a:lnTo>
                    <a:pt x="1542431" y="19433"/>
                  </a:lnTo>
                  <a:lnTo>
                    <a:pt x="1585767" y="32914"/>
                  </a:lnTo>
                  <a:lnTo>
                    <a:pt x="1625004" y="54239"/>
                  </a:lnTo>
                  <a:lnTo>
                    <a:pt x="1659207" y="82470"/>
                  </a:lnTo>
                  <a:lnTo>
                    <a:pt x="1687438" y="116673"/>
                  </a:lnTo>
                  <a:lnTo>
                    <a:pt x="1708763" y="155910"/>
                  </a:lnTo>
                  <a:lnTo>
                    <a:pt x="1722244" y="199246"/>
                  </a:lnTo>
                  <a:lnTo>
                    <a:pt x="1726946" y="245745"/>
                  </a:lnTo>
                  <a:lnTo>
                    <a:pt x="1726946" y="3440811"/>
                  </a:lnTo>
                  <a:lnTo>
                    <a:pt x="1729359" y="3440811"/>
                  </a:lnTo>
                  <a:lnTo>
                    <a:pt x="1729359" y="245745"/>
                  </a:lnTo>
                  <a:lnTo>
                    <a:pt x="1724658" y="199246"/>
                  </a:lnTo>
                  <a:lnTo>
                    <a:pt x="1724610" y="198778"/>
                  </a:lnTo>
                  <a:lnTo>
                    <a:pt x="1710995" y="154997"/>
                  </a:lnTo>
                  <a:lnTo>
                    <a:pt x="1689456" y="115351"/>
                  </a:lnTo>
                  <a:lnTo>
                    <a:pt x="1660937" y="80787"/>
                  </a:lnTo>
                  <a:lnTo>
                    <a:pt x="1626382" y="52254"/>
                  </a:lnTo>
                  <a:lnTo>
                    <a:pt x="1586734" y="30700"/>
                  </a:lnTo>
                  <a:lnTo>
                    <a:pt x="1542936" y="17072"/>
                  </a:lnTo>
                  <a:lnTo>
                    <a:pt x="1519794" y="14732"/>
                  </a:lnTo>
                  <a:close/>
                </a:path>
                <a:path w="1741804" h="3686810">
                  <a:moveTo>
                    <a:pt x="1528313" y="2540"/>
                  </a:moveTo>
                  <a:lnTo>
                    <a:pt x="1503045" y="2540"/>
                  </a:lnTo>
                  <a:lnTo>
                    <a:pt x="1550564" y="7345"/>
                  </a:lnTo>
                  <a:lnTo>
                    <a:pt x="1594852" y="21121"/>
                  </a:lnTo>
                  <a:lnTo>
                    <a:pt x="1634952" y="42911"/>
                  </a:lnTo>
                  <a:lnTo>
                    <a:pt x="1669907" y="71754"/>
                  </a:lnTo>
                  <a:lnTo>
                    <a:pt x="1698760" y="106694"/>
                  </a:lnTo>
                  <a:lnTo>
                    <a:pt x="1720554" y="146772"/>
                  </a:lnTo>
                  <a:lnTo>
                    <a:pt x="1734332" y="191028"/>
                  </a:lnTo>
                  <a:lnTo>
                    <a:pt x="1739138" y="238506"/>
                  </a:lnTo>
                  <a:lnTo>
                    <a:pt x="1739138" y="3440811"/>
                  </a:lnTo>
                  <a:lnTo>
                    <a:pt x="1741677" y="3440811"/>
                  </a:lnTo>
                  <a:lnTo>
                    <a:pt x="1741677" y="238506"/>
                  </a:lnTo>
                  <a:lnTo>
                    <a:pt x="1736881" y="191028"/>
                  </a:lnTo>
                  <a:lnTo>
                    <a:pt x="1736829" y="190518"/>
                  </a:lnTo>
                  <a:lnTo>
                    <a:pt x="1722930" y="145786"/>
                  </a:lnTo>
                  <a:lnTo>
                    <a:pt x="1700935" y="105277"/>
                  </a:lnTo>
                  <a:lnTo>
                    <a:pt x="1671803" y="69961"/>
                  </a:lnTo>
                  <a:lnTo>
                    <a:pt x="1636497" y="40806"/>
                  </a:lnTo>
                  <a:lnTo>
                    <a:pt x="1595978" y="18782"/>
                  </a:lnTo>
                  <a:lnTo>
                    <a:pt x="1551212" y="4857"/>
                  </a:lnTo>
                  <a:lnTo>
                    <a:pt x="1528313" y="2540"/>
                  </a:lnTo>
                  <a:close/>
                </a:path>
              </a:pathLst>
            </a:custGeom>
            <a:solidFill>
              <a:srgbClr val="000000"/>
            </a:solidFill>
          </p:spPr>
          <p:txBody>
            <a:bodyPr wrap="square" lIns="0" tIns="0" rIns="0" bIns="0" rtlCol="0"/>
            <a:lstStyle/>
            <a:p/>
          </p:txBody>
        </p:sp>
        <p:sp>
          <p:nvSpPr>
            <p:cNvPr id="47" name="object 47"/>
            <p:cNvSpPr/>
            <p:nvPr/>
          </p:nvSpPr>
          <p:spPr>
            <a:xfrm>
              <a:off x="9584817" y="1863407"/>
              <a:ext cx="1809114" cy="2951480"/>
            </a:xfrm>
            <a:custGeom>
              <a:avLst/>
              <a:gdLst/>
              <a:ahLst/>
              <a:cxnLst/>
              <a:rect l="l" t="t" r="r" b="b"/>
              <a:pathLst>
                <a:path w="1809115" h="2951479">
                  <a:moveTo>
                    <a:pt x="6286" y="101"/>
                  </a:moveTo>
                  <a:lnTo>
                    <a:pt x="0" y="101"/>
                  </a:lnTo>
                  <a:lnTo>
                    <a:pt x="0" y="269684"/>
                  </a:lnTo>
                  <a:lnTo>
                    <a:pt x="6286" y="269684"/>
                  </a:lnTo>
                  <a:lnTo>
                    <a:pt x="6286" y="101"/>
                  </a:lnTo>
                  <a:close/>
                </a:path>
                <a:path w="1809115" h="2951479">
                  <a:moveTo>
                    <a:pt x="1795538" y="2664993"/>
                  </a:moveTo>
                  <a:lnTo>
                    <a:pt x="1795272" y="2662618"/>
                  </a:lnTo>
                  <a:lnTo>
                    <a:pt x="1789722" y="2714968"/>
                  </a:lnTo>
                  <a:lnTo>
                    <a:pt x="1776844" y="2761589"/>
                  </a:lnTo>
                  <a:lnTo>
                    <a:pt x="1757311" y="2802610"/>
                  </a:lnTo>
                  <a:lnTo>
                    <a:pt x="1731810" y="2838145"/>
                  </a:lnTo>
                  <a:lnTo>
                    <a:pt x="1701038" y="2868320"/>
                  </a:lnTo>
                  <a:lnTo>
                    <a:pt x="1665668" y="2893250"/>
                  </a:lnTo>
                  <a:lnTo>
                    <a:pt x="1626400" y="2913075"/>
                  </a:lnTo>
                  <a:lnTo>
                    <a:pt x="1583931" y="2927896"/>
                  </a:lnTo>
                  <a:lnTo>
                    <a:pt x="1538935" y="2937853"/>
                  </a:lnTo>
                  <a:lnTo>
                    <a:pt x="1492123" y="2943034"/>
                  </a:lnTo>
                  <a:lnTo>
                    <a:pt x="275082" y="2945447"/>
                  </a:lnTo>
                  <a:lnTo>
                    <a:pt x="218554" y="2939719"/>
                  </a:lnTo>
                  <a:lnTo>
                    <a:pt x="166725" y="2922676"/>
                  </a:lnTo>
                  <a:lnTo>
                    <a:pt x="119926" y="2896781"/>
                  </a:lnTo>
                  <a:lnTo>
                    <a:pt x="78486" y="2864548"/>
                  </a:lnTo>
                  <a:lnTo>
                    <a:pt x="105194" y="2888538"/>
                  </a:lnTo>
                  <a:lnTo>
                    <a:pt x="135991" y="2911106"/>
                  </a:lnTo>
                  <a:lnTo>
                    <a:pt x="173240" y="2930194"/>
                  </a:lnTo>
                  <a:lnTo>
                    <a:pt x="219278" y="2943771"/>
                  </a:lnTo>
                  <a:lnTo>
                    <a:pt x="276479" y="2949765"/>
                  </a:lnTo>
                  <a:lnTo>
                    <a:pt x="325843" y="2950464"/>
                  </a:lnTo>
                  <a:lnTo>
                    <a:pt x="511860" y="2951327"/>
                  </a:lnTo>
                  <a:lnTo>
                    <a:pt x="1120101" y="2951276"/>
                  </a:lnTo>
                  <a:lnTo>
                    <a:pt x="1512062" y="2949765"/>
                  </a:lnTo>
                  <a:lnTo>
                    <a:pt x="1552905" y="2946019"/>
                  </a:lnTo>
                  <a:lnTo>
                    <a:pt x="1600263" y="2935732"/>
                  </a:lnTo>
                  <a:lnTo>
                    <a:pt x="1648752" y="2918409"/>
                  </a:lnTo>
                  <a:lnTo>
                    <a:pt x="1693037" y="2893504"/>
                  </a:lnTo>
                  <a:lnTo>
                    <a:pt x="1734324" y="2855506"/>
                  </a:lnTo>
                  <a:lnTo>
                    <a:pt x="1762785" y="2810637"/>
                  </a:lnTo>
                  <a:lnTo>
                    <a:pt x="1780781" y="2764040"/>
                  </a:lnTo>
                  <a:lnTo>
                    <a:pt x="1790661" y="2720810"/>
                  </a:lnTo>
                  <a:lnTo>
                    <a:pt x="1794789" y="2686088"/>
                  </a:lnTo>
                  <a:lnTo>
                    <a:pt x="1795538" y="2664993"/>
                  </a:lnTo>
                  <a:close/>
                </a:path>
                <a:path w="1809115" h="2951479">
                  <a:moveTo>
                    <a:pt x="1805609" y="0"/>
                  </a:moveTo>
                  <a:lnTo>
                    <a:pt x="1800225" y="0"/>
                  </a:lnTo>
                  <a:lnTo>
                    <a:pt x="1800225" y="400367"/>
                  </a:lnTo>
                  <a:lnTo>
                    <a:pt x="1805609" y="400367"/>
                  </a:lnTo>
                  <a:lnTo>
                    <a:pt x="1805609" y="0"/>
                  </a:lnTo>
                  <a:close/>
                </a:path>
                <a:path w="1809115" h="2951479">
                  <a:moveTo>
                    <a:pt x="1809115" y="3492"/>
                  </a:moveTo>
                  <a:lnTo>
                    <a:pt x="1806321" y="63"/>
                  </a:lnTo>
                  <a:lnTo>
                    <a:pt x="1806321" y="400367"/>
                  </a:lnTo>
                  <a:lnTo>
                    <a:pt x="1809115" y="396811"/>
                  </a:lnTo>
                  <a:lnTo>
                    <a:pt x="1808683" y="372884"/>
                  </a:lnTo>
                  <a:lnTo>
                    <a:pt x="1808187" y="267385"/>
                  </a:lnTo>
                  <a:lnTo>
                    <a:pt x="1808162" y="133032"/>
                  </a:lnTo>
                  <a:lnTo>
                    <a:pt x="1808657" y="27470"/>
                  </a:lnTo>
                  <a:lnTo>
                    <a:pt x="1809115" y="3492"/>
                  </a:lnTo>
                  <a:close/>
                </a:path>
              </a:pathLst>
            </a:custGeom>
            <a:solidFill>
              <a:srgbClr val="FD095F"/>
            </a:solidFill>
          </p:spPr>
          <p:txBody>
            <a:bodyPr wrap="square" lIns="0" tIns="0" rIns="0" bIns="0" rtlCol="0"/>
            <a:lstStyle/>
            <a:p/>
          </p:txBody>
        </p:sp>
        <p:sp>
          <p:nvSpPr>
            <p:cNvPr id="48" name="object 48"/>
            <p:cNvSpPr/>
            <p:nvPr/>
          </p:nvSpPr>
          <p:spPr>
            <a:xfrm>
              <a:off x="9582911" y="1863470"/>
              <a:ext cx="3810" cy="269875"/>
            </a:xfrm>
            <a:custGeom>
              <a:avLst/>
              <a:gdLst/>
              <a:ahLst/>
              <a:cxnLst/>
              <a:rect l="l" t="t" r="r" b="b"/>
              <a:pathLst>
                <a:path w="3809" h="269875">
                  <a:moveTo>
                    <a:pt x="3683" y="0"/>
                  </a:moveTo>
                  <a:lnTo>
                    <a:pt x="0" y="3555"/>
                  </a:lnTo>
                  <a:lnTo>
                    <a:pt x="841" y="39123"/>
                  </a:lnTo>
                  <a:lnTo>
                    <a:pt x="1243" y="100092"/>
                  </a:lnTo>
                  <a:lnTo>
                    <a:pt x="1225" y="169528"/>
                  </a:lnTo>
                  <a:lnTo>
                    <a:pt x="804" y="230497"/>
                  </a:lnTo>
                  <a:lnTo>
                    <a:pt x="0" y="266064"/>
                  </a:lnTo>
                  <a:lnTo>
                    <a:pt x="3683" y="269493"/>
                  </a:lnTo>
                  <a:lnTo>
                    <a:pt x="3683" y="0"/>
                  </a:lnTo>
                  <a:close/>
                </a:path>
              </a:pathLst>
            </a:custGeom>
            <a:solidFill>
              <a:srgbClr val="9F9F9F"/>
            </a:solidFill>
          </p:spPr>
          <p:txBody>
            <a:bodyPr wrap="square" lIns="0" tIns="0" rIns="0" bIns="0" rtlCol="0"/>
            <a:lstStyle/>
            <a:p/>
          </p:txBody>
        </p:sp>
        <p:sp>
          <p:nvSpPr>
            <p:cNvPr id="49" name="object 49"/>
            <p:cNvSpPr/>
            <p:nvPr/>
          </p:nvSpPr>
          <p:spPr>
            <a:xfrm>
              <a:off x="9582912" y="1863508"/>
              <a:ext cx="15240" cy="605155"/>
            </a:xfrm>
            <a:custGeom>
              <a:avLst/>
              <a:gdLst/>
              <a:ahLst/>
              <a:cxnLst/>
              <a:rect l="l" t="t" r="r" b="b"/>
              <a:pathLst>
                <a:path w="15240" h="605155">
                  <a:moveTo>
                    <a:pt x="14820" y="338201"/>
                  </a:moveTo>
                  <a:lnTo>
                    <a:pt x="8191" y="338201"/>
                  </a:lnTo>
                  <a:lnTo>
                    <a:pt x="8001" y="338201"/>
                  </a:lnTo>
                  <a:lnTo>
                    <a:pt x="3683" y="338201"/>
                  </a:lnTo>
                  <a:lnTo>
                    <a:pt x="1905" y="338201"/>
                  </a:lnTo>
                  <a:lnTo>
                    <a:pt x="1905" y="339890"/>
                  </a:lnTo>
                  <a:lnTo>
                    <a:pt x="0" y="341718"/>
                  </a:lnTo>
                  <a:lnTo>
                    <a:pt x="838" y="376872"/>
                  </a:lnTo>
                  <a:lnTo>
                    <a:pt x="1231" y="437172"/>
                  </a:lnTo>
                  <a:lnTo>
                    <a:pt x="1219" y="505853"/>
                  </a:lnTo>
                  <a:lnTo>
                    <a:pt x="800" y="566153"/>
                  </a:lnTo>
                  <a:lnTo>
                    <a:pt x="0" y="601306"/>
                  </a:lnTo>
                  <a:lnTo>
                    <a:pt x="1905" y="603084"/>
                  </a:lnTo>
                  <a:lnTo>
                    <a:pt x="1905" y="604862"/>
                  </a:lnTo>
                  <a:lnTo>
                    <a:pt x="8001" y="604862"/>
                  </a:lnTo>
                  <a:lnTo>
                    <a:pt x="8191" y="604862"/>
                  </a:lnTo>
                  <a:lnTo>
                    <a:pt x="14820" y="604862"/>
                  </a:lnTo>
                  <a:lnTo>
                    <a:pt x="14820" y="338201"/>
                  </a:lnTo>
                  <a:close/>
                </a:path>
                <a:path w="15240" h="605155">
                  <a:moveTo>
                    <a:pt x="14820" y="0"/>
                  </a:moveTo>
                  <a:lnTo>
                    <a:pt x="8001" y="0"/>
                  </a:lnTo>
                  <a:lnTo>
                    <a:pt x="8001" y="269582"/>
                  </a:lnTo>
                  <a:lnTo>
                    <a:pt x="14820" y="269582"/>
                  </a:lnTo>
                  <a:lnTo>
                    <a:pt x="14820" y="0"/>
                  </a:lnTo>
                  <a:close/>
                </a:path>
              </a:pathLst>
            </a:custGeom>
            <a:solidFill>
              <a:srgbClr val="FD095F"/>
            </a:solidFill>
          </p:spPr>
          <p:txBody>
            <a:bodyPr wrap="square" lIns="0" tIns="0" rIns="0" bIns="0" rtlCol="0"/>
            <a:lstStyle/>
            <a:p/>
          </p:txBody>
        </p:sp>
        <p:sp>
          <p:nvSpPr>
            <p:cNvPr id="50" name="object 50"/>
            <p:cNvSpPr/>
            <p:nvPr/>
          </p:nvSpPr>
          <p:spPr>
            <a:xfrm>
              <a:off x="9584817" y="1546555"/>
              <a:ext cx="6350" cy="147320"/>
            </a:xfrm>
            <a:custGeom>
              <a:avLst/>
              <a:gdLst/>
              <a:ahLst/>
              <a:cxnLst/>
              <a:rect l="l" t="t" r="r" b="b"/>
              <a:pathLst>
                <a:path w="6350" h="147319">
                  <a:moveTo>
                    <a:pt x="6295" y="0"/>
                  </a:moveTo>
                  <a:lnTo>
                    <a:pt x="0" y="0"/>
                  </a:lnTo>
                  <a:lnTo>
                    <a:pt x="0" y="146989"/>
                  </a:lnTo>
                  <a:lnTo>
                    <a:pt x="6295" y="146989"/>
                  </a:lnTo>
                  <a:lnTo>
                    <a:pt x="6295" y="0"/>
                  </a:lnTo>
                  <a:close/>
                </a:path>
              </a:pathLst>
            </a:custGeom>
            <a:solidFill>
              <a:srgbClr val="3A3A3A"/>
            </a:solidFill>
          </p:spPr>
          <p:txBody>
            <a:bodyPr wrap="square" lIns="0" tIns="0" rIns="0" bIns="0" rtlCol="0"/>
            <a:lstStyle/>
            <a:p/>
          </p:txBody>
        </p:sp>
        <p:sp>
          <p:nvSpPr>
            <p:cNvPr id="51" name="object 51"/>
            <p:cNvSpPr/>
            <p:nvPr/>
          </p:nvSpPr>
          <p:spPr>
            <a:xfrm>
              <a:off x="9582911" y="1546478"/>
              <a:ext cx="3810" cy="147320"/>
            </a:xfrm>
            <a:custGeom>
              <a:avLst/>
              <a:gdLst/>
              <a:ahLst/>
              <a:cxnLst/>
              <a:rect l="l" t="t" r="r" b="b"/>
              <a:pathLst>
                <a:path w="3809" h="147319">
                  <a:moveTo>
                    <a:pt x="3683" y="0"/>
                  </a:moveTo>
                  <a:lnTo>
                    <a:pt x="0" y="3556"/>
                  </a:lnTo>
                  <a:lnTo>
                    <a:pt x="982" y="33531"/>
                  </a:lnTo>
                  <a:lnTo>
                    <a:pt x="1285" y="73533"/>
                  </a:lnTo>
                  <a:lnTo>
                    <a:pt x="946" y="113534"/>
                  </a:lnTo>
                  <a:lnTo>
                    <a:pt x="0" y="143510"/>
                  </a:lnTo>
                  <a:lnTo>
                    <a:pt x="3683" y="146938"/>
                  </a:lnTo>
                  <a:lnTo>
                    <a:pt x="3683" y="0"/>
                  </a:lnTo>
                  <a:close/>
                </a:path>
              </a:pathLst>
            </a:custGeom>
            <a:solidFill>
              <a:srgbClr val="9F9F9F"/>
            </a:solidFill>
          </p:spPr>
          <p:txBody>
            <a:bodyPr wrap="square" lIns="0" tIns="0" rIns="0" bIns="0" rtlCol="0"/>
            <a:lstStyle/>
            <a:p/>
          </p:txBody>
        </p:sp>
        <p:sp>
          <p:nvSpPr>
            <p:cNvPr id="52" name="object 52"/>
            <p:cNvSpPr/>
            <p:nvPr/>
          </p:nvSpPr>
          <p:spPr>
            <a:xfrm>
              <a:off x="9590913" y="1546555"/>
              <a:ext cx="6985" cy="147320"/>
            </a:xfrm>
            <a:custGeom>
              <a:avLst/>
              <a:gdLst/>
              <a:ahLst/>
              <a:cxnLst/>
              <a:rect l="l" t="t" r="r" b="b"/>
              <a:pathLst>
                <a:path w="6984" h="147319">
                  <a:moveTo>
                    <a:pt x="6827" y="0"/>
                  </a:moveTo>
                  <a:lnTo>
                    <a:pt x="0" y="0"/>
                  </a:lnTo>
                  <a:lnTo>
                    <a:pt x="0" y="146989"/>
                  </a:lnTo>
                  <a:lnTo>
                    <a:pt x="6827" y="146989"/>
                  </a:lnTo>
                  <a:lnTo>
                    <a:pt x="6827" y="0"/>
                  </a:lnTo>
                  <a:close/>
                </a:path>
              </a:pathLst>
            </a:custGeom>
            <a:solidFill>
              <a:srgbClr val="FD095F"/>
            </a:solidFill>
          </p:spPr>
          <p:txBody>
            <a:bodyPr wrap="square" lIns="0" tIns="0" rIns="0" bIns="0" rtlCol="0"/>
            <a:lstStyle/>
            <a:p/>
          </p:txBody>
        </p:sp>
        <p:sp>
          <p:nvSpPr>
            <p:cNvPr id="53" name="object 53"/>
            <p:cNvSpPr/>
            <p:nvPr/>
          </p:nvSpPr>
          <p:spPr>
            <a:xfrm>
              <a:off x="10260711" y="1159255"/>
              <a:ext cx="454659" cy="3657600"/>
            </a:xfrm>
            <a:custGeom>
              <a:avLst/>
              <a:gdLst/>
              <a:ahLst/>
              <a:cxnLst/>
              <a:rect l="l" t="t" r="r" b="b"/>
              <a:pathLst>
                <a:path w="454659" h="3657600">
                  <a:moveTo>
                    <a:pt x="335788" y="3656330"/>
                  </a:moveTo>
                  <a:lnTo>
                    <a:pt x="334391" y="3655441"/>
                  </a:lnTo>
                  <a:lnTo>
                    <a:pt x="326517" y="3652266"/>
                  </a:lnTo>
                  <a:lnTo>
                    <a:pt x="325501" y="3651631"/>
                  </a:lnTo>
                  <a:lnTo>
                    <a:pt x="322326" y="3651250"/>
                  </a:lnTo>
                  <a:lnTo>
                    <a:pt x="318643" y="3651250"/>
                  </a:lnTo>
                  <a:lnTo>
                    <a:pt x="137287" y="3651250"/>
                  </a:lnTo>
                  <a:lnTo>
                    <a:pt x="134112" y="3651758"/>
                  </a:lnTo>
                  <a:lnTo>
                    <a:pt x="125349" y="3655441"/>
                  </a:lnTo>
                  <a:lnTo>
                    <a:pt x="123825" y="3656330"/>
                  </a:lnTo>
                  <a:lnTo>
                    <a:pt x="127762" y="3657346"/>
                  </a:lnTo>
                  <a:lnTo>
                    <a:pt x="331978" y="3657346"/>
                  </a:lnTo>
                  <a:lnTo>
                    <a:pt x="335788" y="3656330"/>
                  </a:lnTo>
                  <a:close/>
                </a:path>
                <a:path w="454659" h="3657600">
                  <a:moveTo>
                    <a:pt x="454279" y="65151"/>
                  </a:moveTo>
                  <a:lnTo>
                    <a:pt x="449122" y="39814"/>
                  </a:lnTo>
                  <a:lnTo>
                    <a:pt x="435063" y="19100"/>
                  </a:lnTo>
                  <a:lnTo>
                    <a:pt x="414197" y="5130"/>
                  </a:lnTo>
                  <a:lnTo>
                    <a:pt x="388620" y="0"/>
                  </a:lnTo>
                  <a:lnTo>
                    <a:pt x="65786" y="0"/>
                  </a:lnTo>
                  <a:lnTo>
                    <a:pt x="40182" y="5130"/>
                  </a:lnTo>
                  <a:lnTo>
                    <a:pt x="19265" y="19100"/>
                  </a:lnTo>
                  <a:lnTo>
                    <a:pt x="5168" y="39814"/>
                  </a:lnTo>
                  <a:lnTo>
                    <a:pt x="0" y="65151"/>
                  </a:lnTo>
                  <a:lnTo>
                    <a:pt x="5168" y="90474"/>
                  </a:lnTo>
                  <a:lnTo>
                    <a:pt x="19265" y="111150"/>
                  </a:lnTo>
                  <a:lnTo>
                    <a:pt x="40182" y="125069"/>
                  </a:lnTo>
                  <a:lnTo>
                    <a:pt x="65786" y="130175"/>
                  </a:lnTo>
                  <a:lnTo>
                    <a:pt x="388620" y="130175"/>
                  </a:lnTo>
                  <a:lnTo>
                    <a:pt x="414108" y="125069"/>
                  </a:lnTo>
                  <a:lnTo>
                    <a:pt x="434987" y="111150"/>
                  </a:lnTo>
                  <a:lnTo>
                    <a:pt x="449084" y="90474"/>
                  </a:lnTo>
                  <a:lnTo>
                    <a:pt x="454279" y="65151"/>
                  </a:lnTo>
                  <a:close/>
                </a:path>
              </a:pathLst>
            </a:custGeom>
            <a:solidFill>
              <a:srgbClr val="000000"/>
            </a:solidFill>
          </p:spPr>
          <p:txBody>
            <a:bodyPr wrap="square" lIns="0" tIns="0" rIns="0" bIns="0" rtlCol="0"/>
            <a:lstStyle/>
            <a:p/>
          </p:txBody>
        </p:sp>
        <p:pic>
          <p:nvPicPr>
            <p:cNvPr id="54" name="object 54"/>
            <p:cNvPicPr/>
            <p:nvPr/>
          </p:nvPicPr>
          <p:blipFill>
            <a:blip r:embed="rId6" cstate="print"/>
            <a:stretch>
              <a:fillRect/>
            </a:stretch>
          </p:blipFill>
          <p:spPr>
            <a:xfrm>
              <a:off x="10602086" y="1195958"/>
              <a:ext cx="59815" cy="60451"/>
            </a:xfrm>
            <a:prstGeom prst="rect">
              <a:avLst/>
            </a:prstGeom>
          </p:spPr>
        </p:pic>
        <p:sp>
          <p:nvSpPr>
            <p:cNvPr id="55" name="object 55"/>
            <p:cNvSpPr/>
            <p:nvPr/>
          </p:nvSpPr>
          <p:spPr>
            <a:xfrm>
              <a:off x="10614406" y="1208405"/>
              <a:ext cx="34290" cy="33655"/>
            </a:xfrm>
            <a:custGeom>
              <a:avLst/>
              <a:gdLst/>
              <a:ahLst/>
              <a:cxnLst/>
              <a:rect l="l" t="t" r="r" b="b"/>
              <a:pathLst>
                <a:path w="34290" h="33655">
                  <a:moveTo>
                    <a:pt x="26162" y="0"/>
                  </a:moveTo>
                  <a:lnTo>
                    <a:pt x="7620" y="0"/>
                  </a:lnTo>
                  <a:lnTo>
                    <a:pt x="0" y="7493"/>
                  </a:lnTo>
                  <a:lnTo>
                    <a:pt x="0" y="26035"/>
                  </a:lnTo>
                  <a:lnTo>
                    <a:pt x="7620" y="33655"/>
                  </a:lnTo>
                  <a:lnTo>
                    <a:pt x="26162" y="33655"/>
                  </a:lnTo>
                  <a:lnTo>
                    <a:pt x="33782" y="26035"/>
                  </a:lnTo>
                  <a:lnTo>
                    <a:pt x="33782" y="16764"/>
                  </a:lnTo>
                  <a:lnTo>
                    <a:pt x="33782" y="7493"/>
                  </a:lnTo>
                  <a:lnTo>
                    <a:pt x="26162" y="0"/>
                  </a:lnTo>
                  <a:close/>
                </a:path>
              </a:pathLst>
            </a:custGeom>
            <a:solidFill>
              <a:srgbClr val="0A121C"/>
            </a:solidFill>
          </p:spPr>
          <p:txBody>
            <a:bodyPr wrap="square" lIns="0" tIns="0" rIns="0" bIns="0" rtlCol="0"/>
            <a:lstStyle/>
            <a:p/>
          </p:txBody>
        </p:sp>
        <p:sp>
          <p:nvSpPr>
            <p:cNvPr id="56" name="object 56"/>
            <p:cNvSpPr/>
            <p:nvPr/>
          </p:nvSpPr>
          <p:spPr>
            <a:xfrm>
              <a:off x="10616946" y="1210817"/>
              <a:ext cx="27305" cy="27305"/>
            </a:xfrm>
            <a:custGeom>
              <a:avLst/>
              <a:gdLst/>
              <a:ahLst/>
              <a:cxnLst/>
              <a:rect l="l" t="t" r="r" b="b"/>
              <a:pathLst>
                <a:path w="27304" h="27305">
                  <a:moveTo>
                    <a:pt x="27305" y="6096"/>
                  </a:moveTo>
                  <a:lnTo>
                    <a:pt x="21209" y="0"/>
                  </a:lnTo>
                  <a:lnTo>
                    <a:pt x="6096" y="0"/>
                  </a:lnTo>
                  <a:lnTo>
                    <a:pt x="0" y="6096"/>
                  </a:lnTo>
                  <a:lnTo>
                    <a:pt x="0" y="21209"/>
                  </a:lnTo>
                  <a:lnTo>
                    <a:pt x="6096" y="27305"/>
                  </a:lnTo>
                  <a:lnTo>
                    <a:pt x="21082" y="27305"/>
                  </a:lnTo>
                  <a:lnTo>
                    <a:pt x="27305" y="21082"/>
                  </a:lnTo>
                  <a:lnTo>
                    <a:pt x="27305" y="13589"/>
                  </a:lnTo>
                  <a:lnTo>
                    <a:pt x="27305" y="6096"/>
                  </a:lnTo>
                  <a:close/>
                </a:path>
              </a:pathLst>
            </a:custGeom>
            <a:solidFill>
              <a:srgbClr val="221F1F"/>
            </a:solidFill>
          </p:spPr>
          <p:txBody>
            <a:bodyPr wrap="square" lIns="0" tIns="0" rIns="0" bIns="0" rtlCol="0"/>
            <a:lstStyle/>
            <a:p/>
          </p:txBody>
        </p:sp>
        <p:sp>
          <p:nvSpPr>
            <p:cNvPr id="57" name="object 57"/>
            <p:cNvSpPr/>
            <p:nvPr/>
          </p:nvSpPr>
          <p:spPr>
            <a:xfrm>
              <a:off x="10633329" y="1227200"/>
              <a:ext cx="11430" cy="11430"/>
            </a:xfrm>
            <a:custGeom>
              <a:avLst/>
              <a:gdLst/>
              <a:ahLst/>
              <a:cxnLst/>
              <a:rect l="l" t="t" r="r" b="b"/>
              <a:pathLst>
                <a:path w="11429" h="11430">
                  <a:moveTo>
                    <a:pt x="8763" y="0"/>
                  </a:moveTo>
                  <a:lnTo>
                    <a:pt x="2540" y="0"/>
                  </a:lnTo>
                  <a:lnTo>
                    <a:pt x="0" y="2539"/>
                  </a:lnTo>
                  <a:lnTo>
                    <a:pt x="0" y="8762"/>
                  </a:lnTo>
                  <a:lnTo>
                    <a:pt x="2540" y="11302"/>
                  </a:lnTo>
                  <a:lnTo>
                    <a:pt x="8763" y="11302"/>
                  </a:lnTo>
                  <a:lnTo>
                    <a:pt x="11302" y="8762"/>
                  </a:lnTo>
                  <a:lnTo>
                    <a:pt x="11302" y="5714"/>
                  </a:lnTo>
                  <a:lnTo>
                    <a:pt x="11302" y="2539"/>
                  </a:lnTo>
                  <a:lnTo>
                    <a:pt x="8763" y="0"/>
                  </a:lnTo>
                  <a:close/>
                </a:path>
              </a:pathLst>
            </a:custGeom>
            <a:solidFill>
              <a:srgbClr val="CCCCCC"/>
            </a:solidFill>
          </p:spPr>
          <p:txBody>
            <a:bodyPr wrap="square" lIns="0" tIns="0" rIns="0" bIns="0" rtlCol="0"/>
            <a:lstStyle/>
            <a:p/>
          </p:txBody>
        </p:sp>
      </p:grpSp>
      <p:sp>
        <p:nvSpPr>
          <p:cNvPr id="58" name="object 58"/>
          <p:cNvSpPr txBox="1">
            <a:spLocks noGrp="1"/>
          </p:cNvSpPr>
          <p:nvPr>
            <p:ph type="sldNum" idx="7" sz="quarter"/>
          </p:nvPr>
        </p:nvSpPr>
        <p:spPr>
          <a:prstGeom prst="rect"/>
        </p:spPr>
        <p:txBody>
          <a:bodyPr wrap="square" lIns="0" tIns="45415" rIns="0" bIns="0" rtlCol="0" vert="horz">
            <a:spAutoFit/>
          </a:bodyPr>
          <a:lstStyle/>
          <a:p>
            <a:pPr marL="63500">
              <a:lnSpc>
                <a:spcPts val="1425"/>
              </a:lnSpc>
            </a:pPr>
            <a:r>
              <a:rPr sz="1200">
                <a:solidFill>
                  <a:srgbClr val="520978"/>
                </a:solidFill>
                <a:latin typeface="Montserrat"/>
              </a:rPr>
              <a:t>14</a:t>
            </a:r>
          </a:p>
        </p:txBody>
      </p:sp>
      <p:sp>
        <p:nvSpPr>
          <p:cNvPr id="59" name="Rounded Rectangle 58"/>
          <p:cNvSpPr/>
          <p:nvPr/>
        </p:nvSpPr>
        <p:spPr>
          <a:xfrm>
            <a:off x="347472" y="320040"/>
            <a:ext cx="2926080" cy="475488"/>
          </a:xfrm>
          <a:prstGeom prst="roundRect">
            <a:avLst>
              <a:gd name="adj" fmla="val 50000"/>
            </a:avLst>
          </a:prstGeom>
          <a:solidFill>
            <a:srgbClr val="FF005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28016" rIns="128016"/>
          <a:lstStyle/>
          <a:p>
            <a:pPr algn="l"/>
            <a:r>
              <a:rPr sz="1300" b="1">
                <a:solidFill>
                  <a:srgbClr val="FFFFFF"/>
                </a:solidFill>
                <a:latin typeface="Montserrat"/>
              </a:rPr>
              <a:t>Контакты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685800" y="1463040"/>
            <a:ext cx="7315200" cy="3108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2000"/>
              </a:lnSpc>
              <a:spcAft>
                <a:spcPts val="1000"/>
              </a:spcAft>
            </a:pPr>
            <a:r>
              <a:rPr sz="2600" b="1">
                <a:solidFill>
                  <a:srgbClr val="520978"/>
                </a:solidFill>
                <a:latin typeface="Montserrat"/>
              </a:rPr>
              <a:t>RTK CRM · ИТ Школа Ростелекома</a:t>
            </a:r>
          </a:p>
          <a:p>
            <a:pPr algn="l">
              <a:lnSpc>
                <a:spcPct val="112000"/>
              </a:lnSpc>
              <a:spcAft>
                <a:spcPts val="1600"/>
              </a:spcAft>
            </a:pPr>
            <a:r>
              <a:rPr sz="1400" b="0">
                <a:solidFill>
                  <a:srgbClr val="3C1B50"/>
                </a:solidFill>
                <a:latin typeface="Montserrat"/>
              </a:rPr>
              <a:t>ЛЦТ 2026, кейс №6 · команда из 5 человек</a:t>
            </a:r>
          </a:p>
          <a:p>
            <a:pPr algn="l">
              <a:lnSpc>
                <a:spcPct val="112000"/>
              </a:lnSpc>
              <a:spcAft>
                <a:spcPts val="800"/>
              </a:spcAft>
            </a:pPr>
            <a:r>
              <a:rPr sz="1300" b="0">
                <a:solidFill>
                  <a:srgbClr val="1C1D22"/>
                </a:solidFill>
                <a:latin typeface="Montserrat"/>
              </a:rPr>
              <a:t>Репозиторий: github.com/Pavel1778/rtk-crm</a:t>
            </a:r>
          </a:p>
          <a:p>
            <a:pPr algn="l">
              <a:lnSpc>
                <a:spcPct val="112000"/>
              </a:lnSpc>
              <a:spcAft>
                <a:spcPts val="800"/>
              </a:spcAft>
            </a:pPr>
            <a:r>
              <a:rPr sz="1300" b="0">
                <a:solidFill>
                  <a:srgbClr val="1C1D22"/>
                </a:solidFill>
                <a:latin typeface="Montserrat"/>
              </a:rPr>
              <a:t>Демо: rtk-crm-nx4r.vercel.app</a:t>
            </a:r>
          </a:p>
          <a:p>
            <a:pPr algn="l">
              <a:lnSpc>
                <a:spcPct val="112000"/>
              </a:lnSpc>
              <a:spcAft>
                <a:spcPts val="800"/>
              </a:spcAft>
            </a:pPr>
            <a:r>
              <a:rPr sz="1300" b="0">
                <a:solidFill>
                  <a:srgbClr val="1C1D22"/>
                </a:solidFill>
                <a:latin typeface="Montserrat"/>
              </a:rPr>
              <a:t>Контакт капитана: sabadaspaha@gmail.com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8595360" y="1783080"/>
            <a:ext cx="29260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ct val="112000"/>
              </a:lnSpc>
              <a:spcAft>
                <a:spcPts val="0"/>
              </a:spcAft>
            </a:pPr>
            <a:r>
              <a:rPr sz="1100" b="1">
                <a:solidFill>
                  <a:srgbClr val="520978"/>
                </a:solidFill>
                <a:latin typeface="Montserrat"/>
              </a:rPr>
              <a:t>Репозиторий</a:t>
            </a:r>
          </a:p>
        </p:txBody>
      </p:sp>
      <p:pic>
        <p:nvPicPr>
          <p:cNvPr id="62" name="Picture 61" descr="image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8915400" y="2240280"/>
            <a:ext cx="2286000" cy="2286000"/>
          </a:xfrm>
          <a:prstGeom prst="rect">
            <a:avLst/>
          </a:prstGeom>
        </p:spPr>
      </p:pic>
      <p:sp>
        <p:nvSpPr>
          <p:cNvPr id="63" name="TextBox 62"/>
          <p:cNvSpPr txBox="1"/>
          <p:nvPr/>
        </p:nvSpPr>
        <p:spPr>
          <a:xfrm>
            <a:off x="685800" y="5138928"/>
            <a:ext cx="73152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2000" b="1">
                <a:solidFill>
                  <a:srgbClr val="FF0053"/>
                </a:solidFill>
                <a:latin typeface="Montserrat"/>
              </a:rPr>
              <a:t>Спасибо за вопросы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0</TotalTime>
  <Application>Microsoft Office PowerPoint</Application>
  <PresentationFormat>On-screen Show (4:3)</PresentationFormat>
  <ScaleCrop>false</ScaleCrop>
  <LinksUpToDate>false</LinksUpToDate>
  <SharedDoc>false</SharedDoc>
  <HyperlinksChanged>false</HyperlinksChanged>
  <AppVersion>12.0000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terms:created xsi:type="dcterms:W3CDTF">2026-09-24T18:56:55Z</dcterms:created>
  <dcterms:modified xsi:type="dcterms:W3CDTF">2026-09-24T18:56:55Z</dcterms:modified>
  <dc:creator>Сабадаш Павел</dc:creator>
  <cp:lastModifiedBy>Сабадаш Павел</cp:lastModifiedBy>
  <dc:title>RTK CRM — ЛЦТ 2026, кейс №6</dc:title>
  <dc:subject>Система контроля взаимодействия ИТ Школы Ростелекома с вузами</dc:subject>
  <dc:description/>
  <cp:category/>
  <cp:keywords/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Converter">
    <vt:lpwstr>SolidFramework v10.0.20290.1</vt:lpwstr>
  </property>
  <property fmtid="{D5CDD505-2E9C-101B-9397-08002B2CF9AE}" pid="3" name="Created">
    <vt:filetime>2026-09-24T00:00:00Z</vt:filetime>
  </property>
  <property fmtid="{D5CDD505-2E9C-101B-9397-08002B2CF9AE}" pid="4" name="Creator">
    <vt:lpwstr>Microsoft® PowerPoint® 2016</vt:lpwstr>
  </property>
  <property fmtid="{D5CDD505-2E9C-101B-9397-08002B2CF9AE}" pid="5" name="LastSaved">
    <vt:filetime>2026-09-24T00:00:00Z</vt:filetime>
  </property>
  <property fmtid="{D5CDD505-2E9C-101B-9397-08002B2CF9AE}" pid="6" name="Producer">
    <vt:lpwstr>www.ilovepdf.com</vt:lpwstr>
  </property>
</Properties>
</file>