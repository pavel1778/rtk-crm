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2" r:id="rId12"/>
    <p:sldId id="263" r:id="rId13"/>
    <p:sldId id="264" r:id="rId14"/>
    <p:sldId id="265" r:id="rId15"/>
    <p:sldId id="266" r:id="rId16"/>
    <p:sldId id="268" r:id="rId18"/>
    <p:sldId id="272" r:id="rId22"/>
    <p:sldId id="274" r:id="rId24"/>
    <p:sldId id="275" r:id="rId25"/>
    <p:sldId id="271" r:id="rId21"/>
    <p:sldId id="282" r:id="rId32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24528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Команда из 5 человек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D2EF"/>
                </a:solidFill>
                <a:latin typeface="Montserrat"/>
              </a:rPr>
              <a:t>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Кол-во участников: 5 человек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Краткое описание: команда собралась на хакатоне ЛЦТ 2026 вокруг задачи ИТ Школы — связать коммуникации с вузами в один управляемый процесс.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CRM, которая ведёт взаимодействие с вузом от первого контакта до результата: Kanban по этапам workflow, карточка взаимодействия, задачи, комментарии, файлы и отчёты с экспортом.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Настраиваемый workflow: этапы, порядок и цвета меняет администратор без доработки кода. Отдельные воронки B2B (14 этапов) и B2C (4 этапа) с корректной фильтрацией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597204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СП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252" y="5074920"/>
            <a:ext cx="713232" cy="7132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2902966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ТК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7013" y="5074920"/>
            <a:ext cx="713232" cy="713232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209159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СА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207" y="5074920"/>
            <a:ext cx="713232" cy="7132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7514970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ИМ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9018" y="5074920"/>
            <a:ext cx="713232" cy="713232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9820782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НП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4830" y="507492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QR-код ведёт на профиль участника в Telegram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868680" y="1225296"/>
            <a:ext cx="10424160" cy="1371600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сторонам, работали итерациями с ежедневной синхронизацией.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68680" y="2852928"/>
            <a:ext cx="10424160" cy="13716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Задача ИТ Школы — про реальный процесс, а не учебный кейс: взаимодействие с вузами живёт в таблицах и чатах. Хотелось собрать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220979" cy="2381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8680" y="4535424"/>
            <a:ext cx="10424160" cy="1371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Свести две разные воронки — B2B (14 этапов) и B2C (4 этапа) — так, чтобы фильтры, создание заявок и отчёты не путали их между собой. Отдельно занимались версткой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React 18 + TypeScript + Ant Design на клиенте; FastAPI, SQLAlchemy 2 (async), PostgreSQL и JWT на сервере. Ролевой доступ и audit log для изменяющих операций.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Маркетинговая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закрывает потребность ИТ Школы в управляемом взаимодействии с вузами и переносится на другие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6136" y="1304544"/>
              <a:ext cx="11539855" cy="5050790"/>
            </a:xfrm>
            <a:custGeom>
              <a:avLst/>
              <a:gdLst/>
              <a:ahLst/>
              <a:cxnLst/>
              <a:rect l="l" t="t" r="r" b="b"/>
              <a:pathLst>
                <a:path w="11539855" h="5050790">
                  <a:moveTo>
                    <a:pt x="11189970" y="0"/>
                  </a:moveTo>
                  <a:lnTo>
                    <a:pt x="349796" y="0"/>
                  </a:lnTo>
                  <a:lnTo>
                    <a:pt x="302332" y="3192"/>
                  </a:lnTo>
                  <a:lnTo>
                    <a:pt x="256808" y="12493"/>
                  </a:lnTo>
                  <a:lnTo>
                    <a:pt x="213642" y="27485"/>
                  </a:lnTo>
                  <a:lnTo>
                    <a:pt x="173250" y="47751"/>
                  </a:lnTo>
                  <a:lnTo>
                    <a:pt x="136049" y="72876"/>
                  </a:lnTo>
                  <a:lnTo>
                    <a:pt x="102455" y="102441"/>
                  </a:lnTo>
                  <a:lnTo>
                    <a:pt x="72886" y="136030"/>
                  </a:lnTo>
                  <a:lnTo>
                    <a:pt x="47759" y="173228"/>
                  </a:lnTo>
                  <a:lnTo>
                    <a:pt x="27489" y="213615"/>
                  </a:lnTo>
                  <a:lnTo>
                    <a:pt x="12495" y="256778"/>
                  </a:lnTo>
                  <a:lnTo>
                    <a:pt x="3193" y="302297"/>
                  </a:lnTo>
                  <a:lnTo>
                    <a:pt x="0" y="349757"/>
                  </a:lnTo>
                  <a:lnTo>
                    <a:pt x="0" y="4700739"/>
                  </a:lnTo>
                  <a:lnTo>
                    <a:pt x="3193" y="4748203"/>
                  </a:lnTo>
                  <a:lnTo>
                    <a:pt x="12495" y="4793727"/>
                  </a:lnTo>
                  <a:lnTo>
                    <a:pt x="27489" y="4836893"/>
                  </a:lnTo>
                  <a:lnTo>
                    <a:pt x="47759" y="4877285"/>
                  </a:lnTo>
                  <a:lnTo>
                    <a:pt x="72886" y="4914486"/>
                  </a:lnTo>
                  <a:lnTo>
                    <a:pt x="102455" y="4948080"/>
                  </a:lnTo>
                  <a:lnTo>
                    <a:pt x="136049" y="4977649"/>
                  </a:lnTo>
                  <a:lnTo>
                    <a:pt x="173250" y="5002776"/>
                  </a:lnTo>
                  <a:lnTo>
                    <a:pt x="213642" y="5023046"/>
                  </a:lnTo>
                  <a:lnTo>
                    <a:pt x="256808" y="5038040"/>
                  </a:lnTo>
                  <a:lnTo>
                    <a:pt x="302332" y="5047342"/>
                  </a:lnTo>
                  <a:lnTo>
                    <a:pt x="349796" y="5050535"/>
                  </a:lnTo>
                  <a:lnTo>
                    <a:pt x="11189970" y="5050535"/>
                  </a:lnTo>
                  <a:lnTo>
                    <a:pt x="11237430" y="5047342"/>
                  </a:lnTo>
                  <a:lnTo>
                    <a:pt x="11282949" y="5038040"/>
                  </a:lnTo>
                  <a:lnTo>
                    <a:pt x="11326112" y="5023046"/>
                  </a:lnTo>
                  <a:lnTo>
                    <a:pt x="11366500" y="5002776"/>
                  </a:lnTo>
                  <a:lnTo>
                    <a:pt x="11403697" y="4977649"/>
                  </a:lnTo>
                  <a:lnTo>
                    <a:pt x="11437286" y="4948080"/>
                  </a:lnTo>
                  <a:lnTo>
                    <a:pt x="11466851" y="4914486"/>
                  </a:lnTo>
                  <a:lnTo>
                    <a:pt x="11491976" y="4877285"/>
                  </a:lnTo>
                  <a:lnTo>
                    <a:pt x="11512242" y="4836893"/>
                  </a:lnTo>
                  <a:lnTo>
                    <a:pt x="11527234" y="4793727"/>
                  </a:lnTo>
                  <a:lnTo>
                    <a:pt x="11536535" y="4748203"/>
                  </a:lnTo>
                  <a:lnTo>
                    <a:pt x="11539728" y="4700739"/>
                  </a:lnTo>
                  <a:lnTo>
                    <a:pt x="11539728" y="349757"/>
                  </a:lnTo>
                  <a:lnTo>
                    <a:pt x="11536535" y="302297"/>
                  </a:lnTo>
                  <a:lnTo>
                    <a:pt x="11527234" y="256778"/>
                  </a:lnTo>
                  <a:lnTo>
                    <a:pt x="11512242" y="213615"/>
                  </a:lnTo>
                  <a:lnTo>
                    <a:pt x="11491976" y="173227"/>
                  </a:lnTo>
                  <a:lnTo>
                    <a:pt x="11466851" y="136030"/>
                  </a:lnTo>
                  <a:lnTo>
                    <a:pt x="11437286" y="102441"/>
                  </a:lnTo>
                  <a:lnTo>
                    <a:pt x="11403697" y="72876"/>
                  </a:lnTo>
                  <a:lnTo>
                    <a:pt x="11366500" y="47751"/>
                  </a:lnTo>
                  <a:lnTo>
                    <a:pt x="11326112" y="27485"/>
                  </a:lnTo>
                  <a:lnTo>
                    <a:pt x="11282949" y="12493"/>
                  </a:lnTo>
                  <a:lnTo>
                    <a:pt x="11237430" y="3192"/>
                  </a:lnTo>
                  <a:lnTo>
                    <a:pt x="111899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" y="1307592"/>
            <a:ext cx="11539728" cy="5047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0233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Отдельный выбор этапа на мобильной версии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91271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Ключевые показатели и распределение по этапам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1520951"/>
              <a:ext cx="11497310" cy="4678680"/>
            </a:xfrm>
            <a:custGeom>
              <a:avLst/>
              <a:gdLst/>
              <a:ahLst/>
              <a:cxnLst/>
              <a:rect l="l" t="t" r="r" b="b"/>
              <a:pathLst>
                <a:path w="11497310" h="4678680">
                  <a:moveTo>
                    <a:pt x="2670048" y="262255"/>
                  </a:moveTo>
                  <a:lnTo>
                    <a:pt x="2665819" y="215099"/>
                  </a:lnTo>
                  <a:lnTo>
                    <a:pt x="2653639" y="170726"/>
                  </a:lnTo>
                  <a:lnTo>
                    <a:pt x="2634246" y="129870"/>
                  </a:lnTo>
                  <a:lnTo>
                    <a:pt x="2608389" y="93268"/>
                  </a:lnTo>
                  <a:lnTo>
                    <a:pt x="2576779" y="61658"/>
                  </a:lnTo>
                  <a:lnTo>
                    <a:pt x="2540177" y="35801"/>
                  </a:lnTo>
                  <a:lnTo>
                    <a:pt x="2499322" y="16408"/>
                  </a:lnTo>
                  <a:lnTo>
                    <a:pt x="2454948" y="4229"/>
                  </a:lnTo>
                  <a:lnTo>
                    <a:pt x="2407793" y="0"/>
                  </a:lnTo>
                  <a:lnTo>
                    <a:pt x="262229" y="0"/>
                  </a:lnTo>
                  <a:lnTo>
                    <a:pt x="215087" y="4229"/>
                  </a:lnTo>
                  <a:lnTo>
                    <a:pt x="170726" y="16408"/>
                  </a:lnTo>
                  <a:lnTo>
                    <a:pt x="129870" y="35801"/>
                  </a:lnTo>
                  <a:lnTo>
                    <a:pt x="93268" y="61658"/>
                  </a:lnTo>
                  <a:lnTo>
                    <a:pt x="61671" y="93268"/>
                  </a:lnTo>
                  <a:lnTo>
                    <a:pt x="35788" y="129870"/>
                  </a:lnTo>
                  <a:lnTo>
                    <a:pt x="16395" y="170726"/>
                  </a:lnTo>
                  <a:lnTo>
                    <a:pt x="4216" y="215099"/>
                  </a:lnTo>
                  <a:lnTo>
                    <a:pt x="0" y="262255"/>
                  </a:lnTo>
                  <a:lnTo>
                    <a:pt x="0" y="4416450"/>
                  </a:lnTo>
                  <a:lnTo>
                    <a:pt x="4216" y="4463593"/>
                  </a:lnTo>
                  <a:lnTo>
                    <a:pt x="16395" y="4507954"/>
                  </a:lnTo>
                  <a:lnTo>
                    <a:pt x="35788" y="4548810"/>
                  </a:lnTo>
                  <a:lnTo>
                    <a:pt x="61671" y="4585411"/>
                  </a:lnTo>
                  <a:lnTo>
                    <a:pt x="93268" y="4617009"/>
                  </a:lnTo>
                  <a:lnTo>
                    <a:pt x="129870" y="4642891"/>
                  </a:lnTo>
                  <a:lnTo>
                    <a:pt x="170726" y="4662284"/>
                  </a:lnTo>
                  <a:lnTo>
                    <a:pt x="215087" y="4674463"/>
                  </a:lnTo>
                  <a:lnTo>
                    <a:pt x="262229" y="4678680"/>
                  </a:lnTo>
                  <a:lnTo>
                    <a:pt x="2407793" y="4678680"/>
                  </a:lnTo>
                  <a:lnTo>
                    <a:pt x="2454948" y="4674463"/>
                  </a:lnTo>
                  <a:lnTo>
                    <a:pt x="2499322" y="4662284"/>
                  </a:lnTo>
                  <a:lnTo>
                    <a:pt x="2540177" y="4642891"/>
                  </a:lnTo>
                  <a:lnTo>
                    <a:pt x="2576779" y="4617009"/>
                  </a:lnTo>
                  <a:lnTo>
                    <a:pt x="2608389" y="4585411"/>
                  </a:lnTo>
                  <a:lnTo>
                    <a:pt x="2634246" y="4548810"/>
                  </a:lnTo>
                  <a:lnTo>
                    <a:pt x="2653639" y="4507954"/>
                  </a:lnTo>
                  <a:lnTo>
                    <a:pt x="2665819" y="4463593"/>
                  </a:lnTo>
                  <a:lnTo>
                    <a:pt x="2670048" y="4416450"/>
                  </a:lnTo>
                  <a:lnTo>
                    <a:pt x="2670048" y="262255"/>
                  </a:lnTo>
                  <a:close/>
                </a:path>
                <a:path w="11497310" h="4678680">
                  <a:moveTo>
                    <a:pt x="5614416" y="262509"/>
                  </a:moveTo>
                  <a:lnTo>
                    <a:pt x="5610187" y="215315"/>
                  </a:lnTo>
                  <a:lnTo>
                    <a:pt x="5597995" y="170891"/>
                  </a:lnTo>
                  <a:lnTo>
                    <a:pt x="5578576" y="129997"/>
                  </a:lnTo>
                  <a:lnTo>
                    <a:pt x="5552694" y="93357"/>
                  </a:lnTo>
                  <a:lnTo>
                    <a:pt x="5521058" y="61722"/>
                  </a:lnTo>
                  <a:lnTo>
                    <a:pt x="5484419" y="35839"/>
                  </a:lnTo>
                  <a:lnTo>
                    <a:pt x="5443525" y="16421"/>
                  </a:lnTo>
                  <a:lnTo>
                    <a:pt x="5399100" y="4229"/>
                  </a:lnTo>
                  <a:lnTo>
                    <a:pt x="5351907" y="0"/>
                  </a:lnTo>
                  <a:lnTo>
                    <a:pt x="3203829" y="0"/>
                  </a:lnTo>
                  <a:lnTo>
                    <a:pt x="3156623" y="4229"/>
                  </a:lnTo>
                  <a:lnTo>
                    <a:pt x="3112198" y="16421"/>
                  </a:lnTo>
                  <a:lnTo>
                    <a:pt x="3071304" y="35839"/>
                  </a:lnTo>
                  <a:lnTo>
                    <a:pt x="3034665" y="61722"/>
                  </a:lnTo>
                  <a:lnTo>
                    <a:pt x="3003029" y="93357"/>
                  </a:lnTo>
                  <a:lnTo>
                    <a:pt x="2977146" y="129997"/>
                  </a:lnTo>
                  <a:lnTo>
                    <a:pt x="2957728" y="170891"/>
                  </a:lnTo>
                  <a:lnTo>
                    <a:pt x="2945536" y="215315"/>
                  </a:lnTo>
                  <a:lnTo>
                    <a:pt x="2941307" y="262509"/>
                  </a:lnTo>
                  <a:lnTo>
                    <a:pt x="2941307" y="4416158"/>
                  </a:lnTo>
                  <a:lnTo>
                    <a:pt x="2945536" y="4463351"/>
                  </a:lnTo>
                  <a:lnTo>
                    <a:pt x="2957728" y="4507763"/>
                  </a:lnTo>
                  <a:lnTo>
                    <a:pt x="2977146" y="4548657"/>
                  </a:lnTo>
                  <a:lnTo>
                    <a:pt x="3003029" y="4585297"/>
                  </a:lnTo>
                  <a:lnTo>
                    <a:pt x="3034665" y="4616945"/>
                  </a:lnTo>
                  <a:lnTo>
                    <a:pt x="3071304" y="4642840"/>
                  </a:lnTo>
                  <a:lnTo>
                    <a:pt x="3112198" y="4662259"/>
                  </a:lnTo>
                  <a:lnTo>
                    <a:pt x="3156623" y="4674451"/>
                  </a:lnTo>
                  <a:lnTo>
                    <a:pt x="3203829" y="4678680"/>
                  </a:lnTo>
                  <a:lnTo>
                    <a:pt x="5351907" y="4678680"/>
                  </a:lnTo>
                  <a:lnTo>
                    <a:pt x="5399100" y="4674451"/>
                  </a:lnTo>
                  <a:lnTo>
                    <a:pt x="5443525" y="4662259"/>
                  </a:lnTo>
                  <a:lnTo>
                    <a:pt x="5484419" y="4642840"/>
                  </a:lnTo>
                  <a:lnTo>
                    <a:pt x="5521058" y="4616945"/>
                  </a:lnTo>
                  <a:lnTo>
                    <a:pt x="5552694" y="4585297"/>
                  </a:lnTo>
                  <a:lnTo>
                    <a:pt x="5578576" y="4548657"/>
                  </a:lnTo>
                  <a:lnTo>
                    <a:pt x="5597995" y="4507763"/>
                  </a:lnTo>
                  <a:lnTo>
                    <a:pt x="5610187" y="4463351"/>
                  </a:lnTo>
                  <a:lnTo>
                    <a:pt x="5614416" y="4416158"/>
                  </a:lnTo>
                  <a:lnTo>
                    <a:pt x="5614416" y="262509"/>
                  </a:lnTo>
                  <a:close/>
                </a:path>
                <a:path w="11497310" h="4678680">
                  <a:moveTo>
                    <a:pt x="8555736" y="262509"/>
                  </a:moveTo>
                  <a:lnTo>
                    <a:pt x="8551507" y="215315"/>
                  </a:lnTo>
                  <a:lnTo>
                    <a:pt x="8539315" y="170891"/>
                  </a:lnTo>
                  <a:lnTo>
                    <a:pt x="8519897" y="129997"/>
                  </a:lnTo>
                  <a:lnTo>
                    <a:pt x="8494014" y="93357"/>
                  </a:lnTo>
                  <a:lnTo>
                    <a:pt x="8462378" y="61722"/>
                  </a:lnTo>
                  <a:lnTo>
                    <a:pt x="8425739" y="35839"/>
                  </a:lnTo>
                  <a:lnTo>
                    <a:pt x="8384845" y="16421"/>
                  </a:lnTo>
                  <a:lnTo>
                    <a:pt x="8340420" y="4229"/>
                  </a:lnTo>
                  <a:lnTo>
                    <a:pt x="8293227" y="0"/>
                  </a:lnTo>
                  <a:lnTo>
                    <a:pt x="6145149" y="0"/>
                  </a:lnTo>
                  <a:lnTo>
                    <a:pt x="6097943" y="4229"/>
                  </a:lnTo>
                  <a:lnTo>
                    <a:pt x="6053518" y="16421"/>
                  </a:lnTo>
                  <a:lnTo>
                    <a:pt x="6012624" y="35839"/>
                  </a:lnTo>
                  <a:lnTo>
                    <a:pt x="5975985" y="61722"/>
                  </a:lnTo>
                  <a:lnTo>
                    <a:pt x="5944349" y="93357"/>
                  </a:lnTo>
                  <a:lnTo>
                    <a:pt x="5918466" y="129997"/>
                  </a:lnTo>
                  <a:lnTo>
                    <a:pt x="5899048" y="170891"/>
                  </a:lnTo>
                  <a:lnTo>
                    <a:pt x="5886856" y="215315"/>
                  </a:lnTo>
                  <a:lnTo>
                    <a:pt x="5882640" y="262509"/>
                  </a:lnTo>
                  <a:lnTo>
                    <a:pt x="5882640" y="4416158"/>
                  </a:lnTo>
                  <a:lnTo>
                    <a:pt x="5886856" y="4463351"/>
                  </a:lnTo>
                  <a:lnTo>
                    <a:pt x="5899048" y="4507763"/>
                  </a:lnTo>
                  <a:lnTo>
                    <a:pt x="5918466" y="4548657"/>
                  </a:lnTo>
                  <a:lnTo>
                    <a:pt x="5944349" y="4585297"/>
                  </a:lnTo>
                  <a:lnTo>
                    <a:pt x="5975985" y="4616945"/>
                  </a:lnTo>
                  <a:lnTo>
                    <a:pt x="6012624" y="4642840"/>
                  </a:lnTo>
                  <a:lnTo>
                    <a:pt x="6053518" y="4662259"/>
                  </a:lnTo>
                  <a:lnTo>
                    <a:pt x="6097943" y="4674451"/>
                  </a:lnTo>
                  <a:lnTo>
                    <a:pt x="6145149" y="4678680"/>
                  </a:lnTo>
                  <a:lnTo>
                    <a:pt x="8293227" y="4678680"/>
                  </a:lnTo>
                  <a:lnTo>
                    <a:pt x="8340420" y="4674451"/>
                  </a:lnTo>
                  <a:lnTo>
                    <a:pt x="8384845" y="4662259"/>
                  </a:lnTo>
                  <a:lnTo>
                    <a:pt x="8425739" y="4642840"/>
                  </a:lnTo>
                  <a:lnTo>
                    <a:pt x="8462378" y="4616945"/>
                  </a:lnTo>
                  <a:lnTo>
                    <a:pt x="8494014" y="4585297"/>
                  </a:lnTo>
                  <a:lnTo>
                    <a:pt x="8519897" y="4548657"/>
                  </a:lnTo>
                  <a:lnTo>
                    <a:pt x="8539315" y="4507763"/>
                  </a:lnTo>
                  <a:lnTo>
                    <a:pt x="8551507" y="4463351"/>
                  </a:lnTo>
                  <a:lnTo>
                    <a:pt x="8555736" y="4416158"/>
                  </a:lnTo>
                  <a:lnTo>
                    <a:pt x="8555736" y="262509"/>
                  </a:lnTo>
                  <a:close/>
                </a:path>
                <a:path w="11497310" h="4678680">
                  <a:moveTo>
                    <a:pt x="11497056" y="262255"/>
                  </a:moveTo>
                  <a:lnTo>
                    <a:pt x="11492827" y="215099"/>
                  </a:lnTo>
                  <a:lnTo>
                    <a:pt x="11480648" y="170726"/>
                  </a:lnTo>
                  <a:lnTo>
                    <a:pt x="11461255" y="129870"/>
                  </a:lnTo>
                  <a:lnTo>
                    <a:pt x="11435398" y="93268"/>
                  </a:lnTo>
                  <a:lnTo>
                    <a:pt x="11403787" y="61658"/>
                  </a:lnTo>
                  <a:lnTo>
                    <a:pt x="11367186" y="35801"/>
                  </a:lnTo>
                  <a:lnTo>
                    <a:pt x="11326330" y="16408"/>
                  </a:lnTo>
                  <a:lnTo>
                    <a:pt x="11281956" y="4229"/>
                  </a:lnTo>
                  <a:lnTo>
                    <a:pt x="11234801" y="0"/>
                  </a:lnTo>
                  <a:lnTo>
                    <a:pt x="9089263" y="0"/>
                  </a:lnTo>
                  <a:lnTo>
                    <a:pt x="9042095" y="4229"/>
                  </a:lnTo>
                  <a:lnTo>
                    <a:pt x="8997721" y="16408"/>
                  </a:lnTo>
                  <a:lnTo>
                    <a:pt x="8956865" y="35801"/>
                  </a:lnTo>
                  <a:lnTo>
                    <a:pt x="8920264" y="61658"/>
                  </a:lnTo>
                  <a:lnTo>
                    <a:pt x="8888654" y="93268"/>
                  </a:lnTo>
                  <a:lnTo>
                    <a:pt x="8862797" y="129870"/>
                  </a:lnTo>
                  <a:lnTo>
                    <a:pt x="8843404" y="170726"/>
                  </a:lnTo>
                  <a:lnTo>
                    <a:pt x="8831224" y="215099"/>
                  </a:lnTo>
                  <a:lnTo>
                    <a:pt x="8827008" y="262255"/>
                  </a:lnTo>
                  <a:lnTo>
                    <a:pt x="8827008" y="4416450"/>
                  </a:lnTo>
                  <a:lnTo>
                    <a:pt x="8831224" y="4463593"/>
                  </a:lnTo>
                  <a:lnTo>
                    <a:pt x="8843404" y="4507954"/>
                  </a:lnTo>
                  <a:lnTo>
                    <a:pt x="8862797" y="4548810"/>
                  </a:lnTo>
                  <a:lnTo>
                    <a:pt x="8888654" y="4585411"/>
                  </a:lnTo>
                  <a:lnTo>
                    <a:pt x="8920264" y="4617009"/>
                  </a:lnTo>
                  <a:lnTo>
                    <a:pt x="8956865" y="4642891"/>
                  </a:lnTo>
                  <a:lnTo>
                    <a:pt x="8997721" y="4662284"/>
                  </a:lnTo>
                  <a:lnTo>
                    <a:pt x="9042095" y="4674463"/>
                  </a:lnTo>
                  <a:lnTo>
                    <a:pt x="9089263" y="4678680"/>
                  </a:lnTo>
                  <a:lnTo>
                    <a:pt x="11234801" y="4678680"/>
                  </a:lnTo>
                  <a:lnTo>
                    <a:pt x="11281956" y="4674463"/>
                  </a:lnTo>
                  <a:lnTo>
                    <a:pt x="11326330" y="4662284"/>
                  </a:lnTo>
                  <a:lnTo>
                    <a:pt x="11367186" y="4642891"/>
                  </a:lnTo>
                  <a:lnTo>
                    <a:pt x="11403787" y="4617009"/>
                  </a:lnTo>
                  <a:lnTo>
                    <a:pt x="11435398" y="4585411"/>
                  </a:lnTo>
                  <a:lnTo>
                    <a:pt x="11461255" y="4548810"/>
                  </a:lnTo>
                  <a:lnTo>
                    <a:pt x="11480648" y="4507954"/>
                  </a:lnTo>
                  <a:lnTo>
                    <a:pt x="11492827" y="4463593"/>
                  </a:lnTo>
                  <a:lnTo>
                    <a:pt x="11497056" y="4416450"/>
                  </a:lnTo>
                  <a:lnTo>
                    <a:pt x="11497056" y="2622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6235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перенос production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3064764" y="0"/>
                  </a:moveTo>
                  <a:lnTo>
                    <a:pt x="333755" y="0"/>
                  </a:lnTo>
                  <a:lnTo>
                    <a:pt x="284447" y="3619"/>
                  </a:lnTo>
                  <a:lnTo>
                    <a:pt x="237381" y="14135"/>
                  </a:lnTo>
                  <a:lnTo>
                    <a:pt x="193075" y="31028"/>
                  </a:lnTo>
                  <a:lnTo>
                    <a:pt x="152045" y="53783"/>
                  </a:lnTo>
                  <a:lnTo>
                    <a:pt x="114808" y="81882"/>
                  </a:lnTo>
                  <a:lnTo>
                    <a:pt x="81882" y="114808"/>
                  </a:lnTo>
                  <a:lnTo>
                    <a:pt x="53783" y="152045"/>
                  </a:lnTo>
                  <a:lnTo>
                    <a:pt x="31028" y="193075"/>
                  </a:lnTo>
                  <a:lnTo>
                    <a:pt x="14135" y="237381"/>
                  </a:lnTo>
                  <a:lnTo>
                    <a:pt x="3619" y="284447"/>
                  </a:lnTo>
                  <a:lnTo>
                    <a:pt x="0" y="333756"/>
                  </a:lnTo>
                  <a:lnTo>
                    <a:pt x="0" y="4344911"/>
                  </a:lnTo>
                  <a:lnTo>
                    <a:pt x="3619" y="4394234"/>
                  </a:lnTo>
                  <a:lnTo>
                    <a:pt x="14135" y="4441309"/>
                  </a:lnTo>
                  <a:lnTo>
                    <a:pt x="31028" y="4485621"/>
                  </a:lnTo>
                  <a:lnTo>
                    <a:pt x="53783" y="4526654"/>
                  </a:lnTo>
                  <a:lnTo>
                    <a:pt x="81882" y="4563890"/>
                  </a:lnTo>
                  <a:lnTo>
                    <a:pt x="114808" y="4596813"/>
                  </a:lnTo>
                  <a:lnTo>
                    <a:pt x="152045" y="4624909"/>
                  </a:lnTo>
                  <a:lnTo>
                    <a:pt x="193075" y="4647659"/>
                  </a:lnTo>
                  <a:lnTo>
                    <a:pt x="237381" y="4664548"/>
                  </a:lnTo>
                  <a:lnTo>
                    <a:pt x="284447" y="4675061"/>
                  </a:lnTo>
                  <a:lnTo>
                    <a:pt x="333755" y="4678680"/>
                  </a:lnTo>
                  <a:lnTo>
                    <a:pt x="3064764" y="4678680"/>
                  </a:lnTo>
                  <a:lnTo>
                    <a:pt x="3114072" y="4675061"/>
                  </a:lnTo>
                  <a:lnTo>
                    <a:pt x="3161138" y="4664548"/>
                  </a:lnTo>
                  <a:lnTo>
                    <a:pt x="3205444" y="4647659"/>
                  </a:lnTo>
                  <a:lnTo>
                    <a:pt x="3246474" y="4624909"/>
                  </a:lnTo>
                  <a:lnTo>
                    <a:pt x="3283711" y="4596813"/>
                  </a:lnTo>
                  <a:lnTo>
                    <a:pt x="3316637" y="4563890"/>
                  </a:lnTo>
                  <a:lnTo>
                    <a:pt x="3344736" y="4526654"/>
                  </a:lnTo>
                  <a:lnTo>
                    <a:pt x="3367491" y="4485621"/>
                  </a:lnTo>
                  <a:lnTo>
                    <a:pt x="3384384" y="4441309"/>
                  </a:lnTo>
                  <a:lnTo>
                    <a:pt x="3394900" y="4394234"/>
                  </a:lnTo>
                  <a:lnTo>
                    <a:pt x="3398520" y="4344911"/>
                  </a:lnTo>
                  <a:lnTo>
                    <a:pt x="3398520" y="333756"/>
                  </a:lnTo>
                  <a:lnTo>
                    <a:pt x="3394900" y="284447"/>
                  </a:lnTo>
                  <a:lnTo>
                    <a:pt x="3384384" y="237381"/>
                  </a:lnTo>
                  <a:lnTo>
                    <a:pt x="3367491" y="193075"/>
                  </a:lnTo>
                  <a:lnTo>
                    <a:pt x="3344736" y="152045"/>
                  </a:lnTo>
                  <a:lnTo>
                    <a:pt x="3316637" y="114808"/>
                  </a:lnTo>
                  <a:lnTo>
                    <a:pt x="3283711" y="81882"/>
                  </a:lnTo>
                  <a:lnTo>
                    <a:pt x="3246474" y="53783"/>
                  </a:lnTo>
                  <a:lnTo>
                    <a:pt x="3205444" y="31028"/>
                  </a:lnTo>
                  <a:lnTo>
                    <a:pt x="3161138" y="14135"/>
                  </a:lnTo>
                  <a:lnTo>
                    <a:pt x="3114072" y="3619"/>
                  </a:lnTo>
                  <a:lnTo>
                    <a:pt x="306476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0" y="333756"/>
                  </a:moveTo>
                  <a:lnTo>
                    <a:pt x="3619" y="284447"/>
                  </a:lnTo>
                  <a:lnTo>
                    <a:pt x="14135" y="237381"/>
                  </a:lnTo>
                  <a:lnTo>
                    <a:pt x="31028" y="193075"/>
                  </a:lnTo>
                  <a:lnTo>
                    <a:pt x="53783" y="152045"/>
                  </a:lnTo>
                  <a:lnTo>
                    <a:pt x="81882" y="114808"/>
                  </a:lnTo>
                  <a:lnTo>
                    <a:pt x="114808" y="81882"/>
                  </a:lnTo>
                  <a:lnTo>
                    <a:pt x="152045" y="53783"/>
                  </a:lnTo>
                  <a:lnTo>
                    <a:pt x="193075" y="31028"/>
                  </a:lnTo>
                  <a:lnTo>
                    <a:pt x="237381" y="14135"/>
                  </a:lnTo>
                  <a:lnTo>
                    <a:pt x="284447" y="3619"/>
                  </a:lnTo>
                  <a:lnTo>
                    <a:pt x="333755" y="0"/>
                  </a:lnTo>
                  <a:lnTo>
                    <a:pt x="3064764" y="0"/>
                  </a:lnTo>
                  <a:lnTo>
                    <a:pt x="3114072" y="3619"/>
                  </a:lnTo>
                  <a:lnTo>
                    <a:pt x="3161138" y="14135"/>
                  </a:lnTo>
                  <a:lnTo>
                    <a:pt x="3205444" y="31028"/>
                  </a:lnTo>
                  <a:lnTo>
                    <a:pt x="3246474" y="53783"/>
                  </a:lnTo>
                  <a:lnTo>
                    <a:pt x="3283711" y="81882"/>
                  </a:lnTo>
                  <a:lnTo>
                    <a:pt x="3316637" y="114808"/>
                  </a:lnTo>
                  <a:lnTo>
                    <a:pt x="3344736" y="152045"/>
                  </a:lnTo>
                  <a:lnTo>
                    <a:pt x="3367491" y="193075"/>
                  </a:lnTo>
                  <a:lnTo>
                    <a:pt x="3384384" y="237381"/>
                  </a:lnTo>
                  <a:lnTo>
                    <a:pt x="3394900" y="284447"/>
                  </a:lnTo>
                  <a:lnTo>
                    <a:pt x="3398520" y="333756"/>
                  </a:lnTo>
                  <a:lnTo>
                    <a:pt x="3398520" y="4344911"/>
                  </a:lnTo>
                  <a:lnTo>
                    <a:pt x="3394900" y="4394234"/>
                  </a:lnTo>
                  <a:lnTo>
                    <a:pt x="3384384" y="4441309"/>
                  </a:lnTo>
                  <a:lnTo>
                    <a:pt x="3367491" y="4485621"/>
                  </a:lnTo>
                  <a:lnTo>
                    <a:pt x="3344736" y="4526654"/>
                  </a:lnTo>
                  <a:lnTo>
                    <a:pt x="3316637" y="4563890"/>
                  </a:lnTo>
                  <a:lnTo>
                    <a:pt x="3283711" y="4596813"/>
                  </a:lnTo>
                  <a:lnTo>
                    <a:pt x="3246474" y="4624909"/>
                  </a:lnTo>
                  <a:lnTo>
                    <a:pt x="3205444" y="4647659"/>
                  </a:lnTo>
                  <a:lnTo>
                    <a:pt x="3161138" y="4664548"/>
                  </a:lnTo>
                  <a:lnTo>
                    <a:pt x="3114072" y="4675061"/>
                  </a:lnTo>
                  <a:lnTo>
                    <a:pt x="3064764" y="4678680"/>
                  </a:lnTo>
                  <a:lnTo>
                    <a:pt x="333755" y="4678680"/>
                  </a:lnTo>
                  <a:lnTo>
                    <a:pt x="284447" y="4675061"/>
                  </a:lnTo>
                  <a:lnTo>
                    <a:pt x="237381" y="4664548"/>
                  </a:lnTo>
                  <a:lnTo>
                    <a:pt x="193075" y="4647659"/>
                  </a:lnTo>
                  <a:lnTo>
                    <a:pt x="152045" y="4624909"/>
                  </a:lnTo>
                  <a:lnTo>
                    <a:pt x="114808" y="4596813"/>
                  </a:lnTo>
                  <a:lnTo>
                    <a:pt x="81882" y="4563890"/>
                  </a:lnTo>
                  <a:lnTo>
                    <a:pt x="53783" y="4526654"/>
                  </a:lnTo>
                  <a:lnTo>
                    <a:pt x="31028" y="4485621"/>
                  </a:lnTo>
                  <a:lnTo>
                    <a:pt x="14135" y="4441309"/>
                  </a:lnTo>
                  <a:lnTo>
                    <a:pt x="3619" y="4394234"/>
                  </a:lnTo>
                  <a:lnTo>
                    <a:pt x="0" y="4344911"/>
                  </a:lnTo>
                  <a:lnTo>
                    <a:pt x="0" y="333756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2930017" y="0"/>
                  </a:moveTo>
                  <a:lnTo>
                    <a:pt x="319150" y="0"/>
                  </a:lnTo>
                  <a:lnTo>
                    <a:pt x="271986" y="3460"/>
                  </a:lnTo>
                  <a:lnTo>
                    <a:pt x="226970" y="13511"/>
                  </a:lnTo>
                  <a:lnTo>
                    <a:pt x="184599" y="29660"/>
                  </a:lnTo>
                  <a:lnTo>
                    <a:pt x="145363" y="51413"/>
                  </a:lnTo>
                  <a:lnTo>
                    <a:pt x="109758" y="78277"/>
                  </a:lnTo>
                  <a:lnTo>
                    <a:pt x="78277" y="109758"/>
                  </a:lnTo>
                  <a:lnTo>
                    <a:pt x="51413" y="145363"/>
                  </a:lnTo>
                  <a:lnTo>
                    <a:pt x="29660" y="184599"/>
                  </a:lnTo>
                  <a:lnTo>
                    <a:pt x="13511" y="226970"/>
                  </a:lnTo>
                  <a:lnTo>
                    <a:pt x="3460" y="271986"/>
                  </a:lnTo>
                  <a:lnTo>
                    <a:pt x="0" y="319150"/>
                  </a:lnTo>
                  <a:lnTo>
                    <a:pt x="0" y="4359579"/>
                  </a:lnTo>
                  <a:lnTo>
                    <a:pt x="3460" y="4406734"/>
                  </a:lnTo>
                  <a:lnTo>
                    <a:pt x="13511" y="4451741"/>
                  </a:lnTo>
                  <a:lnTo>
                    <a:pt x="29660" y="4494106"/>
                  </a:lnTo>
                  <a:lnTo>
                    <a:pt x="51413" y="4533334"/>
                  </a:lnTo>
                  <a:lnTo>
                    <a:pt x="78277" y="4568934"/>
                  </a:lnTo>
                  <a:lnTo>
                    <a:pt x="109758" y="4600411"/>
                  </a:lnTo>
                  <a:lnTo>
                    <a:pt x="145363" y="4627271"/>
                  </a:lnTo>
                  <a:lnTo>
                    <a:pt x="184599" y="4649022"/>
                  </a:lnTo>
                  <a:lnTo>
                    <a:pt x="226970" y="4665169"/>
                  </a:lnTo>
                  <a:lnTo>
                    <a:pt x="271986" y="4675220"/>
                  </a:lnTo>
                  <a:lnTo>
                    <a:pt x="319150" y="4678680"/>
                  </a:lnTo>
                  <a:lnTo>
                    <a:pt x="2930017" y="4678680"/>
                  </a:lnTo>
                  <a:lnTo>
                    <a:pt x="2977181" y="4675220"/>
                  </a:lnTo>
                  <a:lnTo>
                    <a:pt x="3022197" y="4665169"/>
                  </a:lnTo>
                  <a:lnTo>
                    <a:pt x="3064568" y="4649022"/>
                  </a:lnTo>
                  <a:lnTo>
                    <a:pt x="3103804" y="4627271"/>
                  </a:lnTo>
                  <a:lnTo>
                    <a:pt x="3139409" y="4600411"/>
                  </a:lnTo>
                  <a:lnTo>
                    <a:pt x="3170890" y="4568934"/>
                  </a:lnTo>
                  <a:lnTo>
                    <a:pt x="3197754" y="4533334"/>
                  </a:lnTo>
                  <a:lnTo>
                    <a:pt x="3219507" y="4494106"/>
                  </a:lnTo>
                  <a:lnTo>
                    <a:pt x="3235656" y="4451741"/>
                  </a:lnTo>
                  <a:lnTo>
                    <a:pt x="3245707" y="4406734"/>
                  </a:lnTo>
                  <a:lnTo>
                    <a:pt x="3249168" y="4359579"/>
                  </a:lnTo>
                  <a:lnTo>
                    <a:pt x="3249168" y="319150"/>
                  </a:lnTo>
                  <a:lnTo>
                    <a:pt x="3245707" y="271986"/>
                  </a:lnTo>
                  <a:lnTo>
                    <a:pt x="3235656" y="226970"/>
                  </a:lnTo>
                  <a:lnTo>
                    <a:pt x="3219507" y="184599"/>
                  </a:lnTo>
                  <a:lnTo>
                    <a:pt x="3197754" y="145363"/>
                  </a:lnTo>
                  <a:lnTo>
                    <a:pt x="3170890" y="109758"/>
                  </a:lnTo>
                  <a:lnTo>
                    <a:pt x="3139409" y="78277"/>
                  </a:lnTo>
                  <a:lnTo>
                    <a:pt x="3103804" y="51413"/>
                  </a:lnTo>
                  <a:lnTo>
                    <a:pt x="3064568" y="29660"/>
                  </a:lnTo>
                  <a:lnTo>
                    <a:pt x="3022197" y="13511"/>
                  </a:lnTo>
                  <a:lnTo>
                    <a:pt x="2977181" y="3460"/>
                  </a:lnTo>
                  <a:lnTo>
                    <a:pt x="293001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0" y="319150"/>
                  </a:moveTo>
                  <a:lnTo>
                    <a:pt x="3460" y="271986"/>
                  </a:lnTo>
                  <a:lnTo>
                    <a:pt x="13511" y="226970"/>
                  </a:lnTo>
                  <a:lnTo>
                    <a:pt x="29660" y="184599"/>
                  </a:lnTo>
                  <a:lnTo>
                    <a:pt x="51413" y="145363"/>
                  </a:lnTo>
                  <a:lnTo>
                    <a:pt x="78277" y="109758"/>
                  </a:lnTo>
                  <a:lnTo>
                    <a:pt x="109758" y="78277"/>
                  </a:lnTo>
                  <a:lnTo>
                    <a:pt x="145363" y="51413"/>
                  </a:lnTo>
                  <a:lnTo>
                    <a:pt x="184599" y="29660"/>
                  </a:lnTo>
                  <a:lnTo>
                    <a:pt x="226970" y="13511"/>
                  </a:lnTo>
                  <a:lnTo>
                    <a:pt x="271986" y="3460"/>
                  </a:lnTo>
                  <a:lnTo>
                    <a:pt x="319150" y="0"/>
                  </a:lnTo>
                  <a:lnTo>
                    <a:pt x="2930017" y="0"/>
                  </a:lnTo>
                  <a:lnTo>
                    <a:pt x="2977181" y="3460"/>
                  </a:lnTo>
                  <a:lnTo>
                    <a:pt x="3022197" y="13511"/>
                  </a:lnTo>
                  <a:lnTo>
                    <a:pt x="3064568" y="29660"/>
                  </a:lnTo>
                  <a:lnTo>
                    <a:pt x="3103804" y="51413"/>
                  </a:lnTo>
                  <a:lnTo>
                    <a:pt x="3139409" y="78277"/>
                  </a:lnTo>
                  <a:lnTo>
                    <a:pt x="3170890" y="109758"/>
                  </a:lnTo>
                  <a:lnTo>
                    <a:pt x="3197754" y="145363"/>
                  </a:lnTo>
                  <a:lnTo>
                    <a:pt x="3219507" y="184599"/>
                  </a:lnTo>
                  <a:lnTo>
                    <a:pt x="3235656" y="226970"/>
                  </a:lnTo>
                  <a:lnTo>
                    <a:pt x="3245707" y="271986"/>
                  </a:lnTo>
                  <a:lnTo>
                    <a:pt x="3249168" y="319150"/>
                  </a:lnTo>
                  <a:lnTo>
                    <a:pt x="3249168" y="4359579"/>
                  </a:lnTo>
                  <a:lnTo>
                    <a:pt x="3245707" y="4406734"/>
                  </a:lnTo>
                  <a:lnTo>
                    <a:pt x="3235656" y="4451741"/>
                  </a:lnTo>
                  <a:lnTo>
                    <a:pt x="3219507" y="4494106"/>
                  </a:lnTo>
                  <a:lnTo>
                    <a:pt x="3197754" y="4533334"/>
                  </a:lnTo>
                  <a:lnTo>
                    <a:pt x="3170890" y="4568934"/>
                  </a:lnTo>
                  <a:lnTo>
                    <a:pt x="3139409" y="4600411"/>
                  </a:lnTo>
                  <a:lnTo>
                    <a:pt x="3103804" y="4627271"/>
                  </a:lnTo>
                  <a:lnTo>
                    <a:pt x="3064568" y="4649022"/>
                  </a:lnTo>
                  <a:lnTo>
                    <a:pt x="3022197" y="4665169"/>
                  </a:lnTo>
                  <a:lnTo>
                    <a:pt x="2977181" y="4675220"/>
                  </a:lnTo>
                  <a:lnTo>
                    <a:pt x="2930017" y="4678680"/>
                  </a:lnTo>
                  <a:lnTo>
                    <a:pt x="319150" y="4678680"/>
                  </a:lnTo>
                  <a:lnTo>
                    <a:pt x="271986" y="4675220"/>
                  </a:lnTo>
                  <a:lnTo>
                    <a:pt x="226970" y="4665169"/>
                  </a:lnTo>
                  <a:lnTo>
                    <a:pt x="184599" y="4649022"/>
                  </a:lnTo>
                  <a:lnTo>
                    <a:pt x="145363" y="4627271"/>
                  </a:lnTo>
                  <a:lnTo>
                    <a:pt x="109758" y="4600411"/>
                  </a:lnTo>
                  <a:lnTo>
                    <a:pt x="78277" y="4568934"/>
                  </a:lnTo>
                  <a:lnTo>
                    <a:pt x="51413" y="4533334"/>
                  </a:lnTo>
                  <a:lnTo>
                    <a:pt x="29660" y="4494106"/>
                  </a:lnTo>
                  <a:lnTo>
                    <a:pt x="13511" y="4451741"/>
                  </a:lnTo>
                  <a:lnTo>
                    <a:pt x="3460" y="4406734"/>
                  </a:lnTo>
                  <a:lnTo>
                    <a:pt x="0" y="4359579"/>
                  </a:lnTo>
                  <a:lnTo>
                    <a:pt x="0" y="31915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2927350" y="0"/>
                  </a:moveTo>
                  <a:lnTo>
                    <a:pt x="318795" y="0"/>
                  </a:lnTo>
                  <a:lnTo>
                    <a:pt x="271687" y="3456"/>
                  </a:lnTo>
                  <a:lnTo>
                    <a:pt x="226725" y="13498"/>
                  </a:lnTo>
                  <a:lnTo>
                    <a:pt x="184401" y="29632"/>
                  </a:lnTo>
                  <a:lnTo>
                    <a:pt x="145210" y="51363"/>
                  </a:lnTo>
                  <a:lnTo>
                    <a:pt x="109644" y="78198"/>
                  </a:lnTo>
                  <a:lnTo>
                    <a:pt x="78197" y="109645"/>
                  </a:lnTo>
                  <a:lnTo>
                    <a:pt x="51361" y="145209"/>
                  </a:lnTo>
                  <a:lnTo>
                    <a:pt x="29630" y="184397"/>
                  </a:lnTo>
                  <a:lnTo>
                    <a:pt x="13497" y="226715"/>
                  </a:lnTo>
                  <a:lnTo>
                    <a:pt x="3456" y="271671"/>
                  </a:lnTo>
                  <a:lnTo>
                    <a:pt x="0" y="318770"/>
                  </a:lnTo>
                  <a:lnTo>
                    <a:pt x="0" y="4359884"/>
                  </a:lnTo>
                  <a:lnTo>
                    <a:pt x="3456" y="4406992"/>
                  </a:lnTo>
                  <a:lnTo>
                    <a:pt x="13497" y="4451954"/>
                  </a:lnTo>
                  <a:lnTo>
                    <a:pt x="29630" y="4494278"/>
                  </a:lnTo>
                  <a:lnTo>
                    <a:pt x="51361" y="4533469"/>
                  </a:lnTo>
                  <a:lnTo>
                    <a:pt x="78197" y="4569035"/>
                  </a:lnTo>
                  <a:lnTo>
                    <a:pt x="109644" y="4600482"/>
                  </a:lnTo>
                  <a:lnTo>
                    <a:pt x="145210" y="4627318"/>
                  </a:lnTo>
                  <a:lnTo>
                    <a:pt x="184401" y="4649049"/>
                  </a:lnTo>
                  <a:lnTo>
                    <a:pt x="226725" y="4665182"/>
                  </a:lnTo>
                  <a:lnTo>
                    <a:pt x="271687" y="4675223"/>
                  </a:lnTo>
                  <a:lnTo>
                    <a:pt x="318795" y="4678680"/>
                  </a:lnTo>
                  <a:lnTo>
                    <a:pt x="2927350" y="4678680"/>
                  </a:lnTo>
                  <a:lnTo>
                    <a:pt x="2974448" y="4675223"/>
                  </a:lnTo>
                  <a:lnTo>
                    <a:pt x="3019404" y="4665182"/>
                  </a:lnTo>
                  <a:lnTo>
                    <a:pt x="3061722" y="4649049"/>
                  </a:lnTo>
                  <a:lnTo>
                    <a:pt x="3100910" y="4627318"/>
                  </a:lnTo>
                  <a:lnTo>
                    <a:pt x="3136474" y="4600482"/>
                  </a:lnTo>
                  <a:lnTo>
                    <a:pt x="3167921" y="4569035"/>
                  </a:lnTo>
                  <a:lnTo>
                    <a:pt x="3194756" y="4533469"/>
                  </a:lnTo>
                  <a:lnTo>
                    <a:pt x="3216487" y="4494278"/>
                  </a:lnTo>
                  <a:lnTo>
                    <a:pt x="3232621" y="4451954"/>
                  </a:lnTo>
                  <a:lnTo>
                    <a:pt x="3242663" y="4406992"/>
                  </a:lnTo>
                  <a:lnTo>
                    <a:pt x="3246120" y="4359884"/>
                  </a:lnTo>
                  <a:lnTo>
                    <a:pt x="3246120" y="318770"/>
                  </a:lnTo>
                  <a:lnTo>
                    <a:pt x="3242663" y="271671"/>
                  </a:lnTo>
                  <a:lnTo>
                    <a:pt x="3232621" y="226715"/>
                  </a:lnTo>
                  <a:lnTo>
                    <a:pt x="3216487" y="184397"/>
                  </a:lnTo>
                  <a:lnTo>
                    <a:pt x="3194756" y="145209"/>
                  </a:lnTo>
                  <a:lnTo>
                    <a:pt x="3167921" y="109645"/>
                  </a:lnTo>
                  <a:lnTo>
                    <a:pt x="3136474" y="78198"/>
                  </a:lnTo>
                  <a:lnTo>
                    <a:pt x="3100910" y="51363"/>
                  </a:lnTo>
                  <a:lnTo>
                    <a:pt x="3061722" y="29632"/>
                  </a:lnTo>
                  <a:lnTo>
                    <a:pt x="3019404" y="13498"/>
                  </a:lnTo>
                  <a:lnTo>
                    <a:pt x="2974448" y="3456"/>
                  </a:lnTo>
                  <a:lnTo>
                    <a:pt x="292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0" y="318770"/>
                  </a:moveTo>
                  <a:lnTo>
                    <a:pt x="3456" y="271671"/>
                  </a:lnTo>
                  <a:lnTo>
                    <a:pt x="13497" y="226715"/>
                  </a:lnTo>
                  <a:lnTo>
                    <a:pt x="29630" y="184397"/>
                  </a:lnTo>
                  <a:lnTo>
                    <a:pt x="51361" y="145209"/>
                  </a:lnTo>
                  <a:lnTo>
                    <a:pt x="78197" y="109645"/>
                  </a:lnTo>
                  <a:lnTo>
                    <a:pt x="109644" y="78198"/>
                  </a:lnTo>
                  <a:lnTo>
                    <a:pt x="145210" y="51363"/>
                  </a:lnTo>
                  <a:lnTo>
                    <a:pt x="184401" y="29632"/>
                  </a:lnTo>
                  <a:lnTo>
                    <a:pt x="226725" y="13498"/>
                  </a:lnTo>
                  <a:lnTo>
                    <a:pt x="271687" y="3456"/>
                  </a:lnTo>
                  <a:lnTo>
                    <a:pt x="318795" y="0"/>
                  </a:lnTo>
                  <a:lnTo>
                    <a:pt x="2927350" y="0"/>
                  </a:lnTo>
                  <a:lnTo>
                    <a:pt x="2974448" y="3456"/>
                  </a:lnTo>
                  <a:lnTo>
                    <a:pt x="3019404" y="13498"/>
                  </a:lnTo>
                  <a:lnTo>
                    <a:pt x="3061722" y="29632"/>
                  </a:lnTo>
                  <a:lnTo>
                    <a:pt x="3100910" y="51363"/>
                  </a:lnTo>
                  <a:lnTo>
                    <a:pt x="3136474" y="78198"/>
                  </a:lnTo>
                  <a:lnTo>
                    <a:pt x="3167921" y="109645"/>
                  </a:lnTo>
                  <a:lnTo>
                    <a:pt x="3194756" y="145209"/>
                  </a:lnTo>
                  <a:lnTo>
                    <a:pt x="3216487" y="184397"/>
                  </a:lnTo>
                  <a:lnTo>
                    <a:pt x="3232621" y="226715"/>
                  </a:lnTo>
                  <a:lnTo>
                    <a:pt x="3242663" y="271671"/>
                  </a:lnTo>
                  <a:lnTo>
                    <a:pt x="3246120" y="318770"/>
                  </a:lnTo>
                  <a:lnTo>
                    <a:pt x="3246120" y="4359884"/>
                  </a:lnTo>
                  <a:lnTo>
                    <a:pt x="3242663" y="4406992"/>
                  </a:lnTo>
                  <a:lnTo>
                    <a:pt x="3232621" y="4451954"/>
                  </a:lnTo>
                  <a:lnTo>
                    <a:pt x="3216487" y="4494278"/>
                  </a:lnTo>
                  <a:lnTo>
                    <a:pt x="3194756" y="4533469"/>
                  </a:lnTo>
                  <a:lnTo>
                    <a:pt x="3167921" y="4569035"/>
                  </a:lnTo>
                  <a:lnTo>
                    <a:pt x="3136474" y="4600482"/>
                  </a:lnTo>
                  <a:lnTo>
                    <a:pt x="3100910" y="4627318"/>
                  </a:lnTo>
                  <a:lnTo>
                    <a:pt x="3061722" y="4649049"/>
                  </a:lnTo>
                  <a:lnTo>
                    <a:pt x="3019404" y="4665182"/>
                  </a:lnTo>
                  <a:lnTo>
                    <a:pt x="2974448" y="4675223"/>
                  </a:lnTo>
                  <a:lnTo>
                    <a:pt x="2927350" y="4678680"/>
                  </a:lnTo>
                  <a:lnTo>
                    <a:pt x="318795" y="4678680"/>
                  </a:lnTo>
                  <a:lnTo>
                    <a:pt x="271687" y="4675223"/>
                  </a:lnTo>
                  <a:lnTo>
                    <a:pt x="226725" y="4665182"/>
                  </a:lnTo>
                  <a:lnTo>
                    <a:pt x="184401" y="4649049"/>
                  </a:lnTo>
                  <a:lnTo>
                    <a:pt x="145210" y="4627318"/>
                  </a:lnTo>
                  <a:lnTo>
                    <a:pt x="109644" y="4600482"/>
                  </a:lnTo>
                  <a:lnTo>
                    <a:pt x="78197" y="4569035"/>
                  </a:lnTo>
                  <a:lnTo>
                    <a:pt x="51361" y="4533469"/>
                  </a:lnTo>
                  <a:lnTo>
                    <a:pt x="29630" y="4494278"/>
                  </a:lnTo>
                  <a:lnTo>
                    <a:pt x="13497" y="4451954"/>
                  </a:lnTo>
                  <a:lnTo>
                    <a:pt x="3456" y="4406992"/>
                  </a:lnTo>
                  <a:lnTo>
                    <a:pt x="0" y="4359884"/>
                  </a:lnTo>
                  <a:lnTo>
                    <a:pt x="0" y="31877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28437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284378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847088"/>
            <a:ext cx="29992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87168"/>
            <a:ext cx="29992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847088"/>
            <a:ext cx="28437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7928" y="2487168"/>
            <a:ext cx="284378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для production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SQLite для локального запуска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Docker Compose и Nginx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6600571" y="0"/>
                  </a:moveTo>
                  <a:lnTo>
                    <a:pt x="205587" y="0"/>
                  </a:lnTo>
                  <a:lnTo>
                    <a:pt x="158449" y="5431"/>
                  </a:lnTo>
                  <a:lnTo>
                    <a:pt x="115177" y="20902"/>
                  </a:lnTo>
                  <a:lnTo>
                    <a:pt x="77005" y="45176"/>
                  </a:lnTo>
                  <a:lnTo>
                    <a:pt x="45166" y="77020"/>
                  </a:lnTo>
                  <a:lnTo>
                    <a:pt x="20897" y="115197"/>
                  </a:lnTo>
                  <a:lnTo>
                    <a:pt x="5429" y="158473"/>
                  </a:lnTo>
                  <a:lnTo>
                    <a:pt x="0" y="205612"/>
                  </a:lnTo>
                  <a:lnTo>
                    <a:pt x="0" y="1824354"/>
                  </a:lnTo>
                  <a:lnTo>
                    <a:pt x="5429" y="1871494"/>
                  </a:lnTo>
                  <a:lnTo>
                    <a:pt x="20897" y="1914770"/>
                  </a:lnTo>
                  <a:lnTo>
                    <a:pt x="45166" y="1952947"/>
                  </a:lnTo>
                  <a:lnTo>
                    <a:pt x="77005" y="1984791"/>
                  </a:lnTo>
                  <a:lnTo>
                    <a:pt x="115177" y="2009065"/>
                  </a:lnTo>
                  <a:lnTo>
                    <a:pt x="158449" y="2024536"/>
                  </a:lnTo>
                  <a:lnTo>
                    <a:pt x="205587" y="2029967"/>
                  </a:lnTo>
                  <a:lnTo>
                    <a:pt x="6600571" y="2029967"/>
                  </a:lnTo>
                  <a:lnTo>
                    <a:pt x="6647710" y="2024536"/>
                  </a:lnTo>
                  <a:lnTo>
                    <a:pt x="6690986" y="2009065"/>
                  </a:lnTo>
                  <a:lnTo>
                    <a:pt x="6729163" y="1984791"/>
                  </a:lnTo>
                  <a:lnTo>
                    <a:pt x="6761007" y="1952947"/>
                  </a:lnTo>
                  <a:lnTo>
                    <a:pt x="6785281" y="1914770"/>
                  </a:lnTo>
                  <a:lnTo>
                    <a:pt x="6800752" y="1871494"/>
                  </a:lnTo>
                  <a:lnTo>
                    <a:pt x="6806183" y="1824354"/>
                  </a:lnTo>
                  <a:lnTo>
                    <a:pt x="6806183" y="205612"/>
                  </a:lnTo>
                  <a:lnTo>
                    <a:pt x="6800752" y="158473"/>
                  </a:lnTo>
                  <a:lnTo>
                    <a:pt x="6785281" y="115197"/>
                  </a:lnTo>
                  <a:lnTo>
                    <a:pt x="6761007" y="77020"/>
                  </a:lnTo>
                  <a:lnTo>
                    <a:pt x="6729163" y="45176"/>
                  </a:lnTo>
                  <a:lnTo>
                    <a:pt x="6690986" y="20902"/>
                  </a:lnTo>
                  <a:lnTo>
                    <a:pt x="6647710" y="5431"/>
                  </a:lnTo>
                  <a:lnTo>
                    <a:pt x="660057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0" y="205612"/>
                  </a:moveTo>
                  <a:lnTo>
                    <a:pt x="5429" y="158473"/>
                  </a:lnTo>
                  <a:lnTo>
                    <a:pt x="20897" y="115197"/>
                  </a:lnTo>
                  <a:lnTo>
                    <a:pt x="45166" y="77020"/>
                  </a:lnTo>
                  <a:lnTo>
                    <a:pt x="77005" y="45176"/>
                  </a:lnTo>
                  <a:lnTo>
                    <a:pt x="115177" y="20902"/>
                  </a:lnTo>
                  <a:lnTo>
                    <a:pt x="158449" y="5431"/>
                  </a:lnTo>
                  <a:lnTo>
                    <a:pt x="205587" y="0"/>
                  </a:lnTo>
                  <a:lnTo>
                    <a:pt x="6600571" y="0"/>
                  </a:lnTo>
                  <a:lnTo>
                    <a:pt x="6647710" y="5431"/>
                  </a:lnTo>
                  <a:lnTo>
                    <a:pt x="6690986" y="20902"/>
                  </a:lnTo>
                  <a:lnTo>
                    <a:pt x="6729163" y="45176"/>
                  </a:lnTo>
                  <a:lnTo>
                    <a:pt x="6761007" y="77020"/>
                  </a:lnTo>
                  <a:lnTo>
                    <a:pt x="6785281" y="115197"/>
                  </a:lnTo>
                  <a:lnTo>
                    <a:pt x="6800752" y="158473"/>
                  </a:lnTo>
                  <a:lnTo>
                    <a:pt x="6806183" y="205612"/>
                  </a:lnTo>
                  <a:lnTo>
                    <a:pt x="6806183" y="1824354"/>
                  </a:lnTo>
                  <a:lnTo>
                    <a:pt x="6800752" y="1871494"/>
                  </a:lnTo>
                  <a:lnTo>
                    <a:pt x="6785281" y="1914770"/>
                  </a:lnTo>
                  <a:lnTo>
                    <a:pt x="6761007" y="1952947"/>
                  </a:lnTo>
                  <a:lnTo>
                    <a:pt x="6729163" y="1984791"/>
                  </a:lnTo>
                  <a:lnTo>
                    <a:pt x="6690986" y="2009065"/>
                  </a:lnTo>
                  <a:lnTo>
                    <a:pt x="6647710" y="2024536"/>
                  </a:lnTo>
                  <a:lnTo>
                    <a:pt x="6600571" y="2029967"/>
                  </a:lnTo>
                  <a:lnTo>
                    <a:pt x="205587" y="2029967"/>
                  </a:lnTo>
                  <a:lnTo>
                    <a:pt x="158449" y="2024536"/>
                  </a:lnTo>
                  <a:lnTo>
                    <a:pt x="115177" y="2009065"/>
                  </a:lnTo>
                  <a:lnTo>
                    <a:pt x="77005" y="1984791"/>
                  </a:lnTo>
                  <a:lnTo>
                    <a:pt x="45166" y="1952947"/>
                  </a:lnTo>
                  <a:lnTo>
                    <a:pt x="20897" y="1914770"/>
                  </a:lnTo>
                  <a:lnTo>
                    <a:pt x="5429" y="1871494"/>
                  </a:lnTo>
                  <a:lnTo>
                    <a:pt x="0" y="1824354"/>
                  </a:lnTo>
                  <a:lnTo>
                    <a:pt x="0" y="205612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014984"/>
            <a:ext cx="11384280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25296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25296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40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40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40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40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5774944" y="0"/>
                  </a:moveTo>
                  <a:lnTo>
                    <a:pt x="129032" y="0"/>
                  </a:lnTo>
                  <a:lnTo>
                    <a:pt x="78813" y="10142"/>
                  </a:lnTo>
                  <a:lnTo>
                    <a:pt x="37798" y="37798"/>
                  </a:lnTo>
                  <a:lnTo>
                    <a:pt x="10142" y="78813"/>
                  </a:lnTo>
                  <a:lnTo>
                    <a:pt x="0" y="129031"/>
                  </a:lnTo>
                  <a:lnTo>
                    <a:pt x="0" y="660450"/>
                  </a:lnTo>
                  <a:lnTo>
                    <a:pt x="10142" y="710656"/>
                  </a:lnTo>
                  <a:lnTo>
                    <a:pt x="37798" y="751654"/>
                  </a:lnTo>
                  <a:lnTo>
                    <a:pt x="78813" y="779296"/>
                  </a:lnTo>
                  <a:lnTo>
                    <a:pt x="129032" y="789432"/>
                  </a:lnTo>
                  <a:lnTo>
                    <a:pt x="5774944" y="789432"/>
                  </a:lnTo>
                  <a:lnTo>
                    <a:pt x="5825162" y="779296"/>
                  </a:lnTo>
                  <a:lnTo>
                    <a:pt x="5866177" y="751654"/>
                  </a:lnTo>
                  <a:lnTo>
                    <a:pt x="5893833" y="710656"/>
                  </a:lnTo>
                  <a:lnTo>
                    <a:pt x="5903976" y="660450"/>
                  </a:lnTo>
                  <a:lnTo>
                    <a:pt x="5903976" y="129031"/>
                  </a:lnTo>
                  <a:lnTo>
                    <a:pt x="5893833" y="78813"/>
                  </a:lnTo>
                  <a:lnTo>
                    <a:pt x="5866177" y="37798"/>
                  </a:lnTo>
                  <a:lnTo>
                    <a:pt x="5825162" y="10142"/>
                  </a:lnTo>
                  <a:lnTo>
                    <a:pt x="57749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0" y="129031"/>
                  </a:moveTo>
                  <a:lnTo>
                    <a:pt x="10142" y="78813"/>
                  </a:lnTo>
                  <a:lnTo>
                    <a:pt x="37798" y="37798"/>
                  </a:lnTo>
                  <a:lnTo>
                    <a:pt x="78813" y="10142"/>
                  </a:lnTo>
                  <a:lnTo>
                    <a:pt x="129032" y="0"/>
                  </a:lnTo>
                  <a:lnTo>
                    <a:pt x="5774944" y="0"/>
                  </a:lnTo>
                  <a:lnTo>
                    <a:pt x="5825162" y="10142"/>
                  </a:lnTo>
                  <a:lnTo>
                    <a:pt x="5866177" y="37798"/>
                  </a:lnTo>
                  <a:lnTo>
                    <a:pt x="5893833" y="78813"/>
                  </a:lnTo>
                  <a:lnTo>
                    <a:pt x="5903976" y="129031"/>
                  </a:lnTo>
                  <a:lnTo>
                    <a:pt x="5903976" y="660450"/>
                  </a:lnTo>
                  <a:lnTo>
                    <a:pt x="5893833" y="710656"/>
                  </a:lnTo>
                  <a:lnTo>
                    <a:pt x="5866177" y="751654"/>
                  </a:lnTo>
                  <a:lnTo>
                    <a:pt x="5825162" y="779296"/>
                  </a:lnTo>
                  <a:lnTo>
                    <a:pt x="5774944" y="789432"/>
                  </a:lnTo>
                  <a:lnTo>
                    <a:pt x="129032" y="789432"/>
                  </a:lnTo>
                  <a:lnTo>
                    <a:pt x="78813" y="779296"/>
                  </a:lnTo>
                  <a:lnTo>
                    <a:pt x="37798" y="751654"/>
                  </a:lnTo>
                  <a:lnTo>
                    <a:pt x="10142" y="710656"/>
                  </a:lnTo>
                  <a:lnTo>
                    <a:pt x="0" y="660450"/>
                  </a:lnTo>
                  <a:lnTo>
                    <a:pt x="0" y="129031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5247767" y="0"/>
                  </a:moveTo>
                  <a:lnTo>
                    <a:pt x="141109" y="0"/>
                  </a:lnTo>
                  <a:lnTo>
                    <a:pt x="96510" y="7188"/>
                  </a:lnTo>
                  <a:lnTo>
                    <a:pt x="57774" y="27208"/>
                  </a:lnTo>
                  <a:lnTo>
                    <a:pt x="27227" y="57744"/>
                  </a:lnTo>
                  <a:lnTo>
                    <a:pt x="7194" y="96479"/>
                  </a:lnTo>
                  <a:lnTo>
                    <a:pt x="0" y="141097"/>
                  </a:lnTo>
                  <a:lnTo>
                    <a:pt x="0" y="4693018"/>
                  </a:lnTo>
                  <a:lnTo>
                    <a:pt x="7194" y="4737617"/>
                  </a:lnTo>
                  <a:lnTo>
                    <a:pt x="27227" y="4776353"/>
                  </a:lnTo>
                  <a:lnTo>
                    <a:pt x="57774" y="4806900"/>
                  </a:lnTo>
                  <a:lnTo>
                    <a:pt x="96510" y="4826933"/>
                  </a:lnTo>
                  <a:lnTo>
                    <a:pt x="141109" y="4834128"/>
                  </a:lnTo>
                  <a:lnTo>
                    <a:pt x="5247767" y="4834128"/>
                  </a:lnTo>
                  <a:lnTo>
                    <a:pt x="5292384" y="4826933"/>
                  </a:lnTo>
                  <a:lnTo>
                    <a:pt x="5331119" y="4806900"/>
                  </a:lnTo>
                  <a:lnTo>
                    <a:pt x="5361655" y="4776353"/>
                  </a:lnTo>
                  <a:lnTo>
                    <a:pt x="5381675" y="4737617"/>
                  </a:lnTo>
                  <a:lnTo>
                    <a:pt x="5388864" y="4693018"/>
                  </a:lnTo>
                  <a:lnTo>
                    <a:pt x="5388864" y="141097"/>
                  </a:lnTo>
                  <a:lnTo>
                    <a:pt x="5381675" y="96479"/>
                  </a:lnTo>
                  <a:lnTo>
                    <a:pt x="5361655" y="57744"/>
                  </a:lnTo>
                  <a:lnTo>
                    <a:pt x="5331119" y="27208"/>
                  </a:lnTo>
                  <a:lnTo>
                    <a:pt x="5292384" y="7188"/>
                  </a:lnTo>
                  <a:lnTo>
                    <a:pt x="52477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0" y="141097"/>
                  </a:moveTo>
                  <a:lnTo>
                    <a:pt x="7194" y="96479"/>
                  </a:lnTo>
                  <a:lnTo>
                    <a:pt x="27227" y="57744"/>
                  </a:lnTo>
                  <a:lnTo>
                    <a:pt x="57774" y="27208"/>
                  </a:lnTo>
                  <a:lnTo>
                    <a:pt x="96510" y="7188"/>
                  </a:lnTo>
                  <a:lnTo>
                    <a:pt x="141109" y="0"/>
                  </a:lnTo>
                  <a:lnTo>
                    <a:pt x="5247767" y="0"/>
                  </a:lnTo>
                  <a:lnTo>
                    <a:pt x="5292384" y="7188"/>
                  </a:lnTo>
                  <a:lnTo>
                    <a:pt x="5331119" y="27208"/>
                  </a:lnTo>
                  <a:lnTo>
                    <a:pt x="5361655" y="57744"/>
                  </a:lnTo>
                  <a:lnTo>
                    <a:pt x="5381675" y="96479"/>
                  </a:lnTo>
                  <a:lnTo>
                    <a:pt x="5388864" y="141097"/>
                  </a:lnTo>
                  <a:lnTo>
                    <a:pt x="5388864" y="4693018"/>
                  </a:lnTo>
                  <a:lnTo>
                    <a:pt x="5381675" y="4737617"/>
                  </a:lnTo>
                  <a:lnTo>
                    <a:pt x="5361655" y="4776353"/>
                  </a:lnTo>
                  <a:lnTo>
                    <a:pt x="5331119" y="4806900"/>
                  </a:lnTo>
                  <a:lnTo>
                    <a:pt x="5292384" y="4826933"/>
                  </a:lnTo>
                  <a:lnTo>
                    <a:pt x="5247767" y="4834128"/>
                  </a:lnTo>
                  <a:lnTo>
                    <a:pt x="141109" y="4834128"/>
                  </a:lnTo>
                  <a:lnTo>
                    <a:pt x="96510" y="4826933"/>
                  </a:lnTo>
                  <a:lnTo>
                    <a:pt x="57774" y="4806900"/>
                  </a:lnTo>
                  <a:lnTo>
                    <a:pt x="27227" y="4776353"/>
                  </a:lnTo>
                  <a:lnTo>
                    <a:pt x="7194" y="4737617"/>
                  </a:lnTo>
                  <a:lnTo>
                    <a:pt x="0" y="4693018"/>
                  </a:lnTo>
                  <a:lnTo>
                    <a:pt x="0" y="141097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11815953" y="6449170"/>
            <a:ext cx="196215" cy="19621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1362456"/>
            <a:ext cx="5385816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627632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362456"/>
            <a:ext cx="5907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Показатели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1847088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965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0299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52744" y="2816352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3522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9992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52744" y="3785616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904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684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4754880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87375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37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2744" y="5724144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8430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59070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9096" y="1149096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61" y="0"/>
                  </a:lnTo>
                  <a:lnTo>
                    <a:pt x="22272" y="2873"/>
                  </a:lnTo>
                  <a:lnTo>
                    <a:pt x="10682" y="10699"/>
                  </a:lnTo>
                  <a:lnTo>
                    <a:pt x="2866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66" y="2800159"/>
                  </a:lnTo>
                  <a:lnTo>
                    <a:pt x="10682" y="2811748"/>
                  </a:lnTo>
                  <a:lnTo>
                    <a:pt x="22272" y="2819574"/>
                  </a:lnTo>
                  <a:lnTo>
                    <a:pt x="36461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49096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21920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618" y="2387"/>
                  </a:lnTo>
                  <a:lnTo>
                    <a:pt x="8929" y="8905"/>
                  </a:lnTo>
                  <a:lnTo>
                    <a:pt x="2396" y="18591"/>
                  </a:lnTo>
                  <a:lnTo>
                    <a:pt x="0" y="30479"/>
                  </a:lnTo>
                  <a:lnTo>
                    <a:pt x="2396" y="42368"/>
                  </a:lnTo>
                  <a:lnTo>
                    <a:pt x="8929" y="52054"/>
                  </a:lnTo>
                  <a:lnTo>
                    <a:pt x="18618" y="58572"/>
                  </a:lnTo>
                  <a:lnTo>
                    <a:pt x="30480" y="60959"/>
                  </a:lnTo>
                  <a:lnTo>
                    <a:pt x="42341" y="58572"/>
                  </a:lnTo>
                  <a:lnTo>
                    <a:pt x="52030" y="52054"/>
                  </a:lnTo>
                  <a:lnTo>
                    <a:pt x="58563" y="42368"/>
                  </a:lnTo>
                  <a:lnTo>
                    <a:pt x="60959" y="30479"/>
                  </a:lnTo>
                  <a:lnTo>
                    <a:pt x="58563" y="18591"/>
                  </a:lnTo>
                  <a:lnTo>
                    <a:pt x="52030" y="8905"/>
                  </a:lnTo>
                  <a:lnTo>
                    <a:pt x="42341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2588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3256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89760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209032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89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89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89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89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89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89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89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89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89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42288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93992" y="1149095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49" y="0"/>
                  </a:lnTo>
                  <a:lnTo>
                    <a:pt x="22288" y="2873"/>
                  </a:lnTo>
                  <a:lnTo>
                    <a:pt x="10699" y="10699"/>
                  </a:lnTo>
                  <a:lnTo>
                    <a:pt x="2873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73" y="2800159"/>
                  </a:lnTo>
                  <a:lnTo>
                    <a:pt x="10699" y="2811748"/>
                  </a:lnTo>
                  <a:lnTo>
                    <a:pt x="22288" y="2819574"/>
                  </a:lnTo>
                  <a:lnTo>
                    <a:pt x="36449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793992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686409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7077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707745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655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853928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90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90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90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90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90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90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90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90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90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87183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pic>
        <p:nvPicPr>
          <p:cNvPr id="32" name="Picture 31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304" y="1481328"/>
            <a:ext cx="3525926" cy="2203704"/>
          </a:xfrm>
          <a:prstGeom prst="rect">
            <a:avLst/>
          </a:prstGeom>
        </p:spPr>
      </p:pic>
      <p:pic>
        <p:nvPicPr>
          <p:cNvPr id="33" name="Picture 32" descr="07-repor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6152" y="1481328"/>
            <a:ext cx="3525926" cy="22037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88720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rtk-crm-nx4r.vercel.app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Отчёты и экспорт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Ключевые показатели, распределение по этапам и выгрузка в XLSX, XLS, PDF и JSON с учётом выбранной воронки.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rtk-crm-backend.onrender.com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" y="5230368"/>
            <a:ext cx="9052560" cy="114300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67528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Не является SLA production.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138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5248" y="5413248"/>
            <a:ext cx="1325880" cy="13258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47472" y="644652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