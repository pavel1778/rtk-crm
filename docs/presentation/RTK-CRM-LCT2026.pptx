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83" r:id="rId2"/>
    <p:sldId id="268" r:id="rId3"/>
    <p:sldId id="274" r:id="rId4"/>
    <p:sldId id="275" r:id="rId5"/>
    <p:sldId id="272" r:id="rId6"/>
    <p:sldId id="262" r:id="rId7"/>
    <p:sldId id="263" r:id="rId8"/>
    <p:sldId id="264" r:id="rId9"/>
    <p:sldId id="265" r:id="rId10"/>
    <p:sldId id="266" r:id="rId11"/>
    <p:sldId id="271" r:id="rId12"/>
    <p:sldId id="284" r:id="rId13"/>
    <p:sldId id="287" r:id="rId14"/>
    <p:sldId id="285" r:id="rId15"/>
    <p:sldId id="286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0978"/>
    <a:srgbClr val="6D2B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7" autoAdjust="0"/>
    <p:restoredTop sz="94660"/>
  </p:normalViewPr>
  <p:slideViewPr>
    <p:cSldViewPr>
      <p:cViewPr varScale="1">
        <p:scale>
          <a:sx n="91" d="100"/>
          <a:sy n="91" d="100"/>
        </p:scale>
        <p:origin x="52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F9916-8F99-470B-BB19-53F39FAD6E21}" type="datetimeFigureOut">
              <a:rPr lang="ru-RU" smtClean="0"/>
              <a:t>27.09.2026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973CCC-3672-4AA7-8378-31E1D1B40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521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973CCC-3672-4AA7-8378-31E1D1B403E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516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973CCC-3672-4AA7-8378-31E1D1B403E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225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973CCC-3672-4AA7-8378-31E1D1B403E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363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973CCC-3672-4AA7-8378-31E1D1B403E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491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973CCC-3672-4AA7-8378-31E1D1B403E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75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973CCC-3672-4AA7-8378-31E1D1B403E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241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973CCC-3672-4AA7-8378-31E1D1B403E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16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973CCC-3672-4AA7-8378-31E1D1B403E1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51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F1F1F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Microsoft Sans Serif"/>
                <a:cs typeface="Microsoft Sans Serif"/>
              </a:defRPr>
            </a:lvl1pPr>
          </a:lstStyle>
          <a:p>
            <a:pPr marL="18478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1F1F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Microsoft Sans Serif"/>
                <a:cs typeface="Microsoft Sans Serif"/>
              </a:defRPr>
            </a:lvl1pPr>
          </a:lstStyle>
          <a:p>
            <a:pPr marL="18478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47472" y="323088"/>
            <a:ext cx="3749040" cy="622300"/>
          </a:xfrm>
          <a:custGeom>
            <a:avLst/>
            <a:gdLst/>
            <a:ahLst/>
            <a:cxnLst/>
            <a:rect l="l" t="t" r="r" b="b"/>
            <a:pathLst>
              <a:path w="3749040" h="622300">
                <a:moveTo>
                  <a:pt x="3632707" y="0"/>
                </a:moveTo>
                <a:lnTo>
                  <a:pt x="116306" y="0"/>
                </a:lnTo>
                <a:lnTo>
                  <a:pt x="71033" y="9140"/>
                </a:lnTo>
                <a:lnTo>
                  <a:pt x="34064" y="34067"/>
                </a:lnTo>
                <a:lnTo>
                  <a:pt x="9139" y="71044"/>
                </a:lnTo>
                <a:lnTo>
                  <a:pt x="0" y="116331"/>
                </a:lnTo>
                <a:lnTo>
                  <a:pt x="0" y="505459"/>
                </a:lnTo>
                <a:lnTo>
                  <a:pt x="9139" y="550747"/>
                </a:lnTo>
                <a:lnTo>
                  <a:pt x="34064" y="587724"/>
                </a:lnTo>
                <a:lnTo>
                  <a:pt x="71033" y="612651"/>
                </a:lnTo>
                <a:lnTo>
                  <a:pt x="116306" y="621791"/>
                </a:lnTo>
                <a:lnTo>
                  <a:pt x="3632707" y="621791"/>
                </a:lnTo>
                <a:lnTo>
                  <a:pt x="3677995" y="612651"/>
                </a:lnTo>
                <a:lnTo>
                  <a:pt x="3714972" y="587724"/>
                </a:lnTo>
                <a:lnTo>
                  <a:pt x="3739899" y="550747"/>
                </a:lnTo>
                <a:lnTo>
                  <a:pt x="3749040" y="505459"/>
                </a:lnTo>
                <a:lnTo>
                  <a:pt x="3749040" y="116331"/>
                </a:lnTo>
                <a:lnTo>
                  <a:pt x="3739899" y="71044"/>
                </a:lnTo>
                <a:lnTo>
                  <a:pt x="3714972" y="34067"/>
                </a:lnTo>
                <a:lnTo>
                  <a:pt x="3677995" y="9140"/>
                </a:lnTo>
                <a:lnTo>
                  <a:pt x="3632707" y="0"/>
                </a:lnTo>
                <a:close/>
              </a:path>
            </a:pathLst>
          </a:custGeom>
          <a:solidFill>
            <a:srgbClr val="FF00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47472" y="1210055"/>
            <a:ext cx="11323320" cy="4989830"/>
          </a:xfrm>
          <a:custGeom>
            <a:avLst/>
            <a:gdLst/>
            <a:ahLst/>
            <a:cxnLst/>
            <a:rect l="l" t="t" r="r" b="b"/>
            <a:pathLst>
              <a:path w="11323320" h="4989830">
                <a:moveTo>
                  <a:pt x="5437632" y="170053"/>
                </a:moveTo>
                <a:lnTo>
                  <a:pt x="5431561" y="124828"/>
                </a:lnTo>
                <a:lnTo>
                  <a:pt x="5414416" y="84201"/>
                </a:lnTo>
                <a:lnTo>
                  <a:pt x="5387835" y="49784"/>
                </a:lnTo>
                <a:lnTo>
                  <a:pt x="5353431" y="23215"/>
                </a:lnTo>
                <a:lnTo>
                  <a:pt x="5312803" y="6070"/>
                </a:lnTo>
                <a:lnTo>
                  <a:pt x="5267579" y="0"/>
                </a:lnTo>
                <a:lnTo>
                  <a:pt x="170002" y="0"/>
                </a:lnTo>
                <a:lnTo>
                  <a:pt x="124802" y="6070"/>
                </a:lnTo>
                <a:lnTo>
                  <a:pt x="84188" y="23215"/>
                </a:lnTo>
                <a:lnTo>
                  <a:pt x="49784" y="49784"/>
                </a:lnTo>
                <a:lnTo>
                  <a:pt x="23202" y="84201"/>
                </a:lnTo>
                <a:lnTo>
                  <a:pt x="6070" y="124828"/>
                </a:lnTo>
                <a:lnTo>
                  <a:pt x="0" y="170053"/>
                </a:lnTo>
                <a:lnTo>
                  <a:pt x="0" y="4819574"/>
                </a:lnTo>
                <a:lnTo>
                  <a:pt x="6070" y="4864773"/>
                </a:lnTo>
                <a:lnTo>
                  <a:pt x="23202" y="4905387"/>
                </a:lnTo>
                <a:lnTo>
                  <a:pt x="49784" y="4939792"/>
                </a:lnTo>
                <a:lnTo>
                  <a:pt x="84188" y="4966373"/>
                </a:lnTo>
                <a:lnTo>
                  <a:pt x="124802" y="4983505"/>
                </a:lnTo>
                <a:lnTo>
                  <a:pt x="170002" y="4989576"/>
                </a:lnTo>
                <a:lnTo>
                  <a:pt x="5267579" y="4989576"/>
                </a:lnTo>
                <a:lnTo>
                  <a:pt x="5312803" y="4983505"/>
                </a:lnTo>
                <a:lnTo>
                  <a:pt x="5353431" y="4966373"/>
                </a:lnTo>
                <a:lnTo>
                  <a:pt x="5387835" y="4939792"/>
                </a:lnTo>
                <a:lnTo>
                  <a:pt x="5414416" y="4905387"/>
                </a:lnTo>
                <a:lnTo>
                  <a:pt x="5431561" y="4864773"/>
                </a:lnTo>
                <a:lnTo>
                  <a:pt x="5437632" y="4819574"/>
                </a:lnTo>
                <a:lnTo>
                  <a:pt x="5437632" y="170053"/>
                </a:lnTo>
                <a:close/>
              </a:path>
              <a:path w="11323320" h="4989830">
                <a:moveTo>
                  <a:pt x="11323320" y="192786"/>
                </a:moveTo>
                <a:lnTo>
                  <a:pt x="11318215" y="148602"/>
                </a:lnTo>
                <a:lnTo>
                  <a:pt x="11303711" y="108026"/>
                </a:lnTo>
                <a:lnTo>
                  <a:pt x="11280940" y="72237"/>
                </a:lnTo>
                <a:lnTo>
                  <a:pt x="11251082" y="42379"/>
                </a:lnTo>
                <a:lnTo>
                  <a:pt x="11215294" y="19608"/>
                </a:lnTo>
                <a:lnTo>
                  <a:pt x="11174717" y="5105"/>
                </a:lnTo>
                <a:lnTo>
                  <a:pt x="11130534" y="0"/>
                </a:lnTo>
                <a:lnTo>
                  <a:pt x="6075426" y="0"/>
                </a:lnTo>
                <a:lnTo>
                  <a:pt x="6031230" y="5105"/>
                </a:lnTo>
                <a:lnTo>
                  <a:pt x="5990653" y="19608"/>
                </a:lnTo>
                <a:lnTo>
                  <a:pt x="5954865" y="42379"/>
                </a:lnTo>
                <a:lnTo>
                  <a:pt x="5925007" y="72237"/>
                </a:lnTo>
                <a:lnTo>
                  <a:pt x="5902236" y="108026"/>
                </a:lnTo>
                <a:lnTo>
                  <a:pt x="5887732" y="148602"/>
                </a:lnTo>
                <a:lnTo>
                  <a:pt x="5882640" y="192786"/>
                </a:lnTo>
                <a:lnTo>
                  <a:pt x="5882640" y="4796726"/>
                </a:lnTo>
                <a:lnTo>
                  <a:pt x="5887732" y="4840948"/>
                </a:lnTo>
                <a:lnTo>
                  <a:pt x="5902236" y="4881550"/>
                </a:lnTo>
                <a:lnTo>
                  <a:pt x="5925007" y="4917351"/>
                </a:lnTo>
                <a:lnTo>
                  <a:pt x="5954865" y="4947221"/>
                </a:lnTo>
                <a:lnTo>
                  <a:pt x="5990653" y="4969980"/>
                </a:lnTo>
                <a:lnTo>
                  <a:pt x="6031230" y="4984483"/>
                </a:lnTo>
                <a:lnTo>
                  <a:pt x="6075426" y="4989576"/>
                </a:lnTo>
                <a:lnTo>
                  <a:pt x="11130534" y="4989576"/>
                </a:lnTo>
                <a:lnTo>
                  <a:pt x="11174717" y="4984483"/>
                </a:lnTo>
                <a:lnTo>
                  <a:pt x="11215294" y="4969980"/>
                </a:lnTo>
                <a:lnTo>
                  <a:pt x="11251082" y="4947221"/>
                </a:lnTo>
                <a:lnTo>
                  <a:pt x="11280940" y="4917351"/>
                </a:lnTo>
                <a:lnTo>
                  <a:pt x="11303711" y="4881550"/>
                </a:lnTo>
                <a:lnTo>
                  <a:pt x="11318215" y="4840948"/>
                </a:lnTo>
                <a:lnTo>
                  <a:pt x="11323320" y="4796726"/>
                </a:lnTo>
                <a:lnTo>
                  <a:pt x="11323320" y="1927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1F1F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Microsoft Sans Serif"/>
                <a:cs typeface="Microsoft Sans Serif"/>
              </a:defRPr>
            </a:lvl1pPr>
          </a:lstStyle>
          <a:p>
            <a:pPr marL="18478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1F1F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Microsoft Sans Serif"/>
                <a:cs typeface="Microsoft Sans Serif"/>
              </a:defRPr>
            </a:lvl1pPr>
          </a:lstStyle>
          <a:p>
            <a:pPr marL="18478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Microsoft Sans Serif"/>
                <a:cs typeface="Microsoft Sans Serif"/>
              </a:defRPr>
            </a:lvl1pPr>
          </a:lstStyle>
          <a:p>
            <a:pPr marL="18478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2691" y="403098"/>
            <a:ext cx="6607860" cy="4626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F1F1F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6142" y="2000834"/>
            <a:ext cx="7013575" cy="3044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44807" y="6403755"/>
            <a:ext cx="396875" cy="241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1F1F1"/>
                </a:solidFill>
                <a:latin typeface="Microsoft Sans Serif"/>
                <a:cs typeface="Microsoft Sans Serif"/>
              </a:defRPr>
            </a:lvl1pPr>
          </a:lstStyle>
          <a:p>
            <a:pPr marL="18478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jp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4.png"/><Relationship Id="rId3" Type="http://schemas.openxmlformats.org/officeDocument/2006/relationships/image" Target="../media/image1.jpg"/><Relationship Id="rId7" Type="http://schemas.openxmlformats.org/officeDocument/2006/relationships/image" Target="../media/image40.png"/><Relationship Id="rId12" Type="http://schemas.openxmlformats.org/officeDocument/2006/relationships/hyperlink" Target="mailto:admin@rtk.ru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11" Type="http://schemas.openxmlformats.org/officeDocument/2006/relationships/hyperlink" Target="https://crm-rtk.pixel-minds.ru/api/docs" TargetMode="External"/><Relationship Id="rId5" Type="http://schemas.openxmlformats.org/officeDocument/2006/relationships/image" Target="../media/image38.png"/><Relationship Id="rId15" Type="http://schemas.openxmlformats.org/officeDocument/2006/relationships/image" Target="../media/image46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-12797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5415" rIns="0" bIns="0" rtlCol="0">
            <a:spAutoFit/>
          </a:bodyPr>
          <a:lstStyle/>
          <a:p>
            <a:pPr marL="184785">
              <a:lnSpc>
                <a:spcPts val="1425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33400" y="4495800"/>
            <a:ext cx="7162800" cy="2057400"/>
          </a:xfrm>
          <a:prstGeom prst="rect">
            <a:avLst/>
          </a:prstGeom>
          <a:gradFill flip="none" rotWithShape="1">
            <a:gsLst>
              <a:gs pos="0">
                <a:srgbClr val="6D2B8C">
                  <a:shade val="30000"/>
                  <a:satMod val="115000"/>
                </a:srgbClr>
              </a:gs>
              <a:gs pos="50000">
                <a:srgbClr val="6D2B8C">
                  <a:shade val="67500"/>
                  <a:satMod val="115000"/>
                </a:srgbClr>
              </a:gs>
              <a:gs pos="100000">
                <a:srgbClr val="6D2B8C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Montserrat"/>
              </a:rPr>
              <a:t>Система контроля взаимодействия с учебными заведениями для приобретения навыков работы с востребованными на рынке цифровыми инструментами</a:t>
            </a:r>
          </a:p>
        </p:txBody>
      </p:sp>
      <p:pic>
        <p:nvPicPr>
          <p:cNvPr id="6" name="object 22" descr=" 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94258" y="152400"/>
            <a:ext cx="3611882" cy="8900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6754" y="4495800"/>
            <a:ext cx="2196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  <a:latin typeface="Montserrat"/>
              </a:rPr>
              <a:t>КЕЙС № 16</a:t>
            </a:r>
            <a:endParaRPr lang="ru-RU" sz="2400" dirty="0">
              <a:solidFill>
                <a:schemeClr val="bg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298065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0" y="0"/>
            <a:ext cx="548640" cy="0"/>
          </a:xfrm>
          <a:prstGeom prst="rect">
            <a:avLst/>
          </a:prstGeom>
        </p:spPr>
        <p:txBody>
          <a:bodyPr vert="horz" wrap="none" lIns="0" tIns="4318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r>
              <a:rPr sz="1200">
                <a:solidFill>
                  <a:srgbClr val="520978"/>
                </a:solidFill>
                <a:latin typeface="Montserrat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320040"/>
            <a:ext cx="4206240" cy="475488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l"/>
            <a:r>
              <a:rPr sz="1600" b="1" dirty="0">
                <a:solidFill>
                  <a:srgbClr val="FFFFFF"/>
                </a:solidFill>
                <a:latin typeface="Montserrat"/>
              </a:rPr>
              <a:t>01 · </a:t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>Подробное</a:t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>описание</a:t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>решения</a:t>
            </a:r>
            <a:endParaRPr sz="1600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557016" cy="4206240"/>
          </a:xfrm>
          <a:prstGeom prst="roundRect">
            <a:avLst>
              <a:gd name="adj" fmla="val 6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3511296" cy="368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dirty="0">
                <a:solidFill>
                  <a:srgbClr val="520978"/>
                </a:solidFill>
                <a:latin typeface="Montserrat"/>
              </a:rPr>
              <a:t>Kanban-</a:t>
            </a:r>
            <a:r>
              <a:rPr sz="1600" b="1" dirty="0" err="1">
                <a:solidFill>
                  <a:srgbClr val="520978"/>
                </a:solidFill>
                <a:latin typeface="Montserrat"/>
              </a:rPr>
              <a:t>доска</a:t>
            </a:r>
            <a:r>
              <a:rPr sz="16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Montserrat"/>
              </a:rPr>
              <a:t>взаимодействий</a:t>
            </a:r>
            <a:endParaRPr sz="1600" b="1" dirty="0">
              <a:solidFill>
                <a:srgbClr val="520978"/>
              </a:solidFill>
              <a:latin typeface="Montserra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2304288"/>
            <a:ext cx="3044952" cy="2451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• 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Перемещение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карточек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между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этапами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(drag-and-drop)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• 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Поиск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по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вузу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фильтр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по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ИТ-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продукту</a:t>
            </a:r>
            <a:endParaRPr sz="1600" b="0" dirty="0">
              <a:solidFill>
                <a:srgbClr val="1C1D22"/>
              </a:solidFill>
              <a:latin typeface="Montserrat"/>
            </a:endParaRP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• 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Выбор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этапа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на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мобильной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версии</a:t>
            </a:r>
            <a:endParaRPr sz="1600" b="0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16882" y="1371600"/>
            <a:ext cx="3557016" cy="4206240"/>
          </a:xfrm>
          <a:prstGeom prst="roundRect">
            <a:avLst>
              <a:gd name="adj" fmla="val 6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914" y="1627632"/>
            <a:ext cx="3044952" cy="368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dirty="0" err="1">
                <a:solidFill>
                  <a:srgbClr val="520978"/>
                </a:solidFill>
                <a:latin typeface="Montserrat"/>
              </a:rPr>
              <a:t>Карточка</a:t>
            </a:r>
            <a:r>
              <a:rPr sz="16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Montserrat"/>
              </a:rPr>
              <a:t>взаимодействия</a:t>
            </a:r>
            <a:endParaRPr sz="1600" b="1" dirty="0">
              <a:solidFill>
                <a:srgbClr val="520978"/>
              </a:solidFill>
              <a:latin typeface="Montserra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914" y="2304288"/>
            <a:ext cx="3044952" cy="2151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• 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Вуз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продукт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направление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договор</a:t>
            </a:r>
            <a:endParaRPr sz="1600" b="0" dirty="0">
              <a:solidFill>
                <a:srgbClr val="1C1D22"/>
              </a:solidFill>
              <a:latin typeface="Montserrat"/>
            </a:endParaRP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• 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Задачи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со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сроками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ответственными</a:t>
            </a:r>
            <a:endParaRPr sz="1600" b="0" dirty="0">
              <a:solidFill>
                <a:srgbClr val="1C1D22"/>
              </a:solidFill>
              <a:latin typeface="Montserrat"/>
            </a:endParaRP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• 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Комментарии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файлы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история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изменений</a:t>
            </a:r>
            <a:endParaRPr sz="1600" b="0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0844" y="1371600"/>
            <a:ext cx="3557016" cy="4206240"/>
          </a:xfrm>
          <a:prstGeom prst="roundRect">
            <a:avLst>
              <a:gd name="adj" fmla="val 6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6876" y="1627632"/>
            <a:ext cx="3300984" cy="368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dirty="0" err="1">
                <a:solidFill>
                  <a:srgbClr val="520978"/>
                </a:solidFill>
                <a:latin typeface="Montserrat"/>
              </a:rPr>
              <a:t>Управляемость</a:t>
            </a:r>
            <a:r>
              <a:rPr sz="1600" b="1" dirty="0">
                <a:solidFill>
                  <a:srgbClr val="520978"/>
                </a:solidFill>
                <a:latin typeface="Montserrat"/>
              </a:rPr>
              <a:t> и </a:t>
            </a:r>
            <a:r>
              <a:rPr sz="1600" b="1" dirty="0" err="1">
                <a:solidFill>
                  <a:srgbClr val="520978"/>
                </a:solidFill>
                <a:latin typeface="Montserrat"/>
              </a:rPr>
              <a:t>отчётность</a:t>
            </a:r>
            <a:endParaRPr sz="1600" b="1" dirty="0">
              <a:solidFill>
                <a:srgbClr val="520978"/>
              </a:solidFill>
              <a:latin typeface="Montserra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6876" y="2304288"/>
            <a:ext cx="3044952" cy="2151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• 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Настройка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этапов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workflow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администратором</a:t>
            </a:r>
            <a:endParaRPr sz="1600" b="0" dirty="0">
              <a:solidFill>
                <a:srgbClr val="1C1D22"/>
              </a:solidFill>
              <a:latin typeface="Montserrat"/>
            </a:endParaRP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• 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Интеграция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с LMS и CMS: dry-run и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импорт</a:t>
            </a:r>
            <a:endParaRPr sz="1600" b="0" dirty="0">
              <a:solidFill>
                <a:srgbClr val="1C1D22"/>
              </a:solidFill>
              <a:latin typeface="Montserrat"/>
            </a:endParaRP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• 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Экспорт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отчётов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в XLSX, XLS, PDF и 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0" y="0"/>
            <a:ext cx="548640" cy="0"/>
          </a:xfrm>
          <a:prstGeom prst="rect">
            <a:avLst/>
          </a:prstGeom>
        </p:spPr>
        <p:txBody>
          <a:bodyPr vert="horz" wrap="none" lIns="0" tIns="4318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r>
              <a:rPr sz="1200" dirty="0">
                <a:solidFill>
                  <a:srgbClr val="520978"/>
                </a:solidFill>
                <a:latin typeface="Montserrat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320040"/>
            <a:ext cx="4206240" cy="475488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l"/>
            <a:r>
              <a:rPr sz="1600" b="1" dirty="0">
                <a:solidFill>
                  <a:srgbClr val="FFFFFF"/>
                </a:solidFill>
                <a:latin typeface="Montserrat"/>
              </a:rPr>
              <a:t>02 · </a:t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>Маркетинговая</a:t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>часть</a:t>
            </a:r>
            <a:endParaRPr sz="1600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632704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7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645920"/>
            <a:ext cx="5047488" cy="34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dirty="0" err="1">
                <a:solidFill>
                  <a:srgbClr val="520978"/>
                </a:solidFill>
                <a:latin typeface="Montserrat"/>
              </a:rPr>
              <a:t>Потребность</a:t>
            </a:r>
            <a:endParaRPr sz="1600" b="1" dirty="0">
              <a:solidFill>
                <a:srgbClr val="520978"/>
              </a:solidFill>
              <a:latin typeface="Montserra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5528" y="2286000"/>
            <a:ext cx="5047488" cy="1339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ИТ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Школа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ведёт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десятки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вузов-партнёров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.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Статус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взаимодействия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договорённости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разбросаны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по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таблицам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чатам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из-за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чего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теряются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сроки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история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632704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7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8" y="1645920"/>
            <a:ext cx="5047488" cy="34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dirty="0" err="1">
                <a:solidFill>
                  <a:srgbClr val="520978"/>
                </a:solidFill>
                <a:latin typeface="Montserrat"/>
              </a:rPr>
              <a:t>Продвижение</a:t>
            </a:r>
            <a:r>
              <a:rPr sz="1600" b="1" dirty="0">
                <a:solidFill>
                  <a:srgbClr val="520978"/>
                </a:solidFill>
                <a:latin typeface="Montserrat"/>
              </a:rPr>
              <a:t> и </a:t>
            </a:r>
            <a:r>
              <a:rPr sz="1600" b="1" dirty="0" err="1">
                <a:solidFill>
                  <a:srgbClr val="520978"/>
                </a:solidFill>
                <a:latin typeface="Montserrat"/>
              </a:rPr>
              <a:t>развитие</a:t>
            </a:r>
            <a:endParaRPr sz="1600" b="1" dirty="0">
              <a:solidFill>
                <a:srgbClr val="520978"/>
              </a:solidFill>
              <a:latin typeface="Montserra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4808" y="2286000"/>
            <a:ext cx="5047488" cy="1339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 err="1">
                <a:solidFill>
                  <a:srgbClr val="1C1D22"/>
                </a:solidFill>
                <a:latin typeface="Montserrat"/>
              </a:rPr>
              <a:t>Продукт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внедряется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внутри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Ростелекома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как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готовый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контур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а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затем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тиражируется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на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подразделения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с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похожим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процессом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: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продажи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партнёрства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работа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с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филиалами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74500" cy="6858000"/>
            <a:chOff x="0" y="0"/>
            <a:chExt cx="118745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874500" cy="68579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1815953" y="6449170"/>
            <a:ext cx="548640" cy="19621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>
                <a:solidFill>
                  <a:srgbClr val="520978"/>
                </a:solidFill>
                <a:latin typeface="Montserrat"/>
              </a:rPr>
              <a:t>4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47472" y="320040"/>
            <a:ext cx="4206240" cy="475488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l"/>
            <a:r>
              <a:rPr sz="1600" b="1" dirty="0">
                <a:solidFill>
                  <a:srgbClr val="FFFFFF"/>
                </a:solidFill>
                <a:latin typeface="Montserrat"/>
              </a:rPr>
              <a:t>03 · </a:t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>Бизнес-составляющая</a:t>
            </a:r>
            <a:endParaRPr sz="1600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1371600"/>
            <a:ext cx="47548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7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1627632"/>
            <a:ext cx="4206240" cy="306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b="1" dirty="0" err="1">
                <a:solidFill>
                  <a:srgbClr val="520978"/>
                </a:solidFill>
                <a:latin typeface="Montserrat"/>
              </a:rPr>
              <a:t>Эффект</a:t>
            </a:r>
            <a:r>
              <a:rPr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b="1" dirty="0" err="1">
                <a:solidFill>
                  <a:srgbClr val="520978"/>
                </a:solidFill>
                <a:latin typeface="Montserrat"/>
              </a:rPr>
              <a:t>для</a:t>
            </a:r>
            <a:r>
              <a:rPr b="1" dirty="0">
                <a:solidFill>
                  <a:srgbClr val="520978"/>
                </a:solidFill>
                <a:latin typeface="Montserrat"/>
              </a:rPr>
              <a:t> ИТ </a:t>
            </a:r>
            <a:r>
              <a:rPr b="1" dirty="0" err="1">
                <a:solidFill>
                  <a:srgbClr val="520978"/>
                </a:solidFill>
                <a:latin typeface="Montserrat"/>
              </a:rPr>
              <a:t>Школы</a:t>
            </a:r>
            <a:endParaRPr b="1" dirty="0">
              <a:solidFill>
                <a:srgbClr val="520978"/>
              </a:solidFill>
              <a:latin typeface="Montserrat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• 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Единый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контур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вместо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таблиц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чатов</a:t>
            </a:r>
            <a:endParaRPr sz="1600" b="0" dirty="0">
              <a:solidFill>
                <a:srgbClr val="1C1D22"/>
              </a:solidFill>
              <a:latin typeface="Montserrat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• 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Прозрачные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этапы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ответственные</a:t>
            </a:r>
            <a:endParaRPr sz="1600" b="0" dirty="0">
              <a:solidFill>
                <a:srgbClr val="1C1D22"/>
              </a:solidFill>
              <a:latin typeface="Montserrat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• 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Отчёт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руководителю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за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секунды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а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не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за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день</a:t>
            </a:r>
            <a:endParaRPr sz="1600" b="0" dirty="0">
              <a:solidFill>
                <a:srgbClr val="1C1D22"/>
              </a:solidFill>
              <a:latin typeface="Montserrat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• 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Сохранённая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история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взаимодействий</a:t>
            </a:r>
            <a:endParaRPr sz="1600" b="0" dirty="0">
              <a:solidFill>
                <a:srgbClr val="1C1D22"/>
              </a:solidFill>
              <a:latin typeface="Montserrat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dirty="0">
                <a:solidFill>
                  <a:srgbClr val="6B5B78"/>
                </a:solidFill>
                <a:latin typeface="Montserrat"/>
              </a:rPr>
              <a:t>•  </a:t>
            </a:r>
            <a:r>
              <a:rPr sz="1600" b="0" dirty="0" err="1">
                <a:solidFill>
                  <a:srgbClr val="6B5B78"/>
                </a:solidFill>
                <a:latin typeface="Montserrat"/>
              </a:rPr>
              <a:t>Ограничение</a:t>
            </a:r>
            <a:r>
              <a:rPr sz="1600" b="0" dirty="0">
                <a:solidFill>
                  <a:srgbClr val="6B5B78"/>
                </a:solidFill>
                <a:latin typeface="Montserrat"/>
              </a:rPr>
              <a:t>: </a:t>
            </a:r>
            <a:r>
              <a:rPr sz="1600" b="0" dirty="0" err="1">
                <a:solidFill>
                  <a:srgbClr val="6B5B78"/>
                </a:solidFill>
                <a:latin typeface="Montserrat"/>
              </a:rPr>
              <a:t>не</a:t>
            </a:r>
            <a:r>
              <a:rPr sz="1600" b="0" dirty="0">
                <a:solidFill>
                  <a:srgbClr val="6B5B78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6B5B78"/>
                </a:solidFill>
                <a:latin typeface="Montserrat"/>
              </a:rPr>
              <a:t>более</a:t>
            </a:r>
            <a:r>
              <a:rPr sz="1600" b="0" dirty="0">
                <a:solidFill>
                  <a:srgbClr val="6B5B78"/>
                </a:solidFill>
                <a:latin typeface="Montserrat"/>
              </a:rPr>
              <a:t> 2 </a:t>
            </a:r>
            <a:r>
              <a:rPr sz="1600" b="0" dirty="0" err="1">
                <a:solidFill>
                  <a:srgbClr val="6B5B78"/>
                </a:solidFill>
                <a:latin typeface="Montserrat"/>
              </a:rPr>
              <a:t>активных</a:t>
            </a:r>
            <a:r>
              <a:rPr sz="1600" b="0" dirty="0">
                <a:solidFill>
                  <a:srgbClr val="6B5B78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6B5B78"/>
                </a:solidFill>
                <a:latin typeface="Montserrat"/>
              </a:rPr>
              <a:t>взаимодействий</a:t>
            </a:r>
            <a:r>
              <a:rPr sz="1600" b="0" dirty="0">
                <a:solidFill>
                  <a:srgbClr val="6B5B78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6B5B78"/>
                </a:solidFill>
                <a:latin typeface="Montserrat"/>
              </a:rPr>
              <a:t>на</a:t>
            </a:r>
            <a:r>
              <a:rPr sz="1600" b="0" dirty="0">
                <a:solidFill>
                  <a:srgbClr val="6B5B78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6B5B78"/>
                </a:solidFill>
                <a:latin typeface="Montserrat"/>
              </a:rPr>
              <a:t>вуз</a:t>
            </a:r>
            <a:endParaRPr sz="1600" b="0" dirty="0">
              <a:solidFill>
                <a:srgbClr val="6B5B78"/>
              </a:solidFill>
              <a:latin typeface="Montserrat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760720" y="1371600"/>
            <a:ext cx="6035040" cy="822960"/>
          </a:xfrm>
          <a:prstGeom prst="roundRect">
            <a:avLst>
              <a:gd name="adj" fmla="val 6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1591056"/>
            <a:ext cx="2651760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b="1" dirty="0">
                <a:solidFill>
                  <a:srgbClr val="FF0053"/>
                </a:solidFill>
                <a:latin typeface="Montserrat"/>
              </a:rPr>
              <a:t>14 </a:t>
            </a:r>
            <a:r>
              <a:rPr b="1" dirty="0" err="1">
                <a:solidFill>
                  <a:srgbClr val="FF0053"/>
                </a:solidFill>
                <a:latin typeface="Montserrat"/>
              </a:rPr>
              <a:t>этапов</a:t>
            </a:r>
            <a:endParaRPr b="1" dirty="0">
              <a:solidFill>
                <a:srgbClr val="FF0053"/>
              </a:solidFill>
              <a:latin typeface="Montserra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78240" y="1645920"/>
            <a:ext cx="2834640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b="0" dirty="0" err="1">
                <a:solidFill>
                  <a:srgbClr val="6B5B78"/>
                </a:solidFill>
                <a:latin typeface="Montserrat"/>
              </a:rPr>
              <a:t>воронка</a:t>
            </a:r>
            <a:r>
              <a:rPr b="0" dirty="0">
                <a:solidFill>
                  <a:srgbClr val="6B5B78"/>
                </a:solidFill>
                <a:latin typeface="Montserrat"/>
              </a:rPr>
              <a:t> B2B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2331720"/>
            <a:ext cx="6035040" cy="822960"/>
          </a:xfrm>
          <a:prstGeom prst="roundRect">
            <a:avLst>
              <a:gd name="adj" fmla="val 6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0" y="2551176"/>
            <a:ext cx="2651760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b="1" dirty="0">
                <a:solidFill>
                  <a:srgbClr val="FF0053"/>
                </a:solidFill>
                <a:latin typeface="Montserrat"/>
              </a:rPr>
              <a:t>4 </a:t>
            </a:r>
            <a:r>
              <a:rPr b="1" dirty="0" err="1">
                <a:solidFill>
                  <a:srgbClr val="FF0053"/>
                </a:solidFill>
                <a:latin typeface="Montserrat"/>
              </a:rPr>
              <a:t>этапа</a:t>
            </a:r>
            <a:endParaRPr b="1" dirty="0">
              <a:solidFill>
                <a:srgbClr val="FF0053"/>
              </a:solidFill>
              <a:latin typeface="Montserra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78240" y="2606039"/>
            <a:ext cx="2834640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b="0" dirty="0" err="1">
                <a:solidFill>
                  <a:srgbClr val="6B5B78"/>
                </a:solidFill>
                <a:latin typeface="Montserrat"/>
              </a:rPr>
              <a:t>воронка</a:t>
            </a:r>
            <a:r>
              <a:rPr b="0" dirty="0">
                <a:solidFill>
                  <a:srgbClr val="6B5B78"/>
                </a:solidFill>
                <a:latin typeface="Montserrat"/>
              </a:rPr>
              <a:t> B2C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3291839"/>
            <a:ext cx="6035040" cy="822960"/>
          </a:xfrm>
          <a:prstGeom prst="roundRect">
            <a:avLst>
              <a:gd name="adj" fmla="val 6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5040" y="3511296"/>
            <a:ext cx="2651760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b="1">
                <a:solidFill>
                  <a:srgbClr val="FF0053"/>
                </a:solidFill>
                <a:latin typeface="Montserrat"/>
              </a:rPr>
              <a:t>4 формата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333460"/>
            <a:ext cx="2834640" cy="712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b="0" dirty="0">
                <a:solidFill>
                  <a:srgbClr val="6B5B78"/>
                </a:solidFill>
                <a:latin typeface="Montserrat"/>
              </a:rPr>
              <a:t>XLSX · XLS · PDF · JSON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4251959"/>
            <a:ext cx="6035040" cy="822960"/>
          </a:xfrm>
          <a:prstGeom prst="roundRect">
            <a:avLst>
              <a:gd name="adj" fmla="val 6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35040" y="4471416"/>
            <a:ext cx="2651760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b="1">
                <a:solidFill>
                  <a:srgbClr val="FF0053"/>
                </a:solidFill>
                <a:latin typeface="Montserrat"/>
              </a:rPr>
              <a:t>2 роли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4590" y="4257662"/>
            <a:ext cx="3096260" cy="712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b="0" dirty="0" err="1">
                <a:solidFill>
                  <a:srgbClr val="6B5B78"/>
                </a:solidFill>
                <a:latin typeface="Montserrat"/>
              </a:rPr>
              <a:t>менеджер</a:t>
            </a:r>
            <a:r>
              <a:rPr b="0" dirty="0">
                <a:solidFill>
                  <a:srgbClr val="6B5B78"/>
                </a:solidFill>
                <a:latin typeface="Montserrat"/>
              </a:rPr>
              <a:t> и </a:t>
            </a:r>
            <a:r>
              <a:rPr b="0" dirty="0" err="1">
                <a:solidFill>
                  <a:srgbClr val="6B5B78"/>
                </a:solidFill>
                <a:latin typeface="Montserrat"/>
              </a:rPr>
              <a:t>администратор</a:t>
            </a:r>
            <a:endParaRPr b="0" dirty="0">
              <a:solidFill>
                <a:srgbClr val="6B5B78"/>
              </a:solidFill>
              <a:latin typeface="Montserrat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760720" y="5212079"/>
            <a:ext cx="6035040" cy="822960"/>
          </a:xfrm>
          <a:prstGeom prst="roundRect">
            <a:avLst>
              <a:gd name="adj" fmla="val 6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0" y="5431536"/>
            <a:ext cx="2651760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b="1">
                <a:solidFill>
                  <a:srgbClr val="FF0053"/>
                </a:solidFill>
                <a:latin typeface="Montserrat"/>
              </a:rPr>
              <a:t>0 ошибок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486399"/>
            <a:ext cx="2834640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b="0">
                <a:solidFill>
                  <a:srgbClr val="6B5B78"/>
                </a:solidFill>
                <a:latin typeface="Montserrat"/>
              </a:rPr>
              <a:t>на нагрузочном прогоне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0" y="0"/>
            <a:ext cx="548640" cy="0"/>
          </a:xfrm>
          <a:prstGeom prst="rect">
            <a:avLst/>
          </a:prstGeom>
        </p:spPr>
        <p:txBody>
          <a:bodyPr vert="horz" wrap="none" lIns="0" tIns="4318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r>
              <a:rPr sz="1200" dirty="0" smtClean="0">
                <a:solidFill>
                  <a:srgbClr val="520978"/>
                </a:solidFill>
                <a:latin typeface="Montserrat"/>
              </a:rPr>
              <a:t>2</a:t>
            </a:r>
            <a:endParaRPr sz="1200" dirty="0">
              <a:solidFill>
                <a:srgbClr val="520978"/>
              </a:solidFill>
              <a:latin typeface="Montserra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7472" y="320040"/>
            <a:ext cx="4206240" cy="475488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l"/>
            <a:r>
              <a:rPr sz="1600" b="1" dirty="0">
                <a:solidFill>
                  <a:srgbClr val="FFFFFF"/>
                </a:solidFill>
                <a:latin typeface="Montserrat"/>
              </a:rPr>
              <a:t>04 · </a:t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>Техническая</a:t>
            </a:r>
            <a:r>
              <a:rPr sz="16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Montserrat"/>
              </a:rPr>
              <a:t>проработка</a:t>
            </a:r>
            <a:endParaRPr sz="1600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1371600"/>
            <a:ext cx="5632704" cy="2103120"/>
          </a:xfrm>
          <a:prstGeom prst="roundRect">
            <a:avLst>
              <a:gd name="adj" fmla="val 6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572768"/>
            <a:ext cx="5029200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b="1" dirty="0">
                <a:solidFill>
                  <a:srgbClr val="520978"/>
                </a:solidFill>
                <a:latin typeface="Montserrat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21408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dirty="0">
                <a:solidFill>
                  <a:srgbClr val="1C1D22"/>
                </a:solidFill>
                <a:latin typeface="Montserrat"/>
              </a:rPr>
              <a:t>•  React 18 и </a:t>
            </a:r>
            <a:r>
              <a:rPr sz="1150" b="0" dirty="0" err="1">
                <a:solidFill>
                  <a:srgbClr val="1C1D22"/>
                </a:solidFill>
                <a:latin typeface="Montserrat"/>
              </a:rPr>
              <a:t>TypeScript</a:t>
            </a:r>
            <a:endParaRPr sz="1150" b="0" dirty="0">
              <a:solidFill>
                <a:srgbClr val="1C1D22"/>
              </a:solidFill>
              <a:latin typeface="Montserrat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dirty="0">
                <a:solidFill>
                  <a:srgbClr val="1C1D22"/>
                </a:solidFill>
                <a:latin typeface="Montserrat"/>
              </a:rPr>
              <a:t>•  </a:t>
            </a:r>
            <a:r>
              <a:rPr sz="1150" b="0" dirty="0" err="1">
                <a:solidFill>
                  <a:srgbClr val="1C1D22"/>
                </a:solidFill>
                <a:latin typeface="Montserrat"/>
              </a:rPr>
              <a:t>Vite</a:t>
            </a:r>
            <a:r>
              <a:rPr sz="1150" b="0" dirty="0">
                <a:solidFill>
                  <a:srgbClr val="1C1D22"/>
                </a:solidFill>
                <a:latin typeface="Montserrat"/>
              </a:rPr>
              <a:t>, Ant Design 5, </a:t>
            </a:r>
            <a:r>
              <a:rPr sz="1150" b="0" dirty="0" err="1">
                <a:solidFill>
                  <a:srgbClr val="1C1D22"/>
                </a:solidFill>
                <a:latin typeface="Montserrat"/>
              </a:rPr>
              <a:t>Zustand</a:t>
            </a:r>
            <a:endParaRPr sz="1150" b="0" dirty="0">
              <a:solidFill>
                <a:srgbClr val="1C1D22"/>
              </a:solidFill>
              <a:latin typeface="Montserrat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dirty="0">
                <a:solidFill>
                  <a:srgbClr val="1C1D22"/>
                </a:solidFill>
                <a:latin typeface="Montserrat"/>
              </a:rPr>
              <a:t>•  </a:t>
            </a:r>
            <a:r>
              <a:rPr sz="1150" b="0" dirty="0" err="1">
                <a:solidFill>
                  <a:srgbClr val="1C1D22"/>
                </a:solidFill>
                <a:latin typeface="Montserrat"/>
              </a:rPr>
              <a:t>Recharts</a:t>
            </a:r>
            <a:r>
              <a:rPr sz="1150" b="0" dirty="0">
                <a:solidFill>
                  <a:srgbClr val="1C1D22"/>
                </a:solidFill>
                <a:latin typeface="Montserrat"/>
              </a:rPr>
              <a:t> и @</a:t>
            </a:r>
            <a:r>
              <a:rPr sz="1150" b="0" dirty="0" err="1">
                <a:solidFill>
                  <a:srgbClr val="1C1D22"/>
                </a:solidFill>
                <a:latin typeface="Montserrat"/>
              </a:rPr>
              <a:t>dnd</a:t>
            </a:r>
            <a:r>
              <a:rPr sz="1150" b="0" dirty="0">
                <a:solidFill>
                  <a:srgbClr val="1C1D22"/>
                </a:solidFill>
                <a:latin typeface="Montserrat"/>
              </a:rPr>
              <a:t>-kit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71600"/>
            <a:ext cx="5632704" cy="2103120"/>
          </a:xfrm>
          <a:prstGeom prst="roundRect">
            <a:avLst>
              <a:gd name="adj" fmla="val 6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572768"/>
            <a:ext cx="5029200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b="1" dirty="0">
                <a:solidFill>
                  <a:srgbClr val="520978"/>
                </a:solidFill>
                <a:latin typeface="Montserrat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21408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•  Python 3.11, FastAPI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•  SQLAlchemy 2 async, asyncpg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•  Pydantic v2, JWT и bcrypt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75887"/>
            <a:ext cx="5632704" cy="2103120"/>
          </a:xfrm>
          <a:prstGeom prst="roundRect">
            <a:avLst>
              <a:gd name="adj" fmla="val 6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877055"/>
            <a:ext cx="5029200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b="1" dirty="0" err="1">
                <a:solidFill>
                  <a:srgbClr val="520978"/>
                </a:solidFill>
                <a:latin typeface="Montserrat"/>
              </a:rPr>
              <a:t>Данные</a:t>
            </a:r>
            <a:r>
              <a:rPr b="1" dirty="0">
                <a:solidFill>
                  <a:srgbClr val="520978"/>
                </a:solidFill>
                <a:latin typeface="Montserrat"/>
              </a:rPr>
              <a:t> и </a:t>
            </a:r>
            <a:r>
              <a:rPr b="1" dirty="0" err="1">
                <a:solidFill>
                  <a:srgbClr val="520978"/>
                </a:solidFill>
                <a:latin typeface="Montserrat"/>
              </a:rPr>
              <a:t>инфраструктура</a:t>
            </a:r>
            <a:endParaRPr b="1" dirty="0">
              <a:solidFill>
                <a:srgbClr val="520978"/>
              </a:solidFill>
              <a:latin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4425696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•  PostgreSQL (Managed или контейнер)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•  Yandex Object Storage для файлов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•  KeyDB для кэша, Docker Compose, Nginx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7"/>
            <a:ext cx="5632704" cy="2103120"/>
          </a:xfrm>
          <a:prstGeom prst="roundRect">
            <a:avLst>
              <a:gd name="adj" fmla="val 6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877055"/>
            <a:ext cx="5029200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b="1" dirty="0" err="1">
                <a:solidFill>
                  <a:srgbClr val="520978"/>
                </a:solidFill>
                <a:latin typeface="Montserrat"/>
              </a:rPr>
              <a:t>Интеграции</a:t>
            </a:r>
            <a:r>
              <a:rPr b="1" dirty="0">
                <a:solidFill>
                  <a:srgbClr val="520978"/>
                </a:solidFill>
                <a:latin typeface="Montserrat"/>
              </a:rPr>
              <a:t> и </a:t>
            </a:r>
            <a:r>
              <a:rPr b="1" dirty="0" err="1">
                <a:solidFill>
                  <a:srgbClr val="520978"/>
                </a:solidFill>
                <a:latin typeface="Montserrat"/>
              </a:rPr>
              <a:t>защита</a:t>
            </a:r>
            <a:endParaRPr b="1" dirty="0">
              <a:solidFill>
                <a:srgbClr val="520978"/>
              </a:solidFill>
              <a:latin typeface="Montserra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46520" y="4425696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•  Keycloak: Code Flow + PKCE, RS256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•  LMS и CMS: контракт обмена, dry-run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1C1D22"/>
                </a:solidFill>
                <a:latin typeface="Montserrat"/>
              </a:rPr>
              <a:t>•  GigaChat: сводка по взаимодействию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572" y="-4572"/>
            <a:ext cx="12197080" cy="6863080"/>
            <a:chOff x="-4572" y="-4572"/>
            <a:chExt cx="12197080" cy="686308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5829300" cy="1973580"/>
            </a:xfrm>
            <a:custGeom>
              <a:avLst/>
              <a:gdLst/>
              <a:ahLst/>
              <a:cxnLst/>
              <a:rect l="l" t="t" r="r" b="b"/>
              <a:pathLst>
                <a:path w="5829300" h="1973580">
                  <a:moveTo>
                    <a:pt x="5829299" y="0"/>
                  </a:moveTo>
                  <a:lnTo>
                    <a:pt x="5829299" y="1749044"/>
                  </a:lnTo>
                  <a:lnTo>
                    <a:pt x="5824741" y="1794316"/>
                  </a:lnTo>
                  <a:lnTo>
                    <a:pt x="5811664" y="1836473"/>
                  </a:lnTo>
                  <a:lnTo>
                    <a:pt x="5790971" y="1874615"/>
                  </a:lnTo>
                  <a:lnTo>
                    <a:pt x="5763561" y="1907841"/>
                  </a:lnTo>
                  <a:lnTo>
                    <a:pt x="5730335" y="1935251"/>
                  </a:lnTo>
                  <a:lnTo>
                    <a:pt x="5692193" y="1955944"/>
                  </a:lnTo>
                  <a:lnTo>
                    <a:pt x="5650036" y="1969021"/>
                  </a:lnTo>
                  <a:lnTo>
                    <a:pt x="5604763" y="1973579"/>
                  </a:lnTo>
                  <a:lnTo>
                    <a:pt x="0" y="1973579"/>
                  </a:lnTo>
                </a:path>
              </a:pathLst>
            </a:custGeom>
            <a:ln w="9144">
              <a:solidFill>
                <a:srgbClr val="FFD5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758952" y="1417320"/>
            <a:ext cx="10607040" cy="1138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600" b="1" dirty="0">
                <a:solidFill>
                  <a:srgbClr val="FFFFFF"/>
                </a:solidFill>
                <a:latin typeface="Montserrat"/>
              </a:rPr>
              <a:t>RTK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9601200" cy="40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dirty="0" err="1">
                <a:solidFill>
                  <a:srgbClr val="FFFFFF"/>
                </a:solidFill>
                <a:latin typeface="Montserrat"/>
              </a:rPr>
              <a:t>Система</a:t>
            </a:r>
            <a:r>
              <a:rPr sz="20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Montserrat"/>
              </a:rPr>
              <a:t>контроля</a:t>
            </a:r>
            <a:r>
              <a:rPr sz="20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Montserrat"/>
              </a:rPr>
              <a:t>взаимодействия</a:t>
            </a:r>
            <a:r>
              <a:rPr sz="2000" b="1" dirty="0">
                <a:solidFill>
                  <a:srgbClr val="FFFFFF"/>
                </a:solidFill>
                <a:latin typeface="Montserrat"/>
              </a:rPr>
              <a:t> ИТ </a:t>
            </a:r>
            <a:r>
              <a:rPr sz="2000" b="1" dirty="0" err="1">
                <a:solidFill>
                  <a:srgbClr val="FFFFFF"/>
                </a:solidFill>
                <a:latin typeface="Montserrat"/>
              </a:rPr>
              <a:t>Школы</a:t>
            </a:r>
            <a:r>
              <a:rPr sz="2000" b="1" dirty="0">
                <a:solidFill>
                  <a:srgbClr val="FFFFFF"/>
                </a:solidFill>
                <a:latin typeface="Montserrat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Montserrat"/>
              </a:rPr>
              <a:t>Ростелекома</a:t>
            </a:r>
            <a:r>
              <a:rPr sz="2000" b="1" dirty="0">
                <a:solidFill>
                  <a:srgbClr val="FFFFFF"/>
                </a:solidFill>
                <a:latin typeface="Montserrat"/>
              </a:rPr>
              <a:t> с </a:t>
            </a:r>
            <a:r>
              <a:rPr sz="2000" b="1" dirty="0" err="1">
                <a:solidFill>
                  <a:srgbClr val="FFFFFF"/>
                </a:solidFill>
                <a:latin typeface="Montserrat"/>
              </a:rPr>
              <a:t>вузами</a:t>
            </a:r>
            <a:endParaRPr sz="2000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9601200" cy="34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dirty="0" err="1">
                <a:solidFill>
                  <a:srgbClr val="F3C9E4"/>
                </a:solidFill>
                <a:latin typeface="Montserrat"/>
              </a:rPr>
              <a:t>Лидеры</a:t>
            </a:r>
            <a:r>
              <a:rPr sz="1600" b="0" dirty="0">
                <a:solidFill>
                  <a:srgbClr val="F3C9E4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F3C9E4"/>
                </a:solidFill>
                <a:latin typeface="Montserrat"/>
              </a:rPr>
              <a:t>цифровой</a:t>
            </a:r>
            <a:r>
              <a:rPr sz="1600" b="0" dirty="0">
                <a:solidFill>
                  <a:srgbClr val="F3C9E4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F3C9E4"/>
                </a:solidFill>
                <a:latin typeface="Montserrat"/>
              </a:rPr>
              <a:t>трансформации</a:t>
            </a:r>
            <a:r>
              <a:rPr sz="1600" b="0" dirty="0">
                <a:solidFill>
                  <a:srgbClr val="F3C9E4"/>
                </a:solidFill>
                <a:latin typeface="Montserrat"/>
              </a:rPr>
              <a:t> 2026 · </a:t>
            </a:r>
            <a:r>
              <a:rPr sz="1600" b="0" dirty="0" err="1">
                <a:solidFill>
                  <a:srgbClr val="F3C9E4"/>
                </a:solidFill>
                <a:latin typeface="Montserrat"/>
              </a:rPr>
              <a:t>кейс</a:t>
            </a:r>
            <a:r>
              <a:rPr sz="1600" b="0" dirty="0">
                <a:solidFill>
                  <a:srgbClr val="F3C9E4"/>
                </a:solidFill>
                <a:latin typeface="Montserrat"/>
              </a:rPr>
              <a:t> №6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24528"/>
            <a:ext cx="10058400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dirty="0" err="1">
                <a:solidFill>
                  <a:srgbClr val="E6D2EF"/>
                </a:solidFill>
                <a:latin typeface="Montserrat"/>
              </a:rPr>
              <a:t>Команда</a:t>
            </a:r>
            <a:r>
              <a:rPr sz="1600" b="0" dirty="0">
                <a:solidFill>
                  <a:srgbClr val="E6D2EF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E6D2EF"/>
                </a:solidFill>
                <a:latin typeface="Montserrat"/>
              </a:rPr>
              <a:t>из</a:t>
            </a:r>
            <a:r>
              <a:rPr sz="1600" b="0" dirty="0">
                <a:solidFill>
                  <a:srgbClr val="E6D2EF"/>
                </a:solidFill>
                <a:latin typeface="Montserrat"/>
              </a:rPr>
              <a:t> 5 </a:t>
            </a:r>
            <a:r>
              <a:rPr sz="1600" b="0" dirty="0" err="1">
                <a:solidFill>
                  <a:srgbClr val="E6D2EF"/>
                </a:solidFill>
                <a:latin typeface="Montserrat"/>
              </a:rPr>
              <a:t>человек</a:t>
            </a:r>
            <a:r>
              <a:rPr sz="1600" b="0" dirty="0">
                <a:solidFill>
                  <a:srgbClr val="E6D2EF"/>
                </a:solidFill>
                <a:latin typeface="Montserrat"/>
              </a:rPr>
              <a:t> · </a:t>
            </a:r>
            <a:r>
              <a:rPr lang="ru-RU" sz="1600" b="0" dirty="0" smtClean="0">
                <a:solidFill>
                  <a:srgbClr val="E6D2EF"/>
                </a:solidFill>
                <a:latin typeface="Montserrat"/>
              </a:rPr>
              <a:t>Ростов-на-Дону </a:t>
            </a:r>
            <a:r>
              <a:rPr sz="1600" b="0" dirty="0" smtClean="0">
                <a:solidFill>
                  <a:srgbClr val="E6D2EF"/>
                </a:solidFill>
                <a:latin typeface="Montserrat"/>
              </a:rPr>
              <a:t>· </a:t>
            </a:r>
            <a:r>
              <a:rPr sz="1600" b="0" dirty="0">
                <a:solidFill>
                  <a:srgbClr val="E6D2EF"/>
                </a:solidFill>
                <a:latin typeface="Montserrat"/>
              </a:rPr>
              <a:t>github.com/Pavel1778/</a:t>
            </a:r>
            <a:r>
              <a:rPr sz="1600" b="0" dirty="0" err="1">
                <a:solidFill>
                  <a:srgbClr val="E6D2EF"/>
                </a:solidFill>
                <a:latin typeface="Montserrat"/>
              </a:rPr>
              <a:t>rtk-crm</a:t>
            </a:r>
            <a:endParaRPr sz="1600" b="0" dirty="0">
              <a:solidFill>
                <a:srgbClr val="E6D2EF"/>
              </a:solidFill>
              <a:latin typeface="Montserrat"/>
            </a:endParaRPr>
          </a:p>
        </p:txBody>
      </p:sp>
      <p:pic>
        <p:nvPicPr>
          <p:cNvPr id="9" name="object 22" descr=" 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8600" y="5751577"/>
            <a:ext cx="3611882" cy="890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74500" cy="6857999"/>
            <a:chOff x="0" y="0"/>
            <a:chExt cx="11874500" cy="6857999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18745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2971799"/>
              <a:ext cx="6456045" cy="3886200"/>
            </a:xfrm>
            <a:custGeom>
              <a:avLst/>
              <a:gdLst/>
              <a:ahLst/>
              <a:cxnLst/>
              <a:rect l="l" t="t" r="r" b="b"/>
              <a:pathLst>
                <a:path w="6456045" h="3886200">
                  <a:moveTo>
                    <a:pt x="6455664" y="0"/>
                  </a:moveTo>
                  <a:lnTo>
                    <a:pt x="0" y="0"/>
                  </a:lnTo>
                  <a:lnTo>
                    <a:pt x="0" y="3886200"/>
                  </a:lnTo>
                  <a:lnTo>
                    <a:pt x="6455664" y="3886200"/>
                  </a:lnTo>
                  <a:lnTo>
                    <a:pt x="6455664" y="0"/>
                  </a:lnTo>
                  <a:close/>
                </a:path>
              </a:pathLst>
            </a:custGeom>
            <a:solidFill>
              <a:srgbClr val="DCCEE3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6200" y="3513582"/>
            <a:ext cx="6379845" cy="29913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>
              <a:lnSpc>
                <a:spcPct val="112000"/>
              </a:lnSpc>
              <a:spcBef>
                <a:spcPts val="105"/>
              </a:spcBef>
              <a:spcAft>
                <a:spcPts val="800"/>
              </a:spcAft>
            </a:pPr>
            <a:r>
              <a:rPr b="1" dirty="0">
                <a:solidFill>
                  <a:srgbClr val="520978"/>
                </a:solidFill>
                <a:latin typeface="Montserrat"/>
              </a:rPr>
              <a:t>О </a:t>
            </a:r>
            <a:r>
              <a:rPr b="1" dirty="0" err="1">
                <a:solidFill>
                  <a:srgbClr val="520978"/>
                </a:solidFill>
                <a:latin typeface="Montserrat"/>
              </a:rPr>
              <a:t>команде</a:t>
            </a:r>
            <a:endParaRPr dirty="0">
              <a:latin typeface="Arial"/>
              <a:cs typeface="Arial"/>
            </a:endParaRPr>
          </a:p>
          <a:p>
            <a:pPr marL="285750" indent="-285750" algn="l">
              <a:lnSpc>
                <a:spcPct val="112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1C1D22"/>
                </a:solidFill>
                <a:latin typeface="Montserrat"/>
              </a:rPr>
              <a:t>Капитан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: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Сабадаш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Павел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backend и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инфраструктура</a:t>
            </a:r>
            <a:endParaRPr sz="1600" b="0" dirty="0">
              <a:solidFill>
                <a:srgbClr val="1C1D22"/>
              </a:solidFill>
              <a:latin typeface="Montserrat"/>
            </a:endParaRPr>
          </a:p>
          <a:p>
            <a:pPr marL="285750" indent="-285750" algn="l">
              <a:lnSpc>
                <a:spcPct val="112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1C1D22"/>
                </a:solidFill>
                <a:latin typeface="Montserrat"/>
              </a:rPr>
              <a:t>Участников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: </a:t>
            </a:r>
            <a:r>
              <a:rPr sz="1600" b="0" dirty="0" smtClean="0">
                <a:solidFill>
                  <a:srgbClr val="1C1D22"/>
                </a:solidFill>
                <a:latin typeface="Montserrat"/>
              </a:rPr>
              <a:t>5</a:t>
            </a:r>
            <a:endParaRPr lang="ru-RU" sz="1600" b="0" dirty="0" smtClean="0">
              <a:solidFill>
                <a:srgbClr val="1C1D22"/>
              </a:solidFill>
              <a:latin typeface="Montserrat"/>
            </a:endParaRPr>
          </a:p>
          <a:p>
            <a:pPr marL="158750" indent="-146050">
              <a:lnSpc>
                <a:spcPct val="100000"/>
              </a:lnSpc>
              <a:spcBef>
                <a:spcPts val="340"/>
              </a:spcBef>
              <a:buClr>
                <a:srgbClr val="FF0052"/>
              </a:buClr>
              <a:buFont typeface="Wingdings"/>
              <a:buChar char=""/>
              <a:tabLst>
                <a:tab pos="158750" algn="l"/>
              </a:tabLst>
            </a:pPr>
            <a:r>
              <a:rPr lang="ru-RU" sz="1600" b="1" dirty="0" smtClean="0">
                <a:latin typeface="Montserrat"/>
                <a:cs typeface="Arial"/>
              </a:rPr>
              <a:t>Краткое</a:t>
            </a:r>
            <a:r>
              <a:rPr lang="ru-RU" sz="1600" b="1" spc="-45" dirty="0" smtClean="0">
                <a:latin typeface="Montserrat"/>
                <a:cs typeface="Arial"/>
              </a:rPr>
              <a:t> </a:t>
            </a:r>
            <a:r>
              <a:rPr lang="ru-RU" sz="1600" b="1" spc="-10" dirty="0" smtClean="0">
                <a:latin typeface="Montserrat"/>
                <a:cs typeface="Arial"/>
              </a:rPr>
              <a:t>описание:</a:t>
            </a:r>
            <a:endParaRPr lang="ru-RU" sz="1600" dirty="0" smtClean="0">
              <a:latin typeface="Montserrat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335"/>
              </a:spcBef>
              <a:buClr>
                <a:srgbClr val="FF0052"/>
              </a:buClr>
              <a:buFont typeface="Arial" panose="020B0604020202020204" pitchFamily="34" charset="0"/>
              <a:buChar char="•"/>
              <a:tabLst>
                <a:tab pos="158750" algn="l"/>
              </a:tabLst>
            </a:pPr>
            <a:r>
              <a:rPr lang="ru-RU" sz="1600" dirty="0">
                <a:latin typeface="Montserrat"/>
              </a:rPr>
              <a:t>Познакомились в РКСИ (Ростов-на-Дону) — учились вместе. На ЛЦТ 2026 собрались той же командой: пять человек, пять компетенций. Каждый закрыл свою зону — </a:t>
            </a:r>
            <a:r>
              <a:rPr lang="ru-RU" sz="1600" dirty="0" err="1">
                <a:latin typeface="Montserrat"/>
              </a:rPr>
              <a:t>backend</a:t>
            </a:r>
            <a:r>
              <a:rPr lang="ru-RU" sz="1600" dirty="0">
                <a:latin typeface="Montserrat"/>
              </a:rPr>
              <a:t>, </a:t>
            </a:r>
            <a:r>
              <a:rPr lang="ru-RU" sz="1600" dirty="0" err="1">
                <a:latin typeface="Montserrat"/>
              </a:rPr>
              <a:t>frontend</a:t>
            </a:r>
            <a:r>
              <a:rPr lang="ru-RU" sz="1600" dirty="0">
                <a:latin typeface="Montserrat"/>
              </a:rPr>
              <a:t>, API и интеграции, данные и отчёты, QA и документация</a:t>
            </a:r>
            <a:r>
              <a:rPr lang="ru-RU" sz="1600" dirty="0"/>
              <a:t>.</a:t>
            </a:r>
            <a:endParaRPr sz="1600" b="0" dirty="0">
              <a:solidFill>
                <a:srgbClr val="1C1D22"/>
              </a:solidFill>
              <a:latin typeface="Montserrat"/>
            </a:endParaRPr>
          </a:p>
          <a:p>
            <a:pPr marL="285750" indent="-285750" algn="l">
              <a:lnSpc>
                <a:spcPct val="112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1C1D22"/>
                </a:solidFill>
                <a:latin typeface="Montserrat"/>
              </a:rPr>
              <a:t>Город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регион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: </a:t>
            </a:r>
            <a:r>
              <a:rPr lang="ru-RU" sz="1600" dirty="0" smtClean="0">
                <a:solidFill>
                  <a:srgbClr val="1C1D22"/>
                </a:solidFill>
                <a:latin typeface="Montserrat"/>
              </a:rPr>
              <a:t>Ростов-на-Дону</a:t>
            </a:r>
            <a:endParaRPr sz="1600" b="0" dirty="0">
              <a:solidFill>
                <a:srgbClr val="1C1D22"/>
              </a:solidFill>
              <a:latin typeface="Montserrat"/>
            </a:endParaRPr>
          </a:p>
          <a:p>
            <a:pPr marL="285750" indent="-285750" algn="l">
              <a:lnSpc>
                <a:spcPct val="112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6B5B78"/>
                </a:solidFill>
                <a:latin typeface="Montserrat"/>
              </a:rPr>
              <a:t>Команда</a:t>
            </a:r>
            <a:r>
              <a:rPr sz="1600" b="0" dirty="0">
                <a:solidFill>
                  <a:srgbClr val="6B5B78"/>
                </a:solidFill>
                <a:latin typeface="Montserrat"/>
              </a:rPr>
              <a:t> </a:t>
            </a:r>
            <a:r>
              <a:rPr lang="ru-RU" sz="1600" b="0" dirty="0" smtClean="0">
                <a:solidFill>
                  <a:srgbClr val="6B5B78"/>
                </a:solidFill>
                <a:latin typeface="Montserrat"/>
              </a:rPr>
              <a:t>работала онлайн, собравшись в общем </a:t>
            </a:r>
            <a:r>
              <a:rPr lang="ru-RU" sz="1600" b="0" dirty="0" err="1" smtClean="0">
                <a:solidFill>
                  <a:srgbClr val="6B5B78"/>
                </a:solidFill>
                <a:latin typeface="Montserrat"/>
              </a:rPr>
              <a:t>видеозвонке</a:t>
            </a:r>
            <a:endParaRPr sz="1600" b="0" dirty="0">
              <a:solidFill>
                <a:srgbClr val="6B5B78"/>
              </a:solidFill>
              <a:latin typeface="Montserra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6240" y="2234183"/>
            <a:ext cx="11386185" cy="2209800"/>
            <a:chOff x="396240" y="2234183"/>
            <a:chExt cx="11386185" cy="2209800"/>
          </a:xfrm>
        </p:grpSpPr>
        <p:sp>
          <p:nvSpPr>
            <p:cNvPr id="7" name="object 7"/>
            <p:cNvSpPr/>
            <p:nvPr/>
          </p:nvSpPr>
          <p:spPr>
            <a:xfrm>
              <a:off x="6879336" y="2240279"/>
              <a:ext cx="4903470" cy="2197735"/>
            </a:xfrm>
            <a:custGeom>
              <a:avLst/>
              <a:gdLst/>
              <a:ahLst/>
              <a:cxnLst/>
              <a:rect l="l" t="t" r="r" b="b"/>
              <a:pathLst>
                <a:path w="4903470" h="2197735">
                  <a:moveTo>
                    <a:pt x="0" y="0"/>
                  </a:moveTo>
                  <a:lnTo>
                    <a:pt x="4884801" y="0"/>
                  </a:lnTo>
                </a:path>
                <a:path w="4903470" h="2197735">
                  <a:moveTo>
                    <a:pt x="18288" y="2197608"/>
                  </a:moveTo>
                  <a:lnTo>
                    <a:pt x="4903089" y="2197608"/>
                  </a:lnTo>
                </a:path>
              </a:pathLst>
            </a:custGeom>
            <a:ln w="12192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6240" y="3447287"/>
              <a:ext cx="5700395" cy="0"/>
            </a:xfrm>
            <a:custGeom>
              <a:avLst/>
              <a:gdLst/>
              <a:ahLst/>
              <a:cxnLst/>
              <a:rect l="l" t="t" r="r" b="b"/>
              <a:pathLst>
                <a:path w="5700395">
                  <a:moveTo>
                    <a:pt x="0" y="0"/>
                  </a:moveTo>
                  <a:lnTo>
                    <a:pt x="5700141" y="0"/>
                  </a:lnTo>
                </a:path>
              </a:pathLst>
            </a:custGeom>
            <a:ln w="6096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888606" y="2244596"/>
            <a:ext cx="3855594" cy="1617238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4130" algn="l">
              <a:lnSpc>
                <a:spcPct val="112000"/>
              </a:lnSpc>
              <a:spcBef>
                <a:spcPts val="790"/>
              </a:spcBef>
              <a:spcAft>
                <a:spcPts val="800"/>
              </a:spcAft>
            </a:pPr>
            <a:r>
              <a:rPr b="1" dirty="0" err="1">
                <a:solidFill>
                  <a:srgbClr val="520978"/>
                </a:solidFill>
                <a:latin typeface="Montserrat"/>
              </a:rPr>
              <a:t>Краткое</a:t>
            </a:r>
            <a:r>
              <a:rPr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b="1" dirty="0" err="1">
                <a:solidFill>
                  <a:srgbClr val="520978"/>
                </a:solidFill>
                <a:latin typeface="Montserrat"/>
              </a:rPr>
              <a:t>описание</a:t>
            </a:r>
            <a:r>
              <a:rPr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b="1" dirty="0" err="1">
                <a:solidFill>
                  <a:srgbClr val="520978"/>
                </a:solidFill>
                <a:latin typeface="Montserrat"/>
              </a:rPr>
              <a:t>решения</a:t>
            </a:r>
            <a:endParaRPr dirty="0">
              <a:latin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CRM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ведёт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взаимодействие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с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вузом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от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первого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контакта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до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результата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: Kanban,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карточка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задачи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комментарии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файлы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отчёты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00418" y="4464678"/>
            <a:ext cx="5215382" cy="2011320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12700" algn="l">
              <a:lnSpc>
                <a:spcPct val="112000"/>
              </a:lnSpc>
              <a:spcBef>
                <a:spcPts val="945"/>
              </a:spcBef>
              <a:spcAft>
                <a:spcPts val="800"/>
              </a:spcAft>
            </a:pPr>
            <a:r>
              <a:rPr b="1" dirty="0" err="1" smtClean="0">
                <a:solidFill>
                  <a:srgbClr val="520978"/>
                </a:solidFill>
                <a:latin typeface="Montserrat"/>
              </a:rPr>
              <a:t>Уникальность</a:t>
            </a:r>
            <a:r>
              <a:rPr b="1" dirty="0" smtClean="0">
                <a:solidFill>
                  <a:srgbClr val="520978"/>
                </a:solidFill>
                <a:latin typeface="Montserrat"/>
              </a:rPr>
              <a:t> </a:t>
            </a:r>
            <a:r>
              <a:rPr b="1" dirty="0" err="1" smtClean="0">
                <a:solidFill>
                  <a:srgbClr val="520978"/>
                </a:solidFill>
                <a:latin typeface="Montserrat"/>
              </a:rPr>
              <a:t>решения</a:t>
            </a:r>
            <a:endParaRPr dirty="0" smtClean="0">
              <a:latin typeface="Montserrat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Montserrat"/>
              </a:rPr>
              <a:t>Workflow</a:t>
            </a:r>
            <a:r>
              <a:rPr lang="ru-RU" sz="1600" dirty="0">
                <a:latin typeface="Montserrat"/>
              </a:rPr>
              <a:t> без 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Montserrat"/>
              </a:rPr>
              <a:t>Две воронки B2B + B2C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Montserrat"/>
              </a:rPr>
              <a:t>Интеграция с LMS/CMS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Montserrat"/>
              </a:rPr>
              <a:t>ИИ-сводка </a:t>
            </a:r>
            <a:r>
              <a:rPr lang="ru-RU" sz="1600" dirty="0" smtClean="0">
                <a:latin typeface="Montserrat"/>
              </a:rPr>
              <a:t>(учитывая 152-ФЗ</a:t>
            </a:r>
            <a:r>
              <a:rPr lang="ru-RU" sz="1600" dirty="0">
                <a:latin typeface="Montserrat"/>
              </a:rPr>
              <a:t>)</a:t>
            </a:r>
          </a:p>
          <a:p>
            <a:r>
              <a:rPr lang="ru-RU" sz="1600" dirty="0" smtClean="0"/>
              <a:t/>
            </a:r>
            <a:br>
              <a:rPr lang="ru-RU" sz="1600" dirty="0" smtClean="0"/>
            </a:br>
            <a:endParaRPr lang="ru-RU" sz="160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0" y="0"/>
            <a:ext cx="548640" cy="0"/>
          </a:xfrm>
          <a:prstGeom prst="rect">
            <a:avLst/>
          </a:prstGeom>
        </p:spPr>
        <p:txBody>
          <a:bodyPr vert="horz" wrap="none" lIns="0" tIns="4318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r>
              <a:rPr sz="1200">
                <a:solidFill>
                  <a:srgbClr val="520978"/>
                </a:solidFill>
                <a:latin typeface="Montserrat"/>
              </a:rPr>
              <a:t>8</a:t>
            </a:r>
          </a:p>
        </p:txBody>
      </p:sp>
      <p:sp>
        <p:nvSpPr>
          <p:cNvPr id="15" name="Овал 14"/>
          <p:cNvSpPr/>
          <p:nvPr/>
        </p:nvSpPr>
        <p:spPr>
          <a:xfrm>
            <a:off x="1219200" y="76200"/>
            <a:ext cx="2895600" cy="2819399"/>
          </a:xfrm>
          <a:prstGeom prst="ellipse">
            <a:avLst/>
          </a:prstGeom>
          <a:solidFill>
            <a:srgbClr val="5209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https://rpp.mos.ru/services/files/2026/09/14/cbac4ae662aa407b9ab14c95d456be6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14714"/>
            <a:ext cx="2304000" cy="2304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651760" y="1520952"/>
              <a:ext cx="2192020" cy="4834255"/>
            </a:xfrm>
            <a:custGeom>
              <a:avLst/>
              <a:gdLst/>
              <a:ahLst/>
              <a:cxnLst/>
              <a:rect l="l" t="t" r="r" b="b"/>
              <a:pathLst>
                <a:path w="2192020" h="4834255">
                  <a:moveTo>
                    <a:pt x="1976247" y="0"/>
                  </a:moveTo>
                  <a:lnTo>
                    <a:pt x="215264" y="0"/>
                  </a:lnTo>
                  <a:lnTo>
                    <a:pt x="165911" y="5686"/>
                  </a:lnTo>
                  <a:lnTo>
                    <a:pt x="120603" y="21882"/>
                  </a:lnTo>
                  <a:lnTo>
                    <a:pt x="80634" y="47296"/>
                  </a:lnTo>
                  <a:lnTo>
                    <a:pt x="47296" y="80634"/>
                  </a:lnTo>
                  <a:lnTo>
                    <a:pt x="21882" y="120603"/>
                  </a:lnTo>
                  <a:lnTo>
                    <a:pt x="5686" y="165911"/>
                  </a:lnTo>
                  <a:lnTo>
                    <a:pt x="0" y="215264"/>
                  </a:lnTo>
                  <a:lnTo>
                    <a:pt x="0" y="4618901"/>
                  </a:lnTo>
                  <a:lnTo>
                    <a:pt x="5686" y="4668252"/>
                  </a:lnTo>
                  <a:lnTo>
                    <a:pt x="21882" y="4713554"/>
                  </a:lnTo>
                  <a:lnTo>
                    <a:pt x="47296" y="4753516"/>
                  </a:lnTo>
                  <a:lnTo>
                    <a:pt x="80634" y="4786846"/>
                  </a:lnTo>
                  <a:lnTo>
                    <a:pt x="120603" y="4812253"/>
                  </a:lnTo>
                  <a:lnTo>
                    <a:pt x="165911" y="4828443"/>
                  </a:lnTo>
                  <a:lnTo>
                    <a:pt x="215264" y="4834128"/>
                  </a:lnTo>
                  <a:lnTo>
                    <a:pt x="1976247" y="4834128"/>
                  </a:lnTo>
                  <a:lnTo>
                    <a:pt x="2025600" y="4828443"/>
                  </a:lnTo>
                  <a:lnTo>
                    <a:pt x="2070908" y="4812253"/>
                  </a:lnTo>
                  <a:lnTo>
                    <a:pt x="2110877" y="4786846"/>
                  </a:lnTo>
                  <a:lnTo>
                    <a:pt x="2144215" y="4753516"/>
                  </a:lnTo>
                  <a:lnTo>
                    <a:pt x="2169629" y="4713554"/>
                  </a:lnTo>
                  <a:lnTo>
                    <a:pt x="2185825" y="4668252"/>
                  </a:lnTo>
                  <a:lnTo>
                    <a:pt x="2191512" y="4618901"/>
                  </a:lnTo>
                  <a:lnTo>
                    <a:pt x="2191512" y="215264"/>
                  </a:lnTo>
                  <a:lnTo>
                    <a:pt x="2185825" y="165911"/>
                  </a:lnTo>
                  <a:lnTo>
                    <a:pt x="2169629" y="120603"/>
                  </a:lnTo>
                  <a:lnTo>
                    <a:pt x="2144215" y="80634"/>
                  </a:lnTo>
                  <a:lnTo>
                    <a:pt x="2110877" y="47296"/>
                  </a:lnTo>
                  <a:lnTo>
                    <a:pt x="2070908" y="21882"/>
                  </a:lnTo>
                  <a:lnTo>
                    <a:pt x="2025600" y="5686"/>
                  </a:lnTo>
                  <a:lnTo>
                    <a:pt x="19762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79600" y="3600000"/>
            <a:ext cx="1440000" cy="504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</a:pPr>
            <a:r>
              <a:rPr sz="1600" b="1" dirty="0" err="1">
                <a:solidFill>
                  <a:srgbClr val="520978"/>
                </a:solidFill>
                <a:latin typeface="Montserrat"/>
              </a:rPr>
              <a:t>Тимофей</a:t>
            </a:r>
            <a:r>
              <a:rPr sz="16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Montserrat"/>
              </a:rPr>
              <a:t>Кобзев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02966" y="4191000"/>
            <a:ext cx="1655445" cy="465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1400" b="0" dirty="0" smtClean="0">
                <a:solidFill>
                  <a:srgbClr val="3C1B50"/>
                </a:solidFill>
                <a:latin typeface="Montserrat"/>
              </a:rPr>
              <a:t>QA, </a:t>
            </a:r>
            <a:r>
              <a:rPr lang="ru-RU" sz="1400" b="0" dirty="0" smtClean="0">
                <a:solidFill>
                  <a:srgbClr val="3C1B50"/>
                </a:solidFill>
                <a:latin typeface="Montserrat"/>
              </a:rPr>
              <a:t>документация и питч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367500" y="322707"/>
            <a:ext cx="3950335" cy="6032501"/>
            <a:chOff x="347472" y="323088"/>
            <a:chExt cx="3950335" cy="6032501"/>
          </a:xfrm>
        </p:grpSpPr>
        <p:sp>
          <p:nvSpPr>
            <p:cNvPr id="17" name="object 17"/>
            <p:cNvSpPr/>
            <p:nvPr/>
          </p:nvSpPr>
          <p:spPr>
            <a:xfrm>
              <a:off x="347472" y="1520953"/>
              <a:ext cx="2192020" cy="4834636"/>
            </a:xfrm>
            <a:custGeom>
              <a:avLst/>
              <a:gdLst/>
              <a:ahLst/>
              <a:cxnLst/>
              <a:rect l="l" t="t" r="r" b="b"/>
              <a:pathLst>
                <a:path w="2192020" h="4834255">
                  <a:moveTo>
                    <a:pt x="1976247" y="0"/>
                  </a:moveTo>
                  <a:lnTo>
                    <a:pt x="215226" y="0"/>
                  </a:lnTo>
                  <a:lnTo>
                    <a:pt x="165875" y="5686"/>
                  </a:lnTo>
                  <a:lnTo>
                    <a:pt x="120573" y="21882"/>
                  </a:lnTo>
                  <a:lnTo>
                    <a:pt x="80611" y="47296"/>
                  </a:lnTo>
                  <a:lnTo>
                    <a:pt x="47281" y="80634"/>
                  </a:lnTo>
                  <a:lnTo>
                    <a:pt x="21874" y="120603"/>
                  </a:lnTo>
                  <a:lnTo>
                    <a:pt x="5684" y="165911"/>
                  </a:lnTo>
                  <a:lnTo>
                    <a:pt x="0" y="215264"/>
                  </a:lnTo>
                  <a:lnTo>
                    <a:pt x="0" y="4618901"/>
                  </a:lnTo>
                  <a:lnTo>
                    <a:pt x="5684" y="4668252"/>
                  </a:lnTo>
                  <a:lnTo>
                    <a:pt x="21874" y="4713554"/>
                  </a:lnTo>
                  <a:lnTo>
                    <a:pt x="47281" y="4753516"/>
                  </a:lnTo>
                  <a:lnTo>
                    <a:pt x="80611" y="4786846"/>
                  </a:lnTo>
                  <a:lnTo>
                    <a:pt x="120573" y="4812253"/>
                  </a:lnTo>
                  <a:lnTo>
                    <a:pt x="165875" y="4828443"/>
                  </a:lnTo>
                  <a:lnTo>
                    <a:pt x="215226" y="4834128"/>
                  </a:lnTo>
                  <a:lnTo>
                    <a:pt x="1976247" y="4834128"/>
                  </a:lnTo>
                  <a:lnTo>
                    <a:pt x="2025600" y="4828443"/>
                  </a:lnTo>
                  <a:lnTo>
                    <a:pt x="2070908" y="4812253"/>
                  </a:lnTo>
                  <a:lnTo>
                    <a:pt x="2110877" y="4786846"/>
                  </a:lnTo>
                  <a:lnTo>
                    <a:pt x="2144215" y="4753516"/>
                  </a:lnTo>
                  <a:lnTo>
                    <a:pt x="2169629" y="4713554"/>
                  </a:lnTo>
                  <a:lnTo>
                    <a:pt x="2185825" y="4668252"/>
                  </a:lnTo>
                  <a:lnTo>
                    <a:pt x="2191512" y="4618901"/>
                  </a:lnTo>
                  <a:lnTo>
                    <a:pt x="2191512" y="215264"/>
                  </a:lnTo>
                  <a:lnTo>
                    <a:pt x="2185825" y="165911"/>
                  </a:lnTo>
                  <a:lnTo>
                    <a:pt x="2169629" y="120603"/>
                  </a:lnTo>
                  <a:lnTo>
                    <a:pt x="2144215" y="80634"/>
                  </a:lnTo>
                  <a:lnTo>
                    <a:pt x="2110877" y="47296"/>
                  </a:lnTo>
                  <a:lnTo>
                    <a:pt x="2070908" y="21882"/>
                  </a:lnTo>
                  <a:lnTo>
                    <a:pt x="2025600" y="5686"/>
                  </a:lnTo>
                  <a:lnTo>
                    <a:pt x="19762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7472" y="323088"/>
              <a:ext cx="3950335" cy="622300"/>
            </a:xfrm>
            <a:custGeom>
              <a:avLst/>
              <a:gdLst/>
              <a:ahLst/>
              <a:cxnLst/>
              <a:rect l="l" t="t" r="r" b="b"/>
              <a:pathLst>
                <a:path w="3950335" h="622300">
                  <a:moveTo>
                    <a:pt x="3833876" y="0"/>
                  </a:moveTo>
                  <a:lnTo>
                    <a:pt x="116306" y="0"/>
                  </a:lnTo>
                  <a:lnTo>
                    <a:pt x="71033" y="9140"/>
                  </a:lnTo>
                  <a:lnTo>
                    <a:pt x="34064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4" y="587724"/>
                  </a:lnTo>
                  <a:lnTo>
                    <a:pt x="71033" y="612651"/>
                  </a:lnTo>
                  <a:lnTo>
                    <a:pt x="116306" y="621791"/>
                  </a:lnTo>
                  <a:lnTo>
                    <a:pt x="3833876" y="621791"/>
                  </a:lnTo>
                  <a:lnTo>
                    <a:pt x="3879163" y="612651"/>
                  </a:lnTo>
                  <a:lnTo>
                    <a:pt x="3916140" y="587724"/>
                  </a:lnTo>
                  <a:lnTo>
                    <a:pt x="3941067" y="550747"/>
                  </a:lnTo>
                  <a:lnTo>
                    <a:pt x="3950207" y="505459"/>
                  </a:lnTo>
                  <a:lnTo>
                    <a:pt x="3950207" y="116331"/>
                  </a:lnTo>
                  <a:lnTo>
                    <a:pt x="3941067" y="71044"/>
                  </a:lnTo>
                  <a:lnTo>
                    <a:pt x="3916140" y="34067"/>
                  </a:lnTo>
                  <a:lnTo>
                    <a:pt x="3879163" y="9140"/>
                  </a:lnTo>
                  <a:lnTo>
                    <a:pt x="3833876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>
              <a:pPr algn="ctr"/>
              <a:endParaRPr dirty="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85800" y="3600000"/>
            <a:ext cx="1440000" cy="504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</a:pPr>
            <a:r>
              <a:rPr sz="1600" b="1" dirty="0" err="1">
                <a:solidFill>
                  <a:srgbClr val="520978"/>
                </a:solidFill>
                <a:latin typeface="Montserrat"/>
              </a:rPr>
              <a:t>Сабадаш</a:t>
            </a:r>
            <a:r>
              <a:rPr sz="16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Montserrat"/>
              </a:rPr>
              <a:t>Павел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56047" y="1520952"/>
            <a:ext cx="2194560" cy="4834255"/>
          </a:xfrm>
          <a:custGeom>
            <a:avLst/>
            <a:gdLst/>
            <a:ahLst/>
            <a:cxnLst/>
            <a:rect l="l" t="t" r="r" b="b"/>
            <a:pathLst>
              <a:path w="2194559" h="4834255">
                <a:moveTo>
                  <a:pt x="1979041" y="0"/>
                </a:moveTo>
                <a:lnTo>
                  <a:pt x="215518" y="0"/>
                </a:lnTo>
                <a:lnTo>
                  <a:pt x="166111" y="5693"/>
                </a:lnTo>
                <a:lnTo>
                  <a:pt x="120751" y="21910"/>
                </a:lnTo>
                <a:lnTo>
                  <a:pt x="80734" y="47356"/>
                </a:lnTo>
                <a:lnTo>
                  <a:pt x="47356" y="80734"/>
                </a:lnTo>
                <a:lnTo>
                  <a:pt x="21910" y="120751"/>
                </a:lnTo>
                <a:lnTo>
                  <a:pt x="5693" y="166111"/>
                </a:lnTo>
                <a:lnTo>
                  <a:pt x="0" y="215519"/>
                </a:lnTo>
                <a:lnTo>
                  <a:pt x="0" y="4618596"/>
                </a:lnTo>
                <a:lnTo>
                  <a:pt x="5693" y="4668016"/>
                </a:lnTo>
                <a:lnTo>
                  <a:pt x="21910" y="4713382"/>
                </a:lnTo>
                <a:lnTo>
                  <a:pt x="47356" y="4753401"/>
                </a:lnTo>
                <a:lnTo>
                  <a:pt x="80734" y="4786778"/>
                </a:lnTo>
                <a:lnTo>
                  <a:pt x="120751" y="4812221"/>
                </a:lnTo>
                <a:lnTo>
                  <a:pt x="166111" y="4828435"/>
                </a:lnTo>
                <a:lnTo>
                  <a:pt x="215518" y="4834128"/>
                </a:lnTo>
                <a:lnTo>
                  <a:pt x="1979041" y="4834128"/>
                </a:lnTo>
                <a:lnTo>
                  <a:pt x="2028448" y="4828435"/>
                </a:lnTo>
                <a:lnTo>
                  <a:pt x="2073808" y="4812221"/>
                </a:lnTo>
                <a:lnTo>
                  <a:pt x="2113825" y="4786778"/>
                </a:lnTo>
                <a:lnTo>
                  <a:pt x="2147203" y="4753401"/>
                </a:lnTo>
                <a:lnTo>
                  <a:pt x="2172649" y="4713382"/>
                </a:lnTo>
                <a:lnTo>
                  <a:pt x="2188866" y="4668016"/>
                </a:lnTo>
                <a:lnTo>
                  <a:pt x="2194559" y="4618596"/>
                </a:lnTo>
                <a:lnTo>
                  <a:pt x="2194559" y="215519"/>
                </a:lnTo>
                <a:lnTo>
                  <a:pt x="2188866" y="166111"/>
                </a:lnTo>
                <a:lnTo>
                  <a:pt x="2172649" y="120751"/>
                </a:lnTo>
                <a:lnTo>
                  <a:pt x="2147203" y="80734"/>
                </a:lnTo>
                <a:lnTo>
                  <a:pt x="2113825" y="47356"/>
                </a:lnTo>
                <a:lnTo>
                  <a:pt x="2073808" y="21910"/>
                </a:lnTo>
                <a:lnTo>
                  <a:pt x="2028448" y="5693"/>
                </a:lnTo>
                <a:lnTo>
                  <a:pt x="19790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algn="ctr"/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41800" y="3600000"/>
            <a:ext cx="1440000" cy="504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</a:pPr>
            <a:r>
              <a:rPr sz="1600" b="1" dirty="0" err="1">
                <a:solidFill>
                  <a:srgbClr val="520978"/>
                </a:solidFill>
                <a:latin typeface="Montserrat"/>
              </a:rPr>
              <a:t>Сазонов</a:t>
            </a:r>
            <a:r>
              <a:rPr sz="16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Montserrat"/>
              </a:rPr>
              <a:t>Александр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1600" y="4191000"/>
            <a:ext cx="1654810" cy="465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655" indent="-147955" algn="ctr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buClr>
                <a:srgbClr val="FF0052"/>
              </a:buClr>
              <a:buChar char="•"/>
              <a:tabLst>
                <a:tab pos="160655" algn="l"/>
              </a:tabLst>
            </a:pPr>
            <a:r>
              <a:rPr lang="en-US" sz="1400" b="0" dirty="0" smtClean="0">
                <a:solidFill>
                  <a:srgbClr val="3C1B50"/>
                </a:solidFill>
                <a:latin typeface="Montserrat"/>
              </a:rPr>
              <a:t>Frontend </a:t>
            </a:r>
            <a:r>
              <a:rPr lang="ru-RU" sz="1400" b="0" dirty="0" smtClean="0">
                <a:solidFill>
                  <a:srgbClr val="3C1B50"/>
                </a:solidFill>
                <a:latin typeface="Montserrat"/>
              </a:rPr>
              <a:t>и дизайн-система</a:t>
            </a:r>
            <a:endParaRPr lang="ru-RU" sz="1200" dirty="0" smtClean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63383" y="1520952"/>
            <a:ext cx="2192020" cy="4834255"/>
          </a:xfrm>
          <a:custGeom>
            <a:avLst/>
            <a:gdLst/>
            <a:ahLst/>
            <a:cxnLst/>
            <a:rect l="l" t="t" r="r" b="b"/>
            <a:pathLst>
              <a:path w="2192020" h="4834255">
                <a:moveTo>
                  <a:pt x="1976247" y="0"/>
                </a:moveTo>
                <a:lnTo>
                  <a:pt x="215265" y="0"/>
                </a:lnTo>
                <a:lnTo>
                  <a:pt x="165911" y="5686"/>
                </a:lnTo>
                <a:lnTo>
                  <a:pt x="120603" y="21882"/>
                </a:lnTo>
                <a:lnTo>
                  <a:pt x="80634" y="47296"/>
                </a:lnTo>
                <a:lnTo>
                  <a:pt x="47296" y="80634"/>
                </a:lnTo>
                <a:lnTo>
                  <a:pt x="21882" y="120603"/>
                </a:lnTo>
                <a:lnTo>
                  <a:pt x="5686" y="165911"/>
                </a:lnTo>
                <a:lnTo>
                  <a:pt x="0" y="215264"/>
                </a:lnTo>
                <a:lnTo>
                  <a:pt x="0" y="4618901"/>
                </a:lnTo>
                <a:lnTo>
                  <a:pt x="5686" y="4668252"/>
                </a:lnTo>
                <a:lnTo>
                  <a:pt x="21882" y="4713554"/>
                </a:lnTo>
                <a:lnTo>
                  <a:pt x="47296" y="4753516"/>
                </a:lnTo>
                <a:lnTo>
                  <a:pt x="80634" y="4786846"/>
                </a:lnTo>
                <a:lnTo>
                  <a:pt x="120603" y="4812253"/>
                </a:lnTo>
                <a:lnTo>
                  <a:pt x="165911" y="4828443"/>
                </a:lnTo>
                <a:lnTo>
                  <a:pt x="215265" y="4834128"/>
                </a:lnTo>
                <a:lnTo>
                  <a:pt x="1976247" y="4834128"/>
                </a:lnTo>
                <a:lnTo>
                  <a:pt x="2025600" y="4828443"/>
                </a:lnTo>
                <a:lnTo>
                  <a:pt x="2070908" y="4812253"/>
                </a:lnTo>
                <a:lnTo>
                  <a:pt x="2110877" y="4786846"/>
                </a:lnTo>
                <a:lnTo>
                  <a:pt x="2144215" y="4753516"/>
                </a:lnTo>
                <a:lnTo>
                  <a:pt x="2169629" y="4713554"/>
                </a:lnTo>
                <a:lnTo>
                  <a:pt x="2185825" y="4668252"/>
                </a:lnTo>
                <a:lnTo>
                  <a:pt x="2191512" y="4618901"/>
                </a:lnTo>
                <a:lnTo>
                  <a:pt x="2191512" y="215264"/>
                </a:lnTo>
                <a:lnTo>
                  <a:pt x="2185825" y="165911"/>
                </a:lnTo>
                <a:lnTo>
                  <a:pt x="2169629" y="120603"/>
                </a:lnTo>
                <a:lnTo>
                  <a:pt x="2144215" y="80634"/>
                </a:lnTo>
                <a:lnTo>
                  <a:pt x="2110877" y="47296"/>
                </a:lnTo>
                <a:lnTo>
                  <a:pt x="2070908" y="21882"/>
                </a:lnTo>
                <a:lnTo>
                  <a:pt x="2025600" y="5686"/>
                </a:lnTo>
                <a:lnTo>
                  <a:pt x="19762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14970" y="3600000"/>
            <a:ext cx="1440000" cy="504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</a:pPr>
            <a:r>
              <a:rPr sz="1600" b="1" dirty="0" err="1">
                <a:solidFill>
                  <a:srgbClr val="520978"/>
                </a:solidFill>
                <a:latin typeface="Montserrat"/>
              </a:rPr>
              <a:t>Иван</a:t>
            </a:r>
            <a:r>
              <a:rPr sz="16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Montserrat"/>
              </a:rPr>
              <a:t>Мельников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14970" y="4191000"/>
            <a:ext cx="1654810" cy="465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indent="-147320" algn="ctr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sz="1400" b="0" dirty="0" err="1">
                <a:solidFill>
                  <a:srgbClr val="3C1B50"/>
                </a:solidFill>
                <a:latin typeface="Montserrat"/>
              </a:rPr>
              <a:t>Данные</a:t>
            </a:r>
            <a:r>
              <a:rPr sz="1400" b="0" dirty="0">
                <a:solidFill>
                  <a:srgbClr val="3C1B50"/>
                </a:solidFill>
                <a:latin typeface="Montserrat"/>
              </a:rPr>
              <a:t>, </a:t>
            </a:r>
            <a:r>
              <a:rPr sz="1400" b="0" dirty="0" err="1">
                <a:solidFill>
                  <a:srgbClr val="3C1B50"/>
                </a:solidFill>
                <a:latin typeface="Montserrat"/>
              </a:rPr>
              <a:t>отчёты</a:t>
            </a:r>
            <a:r>
              <a:rPr sz="1400" b="0" dirty="0">
                <a:solidFill>
                  <a:srgbClr val="3C1B50"/>
                </a:solidFill>
                <a:latin typeface="Montserrat"/>
              </a:rPr>
              <a:t> и </a:t>
            </a:r>
            <a:r>
              <a:rPr sz="1400" b="0" dirty="0" err="1" smtClean="0">
                <a:solidFill>
                  <a:srgbClr val="3C1B50"/>
                </a:solidFill>
                <a:latin typeface="Montserrat"/>
              </a:rPr>
              <a:t>экспорт</a:t>
            </a:r>
            <a:endParaRPr lang="en-US" sz="1400" b="0" dirty="0" smtClean="0">
              <a:solidFill>
                <a:srgbClr val="3C1B50"/>
              </a:solidFill>
              <a:latin typeface="Montserra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67671" y="1520952"/>
            <a:ext cx="2192020" cy="4834255"/>
          </a:xfrm>
          <a:custGeom>
            <a:avLst/>
            <a:gdLst/>
            <a:ahLst/>
            <a:cxnLst/>
            <a:rect l="l" t="t" r="r" b="b"/>
            <a:pathLst>
              <a:path w="2192020" h="4834255">
                <a:moveTo>
                  <a:pt x="1976247" y="0"/>
                </a:moveTo>
                <a:lnTo>
                  <a:pt x="215264" y="0"/>
                </a:lnTo>
                <a:lnTo>
                  <a:pt x="165911" y="5686"/>
                </a:lnTo>
                <a:lnTo>
                  <a:pt x="120603" y="21882"/>
                </a:lnTo>
                <a:lnTo>
                  <a:pt x="80634" y="47296"/>
                </a:lnTo>
                <a:lnTo>
                  <a:pt x="47296" y="80634"/>
                </a:lnTo>
                <a:lnTo>
                  <a:pt x="21882" y="120603"/>
                </a:lnTo>
                <a:lnTo>
                  <a:pt x="5686" y="165911"/>
                </a:lnTo>
                <a:lnTo>
                  <a:pt x="0" y="215264"/>
                </a:lnTo>
                <a:lnTo>
                  <a:pt x="0" y="4618901"/>
                </a:lnTo>
                <a:lnTo>
                  <a:pt x="5686" y="4668252"/>
                </a:lnTo>
                <a:lnTo>
                  <a:pt x="21882" y="4713554"/>
                </a:lnTo>
                <a:lnTo>
                  <a:pt x="47296" y="4753516"/>
                </a:lnTo>
                <a:lnTo>
                  <a:pt x="80634" y="4786846"/>
                </a:lnTo>
                <a:lnTo>
                  <a:pt x="120603" y="4812253"/>
                </a:lnTo>
                <a:lnTo>
                  <a:pt x="165911" y="4828443"/>
                </a:lnTo>
                <a:lnTo>
                  <a:pt x="215264" y="4834128"/>
                </a:lnTo>
                <a:lnTo>
                  <a:pt x="1976247" y="4834128"/>
                </a:lnTo>
                <a:lnTo>
                  <a:pt x="2025600" y="4828443"/>
                </a:lnTo>
                <a:lnTo>
                  <a:pt x="2070908" y="4812253"/>
                </a:lnTo>
                <a:lnTo>
                  <a:pt x="2110877" y="4786846"/>
                </a:lnTo>
                <a:lnTo>
                  <a:pt x="2144215" y="4753516"/>
                </a:lnTo>
                <a:lnTo>
                  <a:pt x="2169629" y="4713554"/>
                </a:lnTo>
                <a:lnTo>
                  <a:pt x="2185825" y="4668252"/>
                </a:lnTo>
                <a:lnTo>
                  <a:pt x="2191511" y="4618901"/>
                </a:lnTo>
                <a:lnTo>
                  <a:pt x="2191511" y="215264"/>
                </a:lnTo>
                <a:lnTo>
                  <a:pt x="2185825" y="165911"/>
                </a:lnTo>
                <a:lnTo>
                  <a:pt x="2169629" y="120603"/>
                </a:lnTo>
                <a:lnTo>
                  <a:pt x="2144215" y="80634"/>
                </a:lnTo>
                <a:lnTo>
                  <a:pt x="2110877" y="47296"/>
                </a:lnTo>
                <a:lnTo>
                  <a:pt x="2070908" y="21882"/>
                </a:lnTo>
                <a:lnTo>
                  <a:pt x="2025600" y="5686"/>
                </a:lnTo>
                <a:lnTo>
                  <a:pt x="19762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820782" y="3600000"/>
            <a:ext cx="1440000" cy="504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</a:pPr>
            <a:r>
              <a:rPr sz="1600" b="1" dirty="0" err="1">
                <a:solidFill>
                  <a:srgbClr val="520978"/>
                </a:solidFill>
                <a:latin typeface="Montserrat"/>
              </a:rPr>
              <a:t>Никита</a:t>
            </a:r>
            <a:r>
              <a:rPr sz="16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Montserrat"/>
              </a:rPr>
              <a:t>Предков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4221" y="4124184"/>
            <a:ext cx="1654810" cy="449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indent="-147320" algn="ctr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sz="1400" b="0" dirty="0" err="1">
                <a:solidFill>
                  <a:srgbClr val="3C1B50"/>
                </a:solidFill>
                <a:latin typeface="Montserrat"/>
              </a:rPr>
              <a:t>Капитан</a:t>
            </a:r>
            <a:r>
              <a:rPr sz="1400" b="0" dirty="0">
                <a:solidFill>
                  <a:srgbClr val="3C1B50"/>
                </a:solidFill>
                <a:latin typeface="Montserrat"/>
              </a:rPr>
              <a:t>, backend и </a:t>
            </a:r>
            <a:r>
              <a:rPr sz="1400" b="0" dirty="0" err="1" smtClean="0">
                <a:solidFill>
                  <a:srgbClr val="3C1B50"/>
                </a:solidFill>
                <a:latin typeface="Montserrat"/>
              </a:rPr>
              <a:t>инфраструктура</a:t>
            </a:r>
            <a:endParaRPr sz="120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20782" y="4191000"/>
            <a:ext cx="1654810" cy="465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indent="-147320" algn="ctr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lang="en-US" sz="1400" b="0" dirty="0" smtClean="0">
                <a:solidFill>
                  <a:srgbClr val="3C1B50"/>
                </a:solidFill>
                <a:latin typeface="Montserrat"/>
              </a:rPr>
              <a:t>Backend, API </a:t>
            </a:r>
            <a:r>
              <a:rPr lang="ru-RU" sz="1400" b="0" dirty="0" smtClean="0">
                <a:solidFill>
                  <a:srgbClr val="3C1B50"/>
                </a:solidFill>
                <a:latin typeface="Montserrat"/>
              </a:rPr>
              <a:t>и интеграции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0" y="0"/>
            <a:ext cx="548640" cy="0"/>
          </a:xfrm>
          <a:prstGeom prst="rect">
            <a:avLst/>
          </a:prstGeom>
        </p:spPr>
        <p:txBody>
          <a:bodyPr vert="horz" wrap="none" lIns="0" tIns="4318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r>
              <a:rPr sz="1200">
                <a:solidFill>
                  <a:srgbClr val="520978"/>
                </a:solidFill>
                <a:latin typeface="Montserrat"/>
              </a:rPr>
              <a:t>9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632" y="1620000"/>
            <a:ext cx="1888276" cy="1888276"/>
          </a:xfrm>
          <a:prstGeom prst="round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82" y="1620000"/>
            <a:ext cx="1890000" cy="1890000"/>
          </a:xfrm>
          <a:prstGeom prst="round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8681" y="1620000"/>
            <a:ext cx="1890000" cy="1890000"/>
          </a:xfrm>
          <a:prstGeom prst="round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4393" y="1620000"/>
            <a:ext cx="1890000" cy="1890000"/>
          </a:xfrm>
          <a:prstGeom prst="round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5400" y="1620000"/>
            <a:ext cx="1890000" cy="1890000"/>
          </a:xfrm>
          <a:prstGeom prst="round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714" y="4734208"/>
            <a:ext cx="1285592" cy="12855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2" name="Рисунок 3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400" y="4734000"/>
            <a:ext cx="1285200" cy="1285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400" y="4734000"/>
            <a:ext cx="1285200" cy="1285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4734000"/>
            <a:ext cx="1285200" cy="1285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046" y="4734000"/>
            <a:ext cx="1285200" cy="1285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6" name="object 6"/>
          <p:cNvSpPr txBox="1"/>
          <p:nvPr/>
        </p:nvSpPr>
        <p:spPr>
          <a:xfrm>
            <a:off x="533400" y="440117"/>
            <a:ext cx="3662979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/>
            <a:r>
              <a:rPr lang="ru-RU" sz="2000" dirty="0" smtClean="0">
                <a:solidFill>
                  <a:schemeClr val="bg1"/>
                </a:solidFill>
                <a:latin typeface="Montserrat"/>
              </a:rPr>
              <a:t>Состав команда «</a:t>
            </a:r>
            <a:r>
              <a:rPr lang="en-US" sz="2000" dirty="0" smtClean="0">
                <a:solidFill>
                  <a:schemeClr val="bg1"/>
                </a:solidFill>
                <a:latin typeface="Montserrat"/>
              </a:rPr>
              <a:t>Pixel Minds»</a:t>
            </a:r>
            <a:endParaRPr lang="en-US" sz="2000" dirty="0">
              <a:solidFill>
                <a:schemeClr val="bg1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7472" y="323088"/>
              <a:ext cx="3950335" cy="622300"/>
            </a:xfrm>
            <a:custGeom>
              <a:avLst/>
              <a:gdLst/>
              <a:ahLst/>
              <a:cxnLst/>
              <a:rect l="l" t="t" r="r" b="b"/>
              <a:pathLst>
                <a:path w="3950335" h="622300">
                  <a:moveTo>
                    <a:pt x="3833876" y="0"/>
                  </a:moveTo>
                  <a:lnTo>
                    <a:pt x="116306" y="0"/>
                  </a:lnTo>
                  <a:lnTo>
                    <a:pt x="71033" y="9140"/>
                  </a:lnTo>
                  <a:lnTo>
                    <a:pt x="34064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4" y="587724"/>
                  </a:lnTo>
                  <a:lnTo>
                    <a:pt x="71033" y="612651"/>
                  </a:lnTo>
                  <a:lnTo>
                    <a:pt x="116306" y="621791"/>
                  </a:lnTo>
                  <a:lnTo>
                    <a:pt x="3833876" y="621791"/>
                  </a:lnTo>
                  <a:lnTo>
                    <a:pt x="3879163" y="612651"/>
                  </a:lnTo>
                  <a:lnTo>
                    <a:pt x="3916140" y="587724"/>
                  </a:lnTo>
                  <a:lnTo>
                    <a:pt x="3941067" y="550747"/>
                  </a:lnTo>
                  <a:lnTo>
                    <a:pt x="3950207" y="505459"/>
                  </a:lnTo>
                  <a:lnTo>
                    <a:pt x="3950207" y="116331"/>
                  </a:lnTo>
                  <a:lnTo>
                    <a:pt x="3941067" y="71044"/>
                  </a:lnTo>
                  <a:lnTo>
                    <a:pt x="3916140" y="34067"/>
                  </a:lnTo>
                  <a:lnTo>
                    <a:pt x="3879163" y="9140"/>
                  </a:lnTo>
                  <a:lnTo>
                    <a:pt x="3833876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144000" rIns="0" bIns="0" rtlCol="0"/>
            <a:lstStyle/>
            <a:p>
              <a:pPr algn="ctr"/>
              <a:r>
                <a:rPr lang="ru-RU" sz="2000" dirty="0" smtClean="0">
                  <a:solidFill>
                    <a:schemeClr val="bg1"/>
                  </a:solidFill>
                  <a:latin typeface="Montserrat"/>
                </a:rPr>
                <a:t>Подробнее о нас</a:t>
              </a:r>
              <a:endParaRPr sz="2000" dirty="0">
                <a:solidFill>
                  <a:schemeClr val="bg1"/>
                </a:solidFill>
                <a:latin typeface="Montserrat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12444" y="1199693"/>
            <a:ext cx="4035756" cy="1152367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 algn="l">
              <a:lnSpc>
                <a:spcPct val="112000"/>
              </a:lnSpc>
              <a:spcBef>
                <a:spcPts val="960"/>
              </a:spcBef>
              <a:spcAft>
                <a:spcPts val="500"/>
              </a:spcAft>
            </a:pPr>
            <a:r>
              <a:rPr sz="1400" b="1" dirty="0" err="1">
                <a:solidFill>
                  <a:srgbClr val="520978"/>
                </a:solidFill>
                <a:latin typeface="Montserrat"/>
              </a:rPr>
              <a:t>Краткая</a:t>
            </a:r>
            <a:r>
              <a:rPr sz="14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1400" b="1" dirty="0" err="1">
                <a:solidFill>
                  <a:srgbClr val="520978"/>
                </a:solidFill>
                <a:latin typeface="Montserrat"/>
              </a:rPr>
              <a:t>история</a:t>
            </a:r>
            <a:r>
              <a:rPr sz="14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1400" b="1" dirty="0" err="1">
                <a:solidFill>
                  <a:srgbClr val="520978"/>
                </a:solidFill>
                <a:latin typeface="Montserrat"/>
              </a:rPr>
              <a:t>команды</a:t>
            </a:r>
            <a:endParaRPr sz="1400" dirty="0">
              <a:latin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dirty="0" err="1">
                <a:solidFill>
                  <a:srgbClr val="1C1D22"/>
                </a:solidFill>
                <a:latin typeface="Montserrat"/>
              </a:rPr>
              <a:t>Команда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сложилась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lang="ru-RU" sz="1400" b="0" dirty="0" smtClean="0">
                <a:solidFill>
                  <a:srgbClr val="1C1D22"/>
                </a:solidFill>
                <a:latin typeface="Montserrat"/>
              </a:rPr>
              <a:t>в РКСИ во время обучения</a:t>
            </a:r>
            <a:r>
              <a:rPr sz="1400" b="0" dirty="0" smtClean="0">
                <a:solidFill>
                  <a:srgbClr val="1C1D22"/>
                </a:solidFill>
                <a:latin typeface="Montserrat"/>
              </a:rPr>
              <a:t>: 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backend, frontend,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аналитика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отчёты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и QA.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Роли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распределили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по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сильным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сторонам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12444" y="2931109"/>
            <a:ext cx="4645356" cy="15240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12000"/>
              </a:lnSpc>
              <a:spcBef>
                <a:spcPts val="95"/>
              </a:spcBef>
              <a:spcAft>
                <a:spcPts val="500"/>
              </a:spcAft>
            </a:pPr>
            <a:r>
              <a:rPr sz="1400" b="1" dirty="0" err="1">
                <a:solidFill>
                  <a:srgbClr val="520978"/>
                </a:solidFill>
                <a:latin typeface="Montserrat"/>
              </a:rPr>
              <a:t>Почему</a:t>
            </a:r>
            <a:r>
              <a:rPr sz="14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1400" b="1" dirty="0" err="1">
                <a:solidFill>
                  <a:srgbClr val="520978"/>
                </a:solidFill>
                <a:latin typeface="Montserrat"/>
              </a:rPr>
              <a:t>выбрали</a:t>
            </a:r>
            <a:r>
              <a:rPr sz="14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1400" b="1" dirty="0" err="1">
                <a:solidFill>
                  <a:srgbClr val="520978"/>
                </a:solidFill>
                <a:latin typeface="Montserrat"/>
              </a:rPr>
              <a:t>эту</a:t>
            </a:r>
            <a:r>
              <a:rPr sz="14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1400" b="1" dirty="0" err="1">
                <a:solidFill>
                  <a:srgbClr val="520978"/>
                </a:solidFill>
                <a:latin typeface="Montserrat"/>
              </a:rPr>
              <a:t>задачу</a:t>
            </a:r>
            <a:endParaRPr sz="1400" dirty="0">
              <a:latin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dirty="0" err="1">
                <a:solidFill>
                  <a:srgbClr val="1C1D22"/>
                </a:solidFill>
                <a:latin typeface="Montserrat"/>
              </a:rPr>
              <a:t>Задача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ИТ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Школы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про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реальный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процесс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lang="ru-RU" sz="1400" b="0" dirty="0" smtClean="0">
                <a:solidFill>
                  <a:srgbClr val="1C1D22"/>
                </a:solidFill>
                <a:latin typeface="Montserrat"/>
              </a:rPr>
              <a:t>что идеально подходило команде для получения практического опыта</a:t>
            </a:r>
            <a:r>
              <a:rPr sz="1400" b="0" dirty="0" smtClean="0">
                <a:solidFill>
                  <a:srgbClr val="1C1D22"/>
                </a:solidFill>
                <a:latin typeface="Montserrat"/>
              </a:rPr>
              <a:t>: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взаимодействие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с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вузами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живёт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в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таблицах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чатах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.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Собрали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это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в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один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прозрачный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контур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.</a:t>
            </a:r>
          </a:p>
        </p:txBody>
      </p:sp>
      <p:sp>
        <p:nvSpPr>
          <p:cNvPr id="8" name="object 8"/>
          <p:cNvSpPr/>
          <p:nvPr/>
        </p:nvSpPr>
        <p:spPr>
          <a:xfrm>
            <a:off x="624840" y="1109472"/>
            <a:ext cx="11233150" cy="3298190"/>
          </a:xfrm>
          <a:custGeom>
            <a:avLst/>
            <a:gdLst/>
            <a:ahLst/>
            <a:cxnLst/>
            <a:rect l="l" t="t" r="r" b="b"/>
            <a:pathLst>
              <a:path w="11233150" h="3298190">
                <a:moveTo>
                  <a:pt x="0" y="1636776"/>
                </a:moveTo>
                <a:lnTo>
                  <a:pt x="11233150" y="1636776"/>
                </a:lnTo>
              </a:path>
              <a:path w="11233150" h="3298190">
                <a:moveTo>
                  <a:pt x="0" y="3297935"/>
                </a:moveTo>
                <a:lnTo>
                  <a:pt x="11233150" y="3297935"/>
                </a:lnTo>
              </a:path>
              <a:path w="11233150" h="3298190">
                <a:moveTo>
                  <a:pt x="0" y="0"/>
                </a:moveTo>
                <a:lnTo>
                  <a:pt x="11233150" y="0"/>
                </a:lnTo>
              </a:path>
            </a:pathLst>
          </a:custGeom>
          <a:ln w="6096">
            <a:solidFill>
              <a:srgbClr val="FF00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676633" y="1289050"/>
            <a:ext cx="548640" cy="238125"/>
          </a:xfrm>
          <a:prstGeom prst="rect">
            <a:avLst/>
          </a:prstGeom>
        </p:spPr>
        <p:txBody>
          <a:bodyPr vert="horz" wrap="non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5" dirty="0">
                <a:solidFill>
                  <a:srgbClr val="520977"/>
                </a:solidFill>
                <a:latin typeface="Montserrat"/>
                <a:cs typeface="Arial"/>
              </a:rPr>
              <a:t>01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649202" y="2931109"/>
            <a:ext cx="548640" cy="238125"/>
          </a:xfrm>
          <a:prstGeom prst="rect">
            <a:avLst/>
          </a:prstGeom>
        </p:spPr>
        <p:txBody>
          <a:bodyPr vert="horz" wrap="non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25" dirty="0">
                <a:solidFill>
                  <a:srgbClr val="520977"/>
                </a:solidFill>
                <a:latin typeface="Montserrat"/>
                <a:cs typeface="Arial"/>
              </a:rPr>
              <a:t>02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444" y="4584243"/>
            <a:ext cx="7693356" cy="17445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52395">
              <a:lnSpc>
                <a:spcPct val="110000"/>
              </a:lnSpc>
              <a:spcBef>
                <a:spcPts val="100"/>
              </a:spcBef>
            </a:pPr>
            <a:r>
              <a:rPr lang="ru-RU" sz="1400" b="1" dirty="0" smtClean="0">
                <a:solidFill>
                  <a:srgbClr val="520977"/>
                </a:solidFill>
                <a:latin typeface="Arial"/>
                <a:cs typeface="Arial"/>
              </a:rPr>
              <a:t>С</a:t>
            </a:r>
            <a:r>
              <a:rPr lang="ru-RU" sz="1400" b="1" spc="-70" dirty="0" smtClean="0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lang="ru-RU" sz="1400" b="1" dirty="0" smtClean="0">
                <a:solidFill>
                  <a:srgbClr val="520977"/>
                </a:solidFill>
                <a:latin typeface="Arial"/>
                <a:cs typeface="Arial"/>
              </a:rPr>
              <a:t>какими</a:t>
            </a:r>
            <a:r>
              <a:rPr lang="ru-RU" sz="1400" b="1" spc="-40" dirty="0" smtClean="0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lang="ru-RU" sz="1400" b="1" dirty="0" smtClean="0">
                <a:solidFill>
                  <a:srgbClr val="520977"/>
                </a:solidFill>
                <a:latin typeface="Arial"/>
                <a:cs typeface="Arial"/>
              </a:rPr>
              <a:t>основными</a:t>
            </a:r>
            <a:r>
              <a:rPr lang="ru-RU" sz="1400" b="1" spc="-5" dirty="0" smtClean="0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lang="ru-RU" sz="1400" b="1" spc="-10" dirty="0" smtClean="0">
                <a:solidFill>
                  <a:srgbClr val="520977"/>
                </a:solidFill>
                <a:latin typeface="Arial"/>
                <a:cs typeface="Arial"/>
              </a:rPr>
              <a:t>сложностями</a:t>
            </a:r>
            <a:r>
              <a:rPr lang="ru-RU" sz="1400" b="1" spc="15" dirty="0" smtClean="0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lang="ru-RU" sz="1400" b="1" dirty="0" smtClean="0">
                <a:solidFill>
                  <a:srgbClr val="520977"/>
                </a:solidFill>
                <a:latin typeface="Arial"/>
                <a:cs typeface="Arial"/>
              </a:rPr>
              <a:t>или</a:t>
            </a:r>
            <a:r>
              <a:rPr lang="ru-RU" sz="1400" b="1" spc="-55" dirty="0" smtClean="0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lang="ru-RU" sz="1400" b="1" spc="-10" dirty="0" smtClean="0">
                <a:solidFill>
                  <a:srgbClr val="520977"/>
                </a:solidFill>
                <a:latin typeface="Arial"/>
                <a:cs typeface="Arial"/>
              </a:rPr>
              <a:t>вызовами </a:t>
            </a:r>
            <a:r>
              <a:rPr lang="ru-RU" sz="1400" b="1" dirty="0" smtClean="0">
                <a:solidFill>
                  <a:srgbClr val="520977"/>
                </a:solidFill>
                <a:latin typeface="Arial"/>
                <a:cs typeface="Arial"/>
              </a:rPr>
              <a:t>вы</a:t>
            </a:r>
            <a:r>
              <a:rPr lang="ru-RU" sz="1400" b="1" spc="-35" dirty="0" smtClean="0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lang="ru-RU" sz="1400" b="1" spc="-10" dirty="0" smtClean="0">
                <a:solidFill>
                  <a:srgbClr val="520977"/>
                </a:solidFill>
                <a:latin typeface="Arial"/>
                <a:cs typeface="Arial"/>
              </a:rPr>
              <a:t>столкнулись</a:t>
            </a:r>
            <a:r>
              <a:rPr lang="ru-RU" sz="1400" b="1" spc="65" dirty="0" smtClean="0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lang="ru-RU" sz="1400" b="1" dirty="0" smtClean="0">
                <a:solidFill>
                  <a:srgbClr val="520977"/>
                </a:solidFill>
                <a:latin typeface="Arial"/>
                <a:cs typeface="Arial"/>
              </a:rPr>
              <a:t>и</a:t>
            </a:r>
            <a:r>
              <a:rPr lang="ru-RU" sz="1400" b="1" spc="-30" dirty="0" smtClean="0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lang="ru-RU" sz="1400" b="1" dirty="0" smtClean="0">
                <a:solidFill>
                  <a:srgbClr val="520977"/>
                </a:solidFill>
                <a:latin typeface="Arial"/>
                <a:cs typeface="Arial"/>
              </a:rPr>
              <a:t>как</a:t>
            </a:r>
            <a:r>
              <a:rPr lang="ru-RU" sz="1400" b="1" spc="-45" dirty="0" smtClean="0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lang="ru-RU" sz="1400" b="1" dirty="0" smtClean="0">
                <a:solidFill>
                  <a:srgbClr val="520977"/>
                </a:solidFill>
                <a:latin typeface="Arial"/>
                <a:cs typeface="Arial"/>
              </a:rPr>
              <a:t>их</a:t>
            </a:r>
            <a:r>
              <a:rPr lang="ru-RU" sz="1400" b="1" spc="-30" dirty="0" smtClean="0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lang="ru-RU" sz="1400" b="1" spc="-10" dirty="0" smtClean="0">
                <a:solidFill>
                  <a:srgbClr val="520977"/>
                </a:solidFill>
                <a:latin typeface="Arial"/>
                <a:cs typeface="Arial"/>
              </a:rPr>
              <a:t>преодолели?</a:t>
            </a:r>
            <a:endParaRPr lang="ru-RU" sz="1400" dirty="0" smtClean="0">
              <a:latin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dirty="0" err="1" smtClean="0">
                <a:solidFill>
                  <a:srgbClr val="1C1D22"/>
                </a:solidFill>
                <a:latin typeface="Montserrat"/>
              </a:rPr>
              <a:t>Свести</a:t>
            </a:r>
            <a:r>
              <a:rPr sz="1400" b="0" dirty="0" smtClean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две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воронки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— B2B (14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этапов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) и B2C (4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этапа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) —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так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чтобы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фильтры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создание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заявок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отчёты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не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путали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их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между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собой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.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Отдельно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занимались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вёрсткой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PDF-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отчётов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контрастом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тёмной</a:t>
            </a:r>
            <a:r>
              <a:rPr sz="14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1C1D22"/>
                </a:solidFill>
                <a:latin typeface="Montserrat"/>
              </a:rPr>
              <a:t>темы</a:t>
            </a:r>
            <a:r>
              <a:rPr sz="1400" b="0" dirty="0" smtClean="0">
                <a:solidFill>
                  <a:srgbClr val="1C1D22"/>
                </a:solidFill>
                <a:latin typeface="Montserrat"/>
              </a:rPr>
              <a:t>.</a:t>
            </a:r>
            <a:r>
              <a:rPr lang="ru-RU" sz="1400" b="0" dirty="0" smtClean="0">
                <a:solidFill>
                  <a:srgbClr val="1C1D22"/>
                </a:solidFill>
                <a:latin typeface="Montserrat"/>
              </a:rPr>
              <a:t> Собрать всё воедино и правильно запустить. 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ru-RU" sz="1400" dirty="0" smtClean="0">
                <a:solidFill>
                  <a:srgbClr val="1C1D22"/>
                </a:solidFill>
                <a:latin typeface="Montserrat"/>
              </a:rPr>
              <a:t>Самые большие трудности вызвало соединение отдельных частей </a:t>
            </a:r>
            <a:r>
              <a:rPr lang="ru-RU" sz="1400" dirty="0" err="1" smtClean="0">
                <a:solidFill>
                  <a:srgbClr val="1C1D22"/>
                </a:solidFill>
                <a:latin typeface="Montserrat"/>
              </a:rPr>
              <a:t>воедино,что</a:t>
            </a:r>
            <a:r>
              <a:rPr lang="ru-RU" sz="1400" dirty="0" smtClean="0">
                <a:solidFill>
                  <a:srgbClr val="1C1D22"/>
                </a:solidFill>
                <a:latin typeface="Montserrat"/>
              </a:rPr>
              <a:t> вызывало многочисленные баги и ошибки, а также правильная настройка виртуальной машины</a:t>
            </a:r>
            <a:endParaRPr sz="1400" b="0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49202" y="4603750"/>
            <a:ext cx="548640" cy="238125"/>
          </a:xfrm>
          <a:prstGeom prst="rect">
            <a:avLst/>
          </a:prstGeom>
        </p:spPr>
        <p:txBody>
          <a:bodyPr vert="horz" wrap="non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5" dirty="0">
                <a:solidFill>
                  <a:srgbClr val="520977"/>
                </a:solidFill>
                <a:latin typeface="Montserrat"/>
                <a:cs typeface="Arial"/>
              </a:rPr>
              <a:t>03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0" y="0"/>
            <a:ext cx="548640" cy="0"/>
          </a:xfrm>
          <a:prstGeom prst="rect">
            <a:avLst/>
          </a:prstGeom>
        </p:spPr>
        <p:txBody>
          <a:bodyPr vert="horz" wrap="none" lIns="0" tIns="4318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r>
              <a:rPr sz="1200">
                <a:solidFill>
                  <a:srgbClr val="520978"/>
                </a:solidFill>
                <a:latin typeface="Montserrat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2691" y="403098"/>
            <a:ext cx="6607860" cy="381463"/>
          </a:xfrm>
          <a:prstGeom prst="rect">
            <a:avLst/>
          </a:prstGeom>
        </p:spPr>
        <p:txBody>
          <a:bodyPr vert="horz" wrap="square" lIns="0" tIns="72974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Montserrat"/>
              </a:rPr>
              <a:t>КОРОТКО</a:t>
            </a:r>
            <a:r>
              <a:rPr spc="-65" dirty="0">
                <a:latin typeface="Montserrat"/>
              </a:rPr>
              <a:t> </a:t>
            </a:r>
            <a:r>
              <a:rPr dirty="0">
                <a:latin typeface="Montserrat"/>
              </a:rPr>
              <a:t>О</a:t>
            </a:r>
            <a:r>
              <a:rPr spc="-20" dirty="0">
                <a:latin typeface="Montserrat"/>
              </a:rPr>
              <a:t> </a:t>
            </a:r>
            <a:r>
              <a:rPr spc="-10" dirty="0">
                <a:latin typeface="Montserrat"/>
              </a:rPr>
              <a:t>РЕШЕНИИ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6945" y="1329316"/>
            <a:ext cx="4420870" cy="4303486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2700" algn="l">
              <a:lnSpc>
                <a:spcPct val="112000"/>
              </a:lnSpc>
              <a:spcBef>
                <a:spcPts val="1470"/>
              </a:spcBef>
              <a:spcAft>
                <a:spcPts val="600"/>
              </a:spcAft>
            </a:pPr>
            <a:r>
              <a:rPr sz="2000" b="1" dirty="0" err="1">
                <a:solidFill>
                  <a:srgbClr val="520978"/>
                </a:solidFill>
                <a:latin typeface="Montserrat"/>
              </a:rPr>
              <a:t>Техническая</a:t>
            </a:r>
            <a:r>
              <a:rPr sz="20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2000" b="1" dirty="0" err="1">
                <a:solidFill>
                  <a:srgbClr val="520978"/>
                </a:solidFill>
                <a:latin typeface="Montserrat"/>
              </a:rPr>
              <a:t>суть</a:t>
            </a:r>
            <a:r>
              <a:rPr sz="20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2000" b="1" dirty="0" err="1">
                <a:solidFill>
                  <a:srgbClr val="520978"/>
                </a:solidFill>
                <a:latin typeface="Montserrat"/>
              </a:rPr>
              <a:t>решения</a:t>
            </a:r>
            <a:endParaRPr sz="2000" dirty="0">
              <a:latin typeface="Montserrat"/>
              <a:cs typeface="Arial"/>
            </a:endParaRPr>
          </a:p>
          <a:p>
            <a:r>
              <a:rPr lang="ru-RU" sz="1600" dirty="0" err="1">
                <a:latin typeface="Montserrat"/>
              </a:rPr>
              <a:t>Фронтенд</a:t>
            </a:r>
            <a:r>
              <a:rPr lang="ru-RU" sz="1600" dirty="0">
                <a:latin typeface="Montserrat"/>
              </a:rPr>
              <a:t> — </a:t>
            </a:r>
            <a:r>
              <a:rPr lang="en-US" sz="1600" dirty="0">
                <a:latin typeface="Montserrat"/>
              </a:rPr>
              <a:t>React 18 </a:t>
            </a:r>
            <a:r>
              <a:rPr lang="ru-RU" sz="1600" dirty="0">
                <a:latin typeface="Montserrat"/>
              </a:rPr>
              <a:t>с </a:t>
            </a:r>
            <a:r>
              <a:rPr lang="en-US" sz="1600" dirty="0" err="1">
                <a:latin typeface="Montserrat"/>
              </a:rPr>
              <a:t>TypeScript</a:t>
            </a:r>
            <a:r>
              <a:rPr lang="en-US" sz="1600" dirty="0">
                <a:latin typeface="Montserrat"/>
              </a:rPr>
              <a:t>, </a:t>
            </a:r>
            <a:r>
              <a:rPr lang="ru-RU" sz="1600" dirty="0">
                <a:latin typeface="Montserrat"/>
              </a:rPr>
              <a:t>сборка через </a:t>
            </a:r>
            <a:r>
              <a:rPr lang="en-US" sz="1600" dirty="0" err="1">
                <a:latin typeface="Montserrat"/>
              </a:rPr>
              <a:t>Vite</a:t>
            </a:r>
            <a:r>
              <a:rPr lang="en-US" sz="1600" dirty="0">
                <a:latin typeface="Montserrat"/>
              </a:rPr>
              <a:t>, UI </a:t>
            </a:r>
            <a:r>
              <a:rPr lang="ru-RU" sz="1600" dirty="0">
                <a:latin typeface="Montserrat"/>
              </a:rPr>
              <a:t>на </a:t>
            </a:r>
            <a:r>
              <a:rPr lang="en-US" sz="1600" dirty="0">
                <a:latin typeface="Montserrat"/>
              </a:rPr>
              <a:t>Ant Design 5, </a:t>
            </a:r>
            <a:r>
              <a:rPr lang="ru-RU" sz="1600" dirty="0">
                <a:latin typeface="Montserrat"/>
              </a:rPr>
              <a:t>состояние через </a:t>
            </a:r>
            <a:r>
              <a:rPr lang="en-US" sz="1600" dirty="0" err="1">
                <a:latin typeface="Montserrat"/>
              </a:rPr>
              <a:t>Zustand</a:t>
            </a:r>
            <a:r>
              <a:rPr lang="en-US" sz="1600" dirty="0">
                <a:latin typeface="Montserrat"/>
              </a:rPr>
              <a:t>, </a:t>
            </a:r>
            <a:r>
              <a:rPr lang="ru-RU" sz="1600" dirty="0">
                <a:latin typeface="Montserrat"/>
              </a:rPr>
              <a:t>диаграммы на </a:t>
            </a:r>
            <a:r>
              <a:rPr lang="en-US" sz="1600" dirty="0" err="1">
                <a:latin typeface="Montserrat"/>
              </a:rPr>
              <a:t>Recharts</a:t>
            </a:r>
            <a:r>
              <a:rPr lang="en-US" sz="1600" dirty="0">
                <a:latin typeface="Montserrat"/>
              </a:rPr>
              <a:t>, drag-and-drop </a:t>
            </a:r>
            <a:r>
              <a:rPr lang="ru-RU" sz="1600" dirty="0">
                <a:latin typeface="Montserrat"/>
              </a:rPr>
              <a:t>через @</a:t>
            </a:r>
            <a:r>
              <a:rPr lang="en-US" sz="1600" dirty="0" err="1">
                <a:latin typeface="Montserrat"/>
              </a:rPr>
              <a:t>dnd</a:t>
            </a:r>
            <a:r>
              <a:rPr lang="en-US" sz="1600" dirty="0">
                <a:latin typeface="Montserrat"/>
              </a:rPr>
              <a:t>-kit.</a:t>
            </a:r>
          </a:p>
          <a:p>
            <a:r>
              <a:rPr lang="ru-RU" sz="1600" dirty="0" err="1">
                <a:latin typeface="Montserrat"/>
              </a:rPr>
              <a:t>Бэкенд</a:t>
            </a:r>
            <a:r>
              <a:rPr lang="ru-RU" sz="1600" dirty="0">
                <a:latin typeface="Montserrat"/>
              </a:rPr>
              <a:t> — </a:t>
            </a:r>
            <a:r>
              <a:rPr lang="en-US" sz="1600" dirty="0">
                <a:latin typeface="Montserrat"/>
              </a:rPr>
              <a:t>Python 3.11, </a:t>
            </a:r>
            <a:r>
              <a:rPr lang="en-US" sz="1600" dirty="0" err="1">
                <a:latin typeface="Montserrat"/>
              </a:rPr>
              <a:t>FastAPI</a:t>
            </a:r>
            <a:r>
              <a:rPr lang="en-US" sz="1600" dirty="0">
                <a:latin typeface="Montserrat"/>
              </a:rPr>
              <a:t>, </a:t>
            </a:r>
            <a:r>
              <a:rPr lang="en-US" sz="1600" dirty="0" err="1">
                <a:latin typeface="Montserrat"/>
              </a:rPr>
              <a:t>SQLAlchemy</a:t>
            </a:r>
            <a:r>
              <a:rPr lang="en-US" sz="1600" dirty="0">
                <a:latin typeface="Montserrat"/>
              </a:rPr>
              <a:t> 2 </a:t>
            </a:r>
            <a:r>
              <a:rPr lang="ru-RU" sz="1600" dirty="0">
                <a:latin typeface="Montserrat"/>
              </a:rPr>
              <a:t>в асинхронном режиме, </a:t>
            </a:r>
            <a:r>
              <a:rPr lang="en-US" sz="1600" dirty="0">
                <a:latin typeface="Montserrat"/>
              </a:rPr>
              <a:t>PostgreSQL, </a:t>
            </a:r>
            <a:r>
              <a:rPr lang="en-US" sz="1600" dirty="0" err="1">
                <a:latin typeface="Montserrat"/>
              </a:rPr>
              <a:t>Pydantic</a:t>
            </a:r>
            <a:r>
              <a:rPr lang="en-US" sz="1600" dirty="0">
                <a:latin typeface="Montserrat"/>
              </a:rPr>
              <a:t> v2, JWT </a:t>
            </a:r>
            <a:r>
              <a:rPr lang="ru-RU" sz="1600" dirty="0">
                <a:latin typeface="Montserrat"/>
              </a:rPr>
              <a:t>и </a:t>
            </a:r>
            <a:r>
              <a:rPr lang="en-US" sz="1600" dirty="0" err="1">
                <a:latin typeface="Montserrat"/>
              </a:rPr>
              <a:t>bcrypt</a:t>
            </a:r>
            <a:r>
              <a:rPr lang="en-US" sz="1600" dirty="0">
                <a:latin typeface="Montserrat"/>
              </a:rPr>
              <a:t> </a:t>
            </a:r>
            <a:r>
              <a:rPr lang="ru-RU" sz="1600" dirty="0">
                <a:latin typeface="Montserrat"/>
              </a:rPr>
              <a:t>для аутентификации.</a:t>
            </a:r>
          </a:p>
          <a:p>
            <a:r>
              <a:rPr lang="ru-RU" sz="1600" dirty="0">
                <a:latin typeface="Montserrat"/>
              </a:rPr>
              <a:t>Инфраструктура — </a:t>
            </a:r>
            <a:r>
              <a:rPr lang="en-US" sz="1600" dirty="0">
                <a:latin typeface="Montserrat"/>
              </a:rPr>
              <a:t>Docker Compose, Nginx </a:t>
            </a:r>
            <a:r>
              <a:rPr lang="ru-RU" sz="1600" dirty="0">
                <a:latin typeface="Montserrat"/>
              </a:rPr>
              <a:t>как </a:t>
            </a:r>
            <a:r>
              <a:rPr lang="en-US" sz="1600" dirty="0">
                <a:latin typeface="Montserrat"/>
              </a:rPr>
              <a:t>reverse-proxy, </a:t>
            </a:r>
            <a:r>
              <a:rPr lang="en-US" sz="1600" dirty="0" err="1">
                <a:latin typeface="Montserrat"/>
              </a:rPr>
              <a:t>MinIO</a:t>
            </a:r>
            <a:r>
              <a:rPr lang="en-US" sz="1600" dirty="0">
                <a:latin typeface="Montserrat"/>
              </a:rPr>
              <a:t> </a:t>
            </a:r>
            <a:r>
              <a:rPr lang="ru-RU" sz="1600" dirty="0">
                <a:latin typeface="Montserrat"/>
              </a:rPr>
              <a:t>для файлов, </a:t>
            </a:r>
            <a:r>
              <a:rPr lang="en-US" sz="1600" dirty="0" err="1">
                <a:latin typeface="Montserrat"/>
              </a:rPr>
              <a:t>KeyDB</a:t>
            </a:r>
            <a:r>
              <a:rPr lang="en-US" sz="1600" dirty="0">
                <a:latin typeface="Montserrat"/>
              </a:rPr>
              <a:t> </a:t>
            </a:r>
            <a:r>
              <a:rPr lang="ru-RU" sz="1600" dirty="0">
                <a:latin typeface="Montserrat"/>
              </a:rPr>
              <a:t>для кэша, </a:t>
            </a:r>
            <a:r>
              <a:rPr lang="en-US" sz="1600" dirty="0" err="1">
                <a:latin typeface="Montserrat"/>
              </a:rPr>
              <a:t>Keycloak</a:t>
            </a:r>
            <a:r>
              <a:rPr lang="en-US" sz="1600" dirty="0">
                <a:latin typeface="Montserrat"/>
              </a:rPr>
              <a:t> </a:t>
            </a:r>
            <a:r>
              <a:rPr lang="ru-RU" sz="1600" dirty="0">
                <a:latin typeface="Montserrat"/>
              </a:rPr>
              <a:t>для </a:t>
            </a:r>
            <a:r>
              <a:rPr lang="en-US" sz="1600" dirty="0">
                <a:latin typeface="Montserrat"/>
              </a:rPr>
              <a:t>SSO (Code Flow + PKCE, RS256).</a:t>
            </a:r>
          </a:p>
          <a:p>
            <a:r>
              <a:rPr lang="ru-RU" sz="1600" dirty="0">
                <a:latin typeface="Montserrat"/>
              </a:rPr>
              <a:t>Интеграции — адаптерный слой для </a:t>
            </a:r>
            <a:r>
              <a:rPr lang="en-US" sz="1600" dirty="0">
                <a:latin typeface="Montserrat"/>
              </a:rPr>
              <a:t>LMS </a:t>
            </a:r>
            <a:r>
              <a:rPr lang="ru-RU" sz="1600" dirty="0">
                <a:latin typeface="Montserrat"/>
              </a:rPr>
              <a:t>и </a:t>
            </a:r>
            <a:r>
              <a:rPr lang="en-US" sz="1600" dirty="0">
                <a:latin typeface="Montserrat"/>
              </a:rPr>
              <a:t>CMS </a:t>
            </a:r>
            <a:r>
              <a:rPr lang="ru-RU" sz="1600" dirty="0">
                <a:latin typeface="Montserrat"/>
              </a:rPr>
              <a:t>с </a:t>
            </a:r>
            <a:r>
              <a:rPr lang="en-US" sz="1600" dirty="0">
                <a:latin typeface="Montserrat"/>
              </a:rPr>
              <a:t>mock-</a:t>
            </a:r>
            <a:r>
              <a:rPr lang="ru-RU" sz="1600" dirty="0">
                <a:latin typeface="Montserrat"/>
              </a:rPr>
              <a:t>адаптерами, контракт обмена в </a:t>
            </a:r>
            <a:r>
              <a:rPr lang="en-US" sz="1600" dirty="0">
                <a:latin typeface="Montserrat"/>
              </a:rPr>
              <a:t>JSON. </a:t>
            </a:r>
            <a:r>
              <a:rPr lang="en-US" sz="1600" dirty="0" err="1">
                <a:latin typeface="Montserrat"/>
              </a:rPr>
              <a:t>GigaChat</a:t>
            </a:r>
            <a:r>
              <a:rPr lang="en-US" sz="1600" dirty="0">
                <a:latin typeface="Montserrat"/>
              </a:rPr>
              <a:t> </a:t>
            </a:r>
            <a:r>
              <a:rPr lang="ru-RU" sz="1600" dirty="0">
                <a:latin typeface="Montserrat"/>
              </a:rPr>
              <a:t>для ИИ-сводки в закрытом контуре.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93840" y="1329316"/>
            <a:ext cx="4436110" cy="4682051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lang="ru-RU" sz="2000" b="1" spc="-10" dirty="0" smtClean="0">
                <a:solidFill>
                  <a:srgbClr val="520977"/>
                </a:solidFill>
                <a:latin typeface="Montserrat"/>
                <a:cs typeface="Arial"/>
              </a:rPr>
              <a:t>Маркетинговая</a:t>
            </a:r>
            <a:r>
              <a:rPr lang="ru-RU" sz="2000" b="1" spc="-80" dirty="0" smtClean="0">
                <a:solidFill>
                  <a:srgbClr val="520977"/>
                </a:solidFill>
                <a:latin typeface="Montserrat"/>
                <a:cs typeface="Arial"/>
              </a:rPr>
              <a:t> </a:t>
            </a:r>
            <a:r>
              <a:rPr lang="ru-RU" sz="2000" b="1" dirty="0" smtClean="0">
                <a:solidFill>
                  <a:srgbClr val="520977"/>
                </a:solidFill>
                <a:latin typeface="Montserrat"/>
                <a:cs typeface="Arial"/>
              </a:rPr>
              <a:t>суть</a:t>
            </a:r>
            <a:r>
              <a:rPr lang="ru-RU" sz="2000" b="1" spc="-5" dirty="0" smtClean="0">
                <a:solidFill>
                  <a:srgbClr val="520977"/>
                </a:solidFill>
                <a:latin typeface="Montserrat"/>
                <a:cs typeface="Arial"/>
              </a:rPr>
              <a:t> </a:t>
            </a:r>
            <a:r>
              <a:rPr lang="ru-RU" sz="2000" b="1" spc="-10" dirty="0" smtClean="0">
                <a:solidFill>
                  <a:srgbClr val="520977"/>
                </a:solidFill>
                <a:latin typeface="Montserrat"/>
                <a:cs typeface="Arial"/>
              </a:rPr>
              <a:t>решения</a:t>
            </a:r>
            <a:endParaRPr lang="ru-RU" sz="2000" dirty="0" smtClean="0">
              <a:latin typeface="Montserrat"/>
              <a:cs typeface="Arial"/>
            </a:endParaRPr>
          </a:p>
          <a:p>
            <a:r>
              <a:rPr lang="ru-RU" sz="1600" dirty="0">
                <a:latin typeface="Montserrat"/>
              </a:rPr>
              <a:t>Закрывает потребность ИТ-Школы Ростелеком в управляемом взаимодействии с вузами. Сейчас статусы и договорённости разбросаны по таблицам и чатам — теряются сроки и история.</a:t>
            </a:r>
          </a:p>
          <a:p>
            <a:r>
              <a:rPr lang="ru-RU" sz="1600" dirty="0">
                <a:latin typeface="Montserrat"/>
              </a:rPr>
              <a:t>Единый контур даёт прозрачность: </a:t>
            </a:r>
            <a:r>
              <a:rPr lang="ru-RU" sz="1600" dirty="0" err="1">
                <a:latin typeface="Montserrat"/>
              </a:rPr>
              <a:t>Kanban</a:t>
            </a:r>
            <a:r>
              <a:rPr lang="ru-RU" sz="1600" dirty="0">
                <a:latin typeface="Montserrat"/>
              </a:rPr>
              <a:t>-доска показывает все взаимодействия в реальном времени, руководитель получает отчёт за секунды, история комментариев и файлов сохранена.</a:t>
            </a:r>
          </a:p>
          <a:p>
            <a:r>
              <a:rPr lang="ru-RU" sz="1600" dirty="0">
                <a:latin typeface="Montserrat"/>
              </a:rPr>
              <a:t>Дальше продукт тиражируется на подразделения с похожим процессом — продажи, партнёрства, работа с филиалами, образовательные партнёры. Архитектура это позволяет: настраиваемый </a:t>
            </a:r>
            <a:r>
              <a:rPr lang="ru-RU" sz="1600" dirty="0" err="1">
                <a:latin typeface="Montserrat"/>
              </a:rPr>
              <a:t>workflow</a:t>
            </a:r>
            <a:r>
              <a:rPr lang="ru-RU" sz="1600" dirty="0">
                <a:latin typeface="Montserrat"/>
              </a:rPr>
              <a:t> без доработки кода, роли через RBAC, интеграция через адаптеры.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0" y="0"/>
            <a:ext cx="548640" cy="0"/>
          </a:xfrm>
          <a:prstGeom prst="rect">
            <a:avLst/>
          </a:prstGeom>
        </p:spPr>
        <p:txBody>
          <a:bodyPr vert="horz" wrap="none" lIns="0" tIns="4318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r>
              <a:rPr sz="1200">
                <a:solidFill>
                  <a:srgbClr val="520978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0" y="0"/>
            <a:ext cx="548640" cy="0"/>
          </a:xfrm>
          <a:prstGeom prst="rect">
            <a:avLst/>
          </a:prstGeom>
        </p:spPr>
        <p:txBody>
          <a:bodyPr vert="horz" wrap="none" lIns="0" tIns="4318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r>
              <a:rPr sz="1200">
                <a:solidFill>
                  <a:srgbClr val="520978"/>
                </a:solidFill>
                <a:latin typeface="Montserrat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320040"/>
            <a:ext cx="3657600" cy="475488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b="1" dirty="0" err="1" smtClean="0">
                <a:solidFill>
                  <a:srgbClr val="FFFFFF"/>
                </a:solidFill>
                <a:latin typeface="Montserrat"/>
              </a:rPr>
              <a:t>Уникальность</a:t>
            </a:r>
            <a:r>
              <a:rPr b="1" dirty="0" smtClean="0">
                <a:solidFill>
                  <a:srgbClr val="FFFFFF"/>
                </a:solidFill>
                <a:latin typeface="Montserrat"/>
              </a:rPr>
              <a:t> </a:t>
            </a:r>
            <a:r>
              <a:rPr b="1" dirty="0" err="1">
                <a:solidFill>
                  <a:srgbClr val="FFFFFF"/>
                </a:solidFill>
                <a:latin typeface="Montserrat"/>
              </a:rPr>
              <a:t>решения</a:t>
            </a:r>
            <a:endParaRPr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632704" cy="3383280"/>
          </a:xfrm>
          <a:prstGeom prst="roundRect">
            <a:avLst>
              <a:gd name="adj" fmla="val 6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632704" cy="3383280"/>
          </a:xfrm>
          <a:prstGeom prst="roundRect">
            <a:avLst>
              <a:gd name="adj" fmla="val 6000"/>
            </a:avLst>
          </a:prstGeom>
          <a:solidFill>
            <a:srgbClr val="F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5084064" cy="2208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 dirty="0" err="1">
                <a:solidFill>
                  <a:srgbClr val="520978"/>
                </a:solidFill>
                <a:latin typeface="Montserrat"/>
              </a:rPr>
              <a:t>Настраиваемый</a:t>
            </a:r>
            <a:r>
              <a:rPr sz="2000" b="1" dirty="0">
                <a:solidFill>
                  <a:srgbClr val="520978"/>
                </a:solidFill>
                <a:latin typeface="Montserrat"/>
              </a:rPr>
              <a:t> workflow </a:t>
            </a:r>
            <a:r>
              <a:rPr sz="2000" b="1" dirty="0" err="1">
                <a:solidFill>
                  <a:srgbClr val="520978"/>
                </a:solidFill>
                <a:latin typeface="Montserrat"/>
              </a:rPr>
              <a:t>без</a:t>
            </a:r>
            <a:r>
              <a:rPr sz="20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2000" b="1" dirty="0" err="1">
                <a:solidFill>
                  <a:srgbClr val="520978"/>
                </a:solidFill>
                <a:latin typeface="Montserrat"/>
              </a:rPr>
              <a:t>доработки</a:t>
            </a:r>
            <a:r>
              <a:rPr sz="20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2000" b="1" dirty="0" err="1">
                <a:solidFill>
                  <a:srgbClr val="520978"/>
                </a:solidFill>
                <a:latin typeface="Montserrat"/>
              </a:rPr>
              <a:t>кода</a:t>
            </a:r>
            <a:endParaRPr sz="2000" b="1" dirty="0">
              <a:solidFill>
                <a:srgbClr val="520978"/>
              </a:solidFill>
              <a:latin typeface="Montserrat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 err="1">
                <a:solidFill>
                  <a:srgbClr val="1C1D22"/>
                </a:solidFill>
                <a:latin typeface="Montserrat"/>
              </a:rPr>
              <a:t>Администратор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сам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добавляет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переименовывает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этапы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задаёт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цвет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колонки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порядок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включение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—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процесс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меняется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вместе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с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бизнесом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а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не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вслед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за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релизом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84064" cy="1534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 dirty="0" err="1">
                <a:solidFill>
                  <a:srgbClr val="520978"/>
                </a:solidFill>
                <a:latin typeface="Montserrat"/>
              </a:rPr>
              <a:t>Две</a:t>
            </a:r>
            <a:r>
              <a:rPr sz="20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2000" b="1" dirty="0" err="1">
                <a:solidFill>
                  <a:srgbClr val="520978"/>
                </a:solidFill>
                <a:latin typeface="Montserrat"/>
              </a:rPr>
              <a:t>воронки</a:t>
            </a:r>
            <a:r>
              <a:rPr sz="2000" b="1" dirty="0">
                <a:solidFill>
                  <a:srgbClr val="520978"/>
                </a:solidFill>
                <a:latin typeface="Montserrat"/>
              </a:rPr>
              <a:t> в </a:t>
            </a:r>
            <a:r>
              <a:rPr sz="2000" b="1" dirty="0" err="1">
                <a:solidFill>
                  <a:srgbClr val="520978"/>
                </a:solidFill>
                <a:latin typeface="Montserrat"/>
              </a:rPr>
              <a:t>одном</a:t>
            </a:r>
            <a:r>
              <a:rPr sz="20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2000" b="1" dirty="0" err="1">
                <a:solidFill>
                  <a:srgbClr val="520978"/>
                </a:solidFill>
                <a:latin typeface="Montserrat"/>
              </a:rPr>
              <a:t>продукте</a:t>
            </a:r>
            <a:endParaRPr sz="2000" b="1" dirty="0">
              <a:solidFill>
                <a:srgbClr val="520978"/>
              </a:solidFill>
              <a:latin typeface="Montserrat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1C1D22"/>
                </a:solidFill>
                <a:latin typeface="Montserrat"/>
              </a:rPr>
              <a:t>B2B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строится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на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14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этапах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B2C —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на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4.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Фильтры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доски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создание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заявок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отчёты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учитывают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scope,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поэтому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воронки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не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смешиваются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ни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в UI, </a:t>
            </a:r>
            <a:r>
              <a:rPr sz="1600" b="0" dirty="0" err="1">
                <a:solidFill>
                  <a:srgbClr val="1C1D22"/>
                </a:solidFill>
                <a:latin typeface="Montserrat"/>
              </a:rPr>
              <a:t>ни</a:t>
            </a:r>
            <a:r>
              <a:rPr sz="1600" b="0" dirty="0">
                <a:solidFill>
                  <a:srgbClr val="1C1D22"/>
                </a:solidFill>
                <a:latin typeface="Montserrat"/>
              </a:rPr>
              <a:t> в 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" y="5166360"/>
            <a:ext cx="11301984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7F4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5166360"/>
            <a:ext cx="10753344" cy="936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dirty="0" err="1">
                <a:solidFill>
                  <a:srgbClr val="520978"/>
                </a:solidFill>
                <a:latin typeface="Montserrat"/>
              </a:rPr>
              <a:t>Планы</a:t>
            </a:r>
            <a:r>
              <a:rPr sz="16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Montserrat"/>
              </a:rPr>
              <a:t>по</a:t>
            </a:r>
            <a:r>
              <a:rPr sz="1600" b="1" dirty="0">
                <a:solidFill>
                  <a:srgbClr val="520978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520978"/>
                </a:solidFill>
                <a:latin typeface="Montserrat"/>
              </a:rPr>
              <a:t>развитию</a:t>
            </a:r>
            <a:endParaRPr sz="1600" b="1" dirty="0">
              <a:solidFill>
                <a:srgbClr val="520978"/>
              </a:solidFill>
              <a:latin typeface="Montserrat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dirty="0" err="1">
                <a:solidFill>
                  <a:srgbClr val="6B5B78"/>
                </a:solidFill>
                <a:latin typeface="Montserrat"/>
              </a:rPr>
              <a:t>Браузерный</a:t>
            </a:r>
            <a:r>
              <a:rPr sz="1400" b="0" dirty="0">
                <a:solidFill>
                  <a:srgbClr val="6B5B78"/>
                </a:solidFill>
                <a:latin typeface="Montserrat"/>
              </a:rPr>
              <a:t> smoke-</a:t>
            </a:r>
            <a:r>
              <a:rPr sz="1400" b="0" dirty="0" err="1">
                <a:solidFill>
                  <a:srgbClr val="6B5B78"/>
                </a:solidFill>
                <a:latin typeface="Montserrat"/>
              </a:rPr>
              <a:t>тест</a:t>
            </a:r>
            <a:r>
              <a:rPr sz="1400" b="0" dirty="0">
                <a:solidFill>
                  <a:srgbClr val="6B5B78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6B5B78"/>
                </a:solidFill>
                <a:latin typeface="Montserrat"/>
              </a:rPr>
              <a:t>сценариев</a:t>
            </a:r>
            <a:r>
              <a:rPr sz="1400" b="0" dirty="0">
                <a:solidFill>
                  <a:srgbClr val="6B5B78"/>
                </a:solidFill>
                <a:latin typeface="Montserrat"/>
              </a:rPr>
              <a:t> · </a:t>
            </a:r>
            <a:r>
              <a:rPr sz="1400" b="0" dirty="0" err="1">
                <a:solidFill>
                  <a:srgbClr val="6B5B78"/>
                </a:solidFill>
                <a:latin typeface="Montserrat"/>
              </a:rPr>
              <a:t>нагрузка</a:t>
            </a:r>
            <a:r>
              <a:rPr sz="1400" b="0" dirty="0">
                <a:solidFill>
                  <a:srgbClr val="6B5B78"/>
                </a:solidFill>
                <a:latin typeface="Montserrat"/>
              </a:rPr>
              <a:t> Locust </a:t>
            </a:r>
            <a:r>
              <a:rPr sz="1400" b="0" dirty="0" err="1">
                <a:solidFill>
                  <a:srgbClr val="6B5B78"/>
                </a:solidFill>
                <a:latin typeface="Montserrat"/>
              </a:rPr>
              <a:t>на</a:t>
            </a:r>
            <a:r>
              <a:rPr sz="1400" b="0" dirty="0">
                <a:solidFill>
                  <a:srgbClr val="6B5B78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6B5B78"/>
                </a:solidFill>
                <a:latin typeface="Montserrat"/>
              </a:rPr>
              <a:t>стенде</a:t>
            </a:r>
            <a:r>
              <a:rPr sz="1400" b="0" dirty="0">
                <a:solidFill>
                  <a:srgbClr val="6B5B78"/>
                </a:solidFill>
                <a:latin typeface="Montserrat"/>
              </a:rPr>
              <a:t> · </a:t>
            </a:r>
            <a:r>
              <a:rPr sz="1400" b="0" dirty="0" err="1">
                <a:solidFill>
                  <a:srgbClr val="6B5B78"/>
                </a:solidFill>
                <a:latin typeface="Montserrat"/>
              </a:rPr>
              <a:t>резервное</a:t>
            </a:r>
            <a:r>
              <a:rPr sz="1400" b="0" dirty="0">
                <a:solidFill>
                  <a:srgbClr val="6B5B78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6B5B78"/>
                </a:solidFill>
                <a:latin typeface="Montserrat"/>
              </a:rPr>
              <a:t>восстановление</a:t>
            </a:r>
            <a:r>
              <a:rPr sz="1400" b="0" dirty="0">
                <a:solidFill>
                  <a:srgbClr val="6B5B78"/>
                </a:solidFill>
                <a:latin typeface="Montserrat"/>
              </a:rPr>
              <a:t> в CI · </a:t>
            </a:r>
            <a:r>
              <a:rPr sz="1400" b="0" dirty="0" err="1">
                <a:solidFill>
                  <a:srgbClr val="6B5B78"/>
                </a:solidFill>
                <a:latin typeface="Montserrat"/>
              </a:rPr>
              <a:t>подтверждение</a:t>
            </a:r>
            <a:r>
              <a:rPr sz="1400" b="0" dirty="0">
                <a:solidFill>
                  <a:srgbClr val="6B5B78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6B5B78"/>
                </a:solidFill>
                <a:latin typeface="Montserrat"/>
              </a:rPr>
              <a:t>контура</a:t>
            </a:r>
            <a:r>
              <a:rPr sz="1400" b="0" dirty="0">
                <a:solidFill>
                  <a:srgbClr val="6B5B78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6B5B78"/>
                </a:solidFill>
                <a:latin typeface="Montserrat"/>
              </a:rPr>
              <a:t>хранения</a:t>
            </a:r>
            <a:r>
              <a:rPr sz="1400" b="0" dirty="0">
                <a:solidFill>
                  <a:srgbClr val="6B5B78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6B5B78"/>
                </a:solidFill>
                <a:latin typeface="Montserrat"/>
              </a:rPr>
              <a:t>данных</a:t>
            </a:r>
            <a:r>
              <a:rPr sz="1400" b="0" dirty="0">
                <a:solidFill>
                  <a:srgbClr val="6B5B78"/>
                </a:solidFill>
                <a:latin typeface="Montserrat"/>
              </a:rPr>
              <a:t> в РФ · </a:t>
            </a:r>
            <a:r>
              <a:rPr sz="1400" b="0" dirty="0" err="1">
                <a:solidFill>
                  <a:srgbClr val="6B5B78"/>
                </a:solidFill>
                <a:latin typeface="Montserrat"/>
              </a:rPr>
              <a:t>перенос</a:t>
            </a:r>
            <a:r>
              <a:rPr sz="1400" b="0" dirty="0">
                <a:solidFill>
                  <a:srgbClr val="6B5B78"/>
                </a:solidFill>
                <a:latin typeface="Montserrat"/>
              </a:rPr>
              <a:t> production </a:t>
            </a:r>
            <a:r>
              <a:rPr sz="1400" b="0" dirty="0" err="1">
                <a:solidFill>
                  <a:srgbClr val="6B5B78"/>
                </a:solidFill>
                <a:latin typeface="Montserrat"/>
              </a:rPr>
              <a:t>после</a:t>
            </a:r>
            <a:r>
              <a:rPr sz="1400" b="0" dirty="0">
                <a:solidFill>
                  <a:srgbClr val="6B5B78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6B5B78"/>
                </a:solidFill>
                <a:latin typeface="Montserrat"/>
              </a:rPr>
              <a:t>согласования</a:t>
            </a:r>
            <a:r>
              <a:rPr sz="1400" b="0" dirty="0">
                <a:solidFill>
                  <a:srgbClr val="6B5B78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24160"/>
            <a:ext cx="11874500" cy="68579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47472" y="298928"/>
            <a:ext cx="3386328" cy="612000"/>
          </a:xfrm>
          <a:custGeom>
            <a:avLst/>
            <a:gdLst/>
            <a:ahLst/>
            <a:cxnLst/>
            <a:rect l="l" t="t" r="r" b="b"/>
            <a:pathLst>
              <a:path w="3108960" h="622300">
                <a:moveTo>
                  <a:pt x="2992628" y="0"/>
                </a:moveTo>
                <a:lnTo>
                  <a:pt x="116319" y="0"/>
                </a:lnTo>
                <a:lnTo>
                  <a:pt x="71039" y="9140"/>
                </a:lnTo>
                <a:lnTo>
                  <a:pt x="34066" y="34067"/>
                </a:lnTo>
                <a:lnTo>
                  <a:pt x="9139" y="71044"/>
                </a:lnTo>
                <a:lnTo>
                  <a:pt x="0" y="116331"/>
                </a:lnTo>
                <a:lnTo>
                  <a:pt x="0" y="505459"/>
                </a:lnTo>
                <a:lnTo>
                  <a:pt x="9139" y="550747"/>
                </a:lnTo>
                <a:lnTo>
                  <a:pt x="34066" y="587724"/>
                </a:lnTo>
                <a:lnTo>
                  <a:pt x="71039" y="612651"/>
                </a:lnTo>
                <a:lnTo>
                  <a:pt x="116319" y="621791"/>
                </a:lnTo>
                <a:lnTo>
                  <a:pt x="2992628" y="621791"/>
                </a:lnTo>
                <a:lnTo>
                  <a:pt x="3037915" y="612651"/>
                </a:lnTo>
                <a:lnTo>
                  <a:pt x="3074892" y="587724"/>
                </a:lnTo>
                <a:lnTo>
                  <a:pt x="3099819" y="550747"/>
                </a:lnTo>
                <a:lnTo>
                  <a:pt x="3108960" y="505459"/>
                </a:lnTo>
                <a:lnTo>
                  <a:pt x="3108960" y="116331"/>
                </a:lnTo>
                <a:lnTo>
                  <a:pt x="3099819" y="71044"/>
                </a:lnTo>
                <a:lnTo>
                  <a:pt x="3074892" y="34067"/>
                </a:lnTo>
                <a:lnTo>
                  <a:pt x="3037915" y="9140"/>
                </a:lnTo>
                <a:lnTo>
                  <a:pt x="2992628" y="0"/>
                </a:lnTo>
                <a:close/>
              </a:path>
            </a:pathLst>
          </a:custGeom>
          <a:solidFill>
            <a:srgbClr val="520977"/>
          </a:solidFill>
        </p:spPr>
        <p:txBody>
          <a:bodyPr wrap="square" lIns="0" tIns="144000" rIns="0" bIns="0" rtlCol="0"/>
          <a:lstStyle/>
          <a:p>
            <a:pPr algn="ctr"/>
            <a:r>
              <a:rPr lang="ru-RU" b="1" dirty="0" smtClean="0">
                <a:solidFill>
                  <a:srgbClr val="FFFFFF"/>
                </a:solidFill>
                <a:latin typeface="Montserrat"/>
              </a:rPr>
              <a:t>Демонстрация и результаты</a:t>
            </a:r>
            <a:endParaRPr lang="ru-RU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5415" rIns="0" bIns="0" rtlCol="0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grpSp>
        <p:nvGrpSpPr>
          <p:cNvPr id="34" name="Группа 33"/>
          <p:cNvGrpSpPr/>
          <p:nvPr/>
        </p:nvGrpSpPr>
        <p:grpSpPr>
          <a:xfrm>
            <a:off x="285417" y="1262536"/>
            <a:ext cx="5760000" cy="4320000"/>
            <a:chOff x="1094232" y="1109695"/>
            <a:chExt cx="4372229" cy="2924429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4232" y="1109695"/>
              <a:ext cx="4372229" cy="292442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49096" y="1124936"/>
              <a:ext cx="4267200" cy="2822575"/>
            </a:xfrm>
            <a:custGeom>
              <a:avLst/>
              <a:gdLst/>
              <a:ahLst/>
              <a:cxnLst/>
              <a:rect l="l" t="t" r="r" b="b"/>
              <a:pathLst>
                <a:path w="4267200" h="2822575">
                  <a:moveTo>
                    <a:pt x="4230751" y="0"/>
                  </a:moveTo>
                  <a:lnTo>
                    <a:pt x="36461" y="0"/>
                  </a:lnTo>
                  <a:lnTo>
                    <a:pt x="22272" y="2873"/>
                  </a:lnTo>
                  <a:lnTo>
                    <a:pt x="10682" y="10699"/>
                  </a:lnTo>
                  <a:lnTo>
                    <a:pt x="2866" y="22288"/>
                  </a:lnTo>
                  <a:lnTo>
                    <a:pt x="0" y="36449"/>
                  </a:lnTo>
                  <a:lnTo>
                    <a:pt x="0" y="2785998"/>
                  </a:lnTo>
                  <a:lnTo>
                    <a:pt x="2866" y="2800159"/>
                  </a:lnTo>
                  <a:lnTo>
                    <a:pt x="10682" y="2811748"/>
                  </a:lnTo>
                  <a:lnTo>
                    <a:pt x="22272" y="2819574"/>
                  </a:lnTo>
                  <a:lnTo>
                    <a:pt x="36461" y="2822447"/>
                  </a:lnTo>
                  <a:lnTo>
                    <a:pt x="4230751" y="2822447"/>
                  </a:lnTo>
                  <a:lnTo>
                    <a:pt x="4244911" y="2819574"/>
                  </a:lnTo>
                  <a:lnTo>
                    <a:pt x="4256500" y="2811748"/>
                  </a:lnTo>
                  <a:lnTo>
                    <a:pt x="4264326" y="2800159"/>
                  </a:lnTo>
                  <a:lnTo>
                    <a:pt x="4267200" y="2785998"/>
                  </a:lnTo>
                  <a:lnTo>
                    <a:pt x="4267200" y="36449"/>
                  </a:lnTo>
                  <a:lnTo>
                    <a:pt x="4264326" y="22288"/>
                  </a:lnTo>
                  <a:lnTo>
                    <a:pt x="4256500" y="10699"/>
                  </a:lnTo>
                  <a:lnTo>
                    <a:pt x="4244911" y="2873"/>
                  </a:lnTo>
                  <a:lnTo>
                    <a:pt x="4230751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9096" y="1179799"/>
              <a:ext cx="4267200" cy="353695"/>
            </a:xfrm>
            <a:custGeom>
              <a:avLst/>
              <a:gdLst/>
              <a:ahLst/>
              <a:cxnLst/>
              <a:rect l="l" t="t" r="r" b="b"/>
              <a:pathLst>
                <a:path w="4267200" h="353694">
                  <a:moveTo>
                    <a:pt x="4267200" y="155448"/>
                  </a:moveTo>
                  <a:lnTo>
                    <a:pt x="2340864" y="155448"/>
                  </a:lnTo>
                  <a:lnTo>
                    <a:pt x="2340864" y="42418"/>
                  </a:lnTo>
                  <a:lnTo>
                    <a:pt x="2337536" y="25882"/>
                  </a:lnTo>
                  <a:lnTo>
                    <a:pt x="2328456" y="12407"/>
                  </a:lnTo>
                  <a:lnTo>
                    <a:pt x="2314981" y="3327"/>
                  </a:lnTo>
                  <a:lnTo>
                    <a:pt x="2298446" y="0"/>
                  </a:lnTo>
                  <a:lnTo>
                    <a:pt x="676402" y="0"/>
                  </a:lnTo>
                  <a:lnTo>
                    <a:pt x="659853" y="3327"/>
                  </a:lnTo>
                  <a:lnTo>
                    <a:pt x="646379" y="12407"/>
                  </a:lnTo>
                  <a:lnTo>
                    <a:pt x="637298" y="25882"/>
                  </a:lnTo>
                  <a:lnTo>
                    <a:pt x="633984" y="42418"/>
                  </a:lnTo>
                  <a:lnTo>
                    <a:pt x="633984" y="155448"/>
                  </a:lnTo>
                  <a:lnTo>
                    <a:pt x="0" y="155448"/>
                  </a:lnTo>
                  <a:lnTo>
                    <a:pt x="0" y="353568"/>
                  </a:lnTo>
                  <a:lnTo>
                    <a:pt x="676402" y="353568"/>
                  </a:lnTo>
                  <a:lnTo>
                    <a:pt x="2298446" y="353568"/>
                  </a:lnTo>
                  <a:lnTo>
                    <a:pt x="4267200" y="353568"/>
                  </a:lnTo>
                  <a:lnTo>
                    <a:pt x="4267200" y="155448"/>
                  </a:lnTo>
                  <a:close/>
                </a:path>
              </a:pathLst>
            </a:custGeom>
            <a:solidFill>
              <a:srgbClr val="1609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19200" y="120113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80" y="0"/>
                  </a:moveTo>
                  <a:lnTo>
                    <a:pt x="18618" y="2387"/>
                  </a:lnTo>
                  <a:lnTo>
                    <a:pt x="8929" y="8905"/>
                  </a:lnTo>
                  <a:lnTo>
                    <a:pt x="2396" y="18591"/>
                  </a:lnTo>
                  <a:lnTo>
                    <a:pt x="0" y="30479"/>
                  </a:lnTo>
                  <a:lnTo>
                    <a:pt x="2396" y="42368"/>
                  </a:lnTo>
                  <a:lnTo>
                    <a:pt x="8929" y="52054"/>
                  </a:lnTo>
                  <a:lnTo>
                    <a:pt x="18618" y="58572"/>
                  </a:lnTo>
                  <a:lnTo>
                    <a:pt x="30480" y="60959"/>
                  </a:lnTo>
                  <a:lnTo>
                    <a:pt x="42341" y="58572"/>
                  </a:lnTo>
                  <a:lnTo>
                    <a:pt x="52030" y="52054"/>
                  </a:lnTo>
                  <a:lnTo>
                    <a:pt x="58563" y="42368"/>
                  </a:lnTo>
                  <a:lnTo>
                    <a:pt x="60959" y="30479"/>
                  </a:lnTo>
                  <a:lnTo>
                    <a:pt x="58563" y="18591"/>
                  </a:lnTo>
                  <a:lnTo>
                    <a:pt x="52030" y="8905"/>
                  </a:lnTo>
                  <a:lnTo>
                    <a:pt x="42341" y="2387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FFD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25880" y="120113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79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79"/>
                  </a:lnTo>
                  <a:lnTo>
                    <a:pt x="2387" y="42368"/>
                  </a:lnTo>
                  <a:lnTo>
                    <a:pt x="8905" y="52054"/>
                  </a:lnTo>
                  <a:lnTo>
                    <a:pt x="18591" y="58572"/>
                  </a:lnTo>
                  <a:lnTo>
                    <a:pt x="30479" y="60959"/>
                  </a:lnTo>
                  <a:lnTo>
                    <a:pt x="42368" y="58572"/>
                  </a:lnTo>
                  <a:lnTo>
                    <a:pt x="52054" y="52054"/>
                  </a:lnTo>
                  <a:lnTo>
                    <a:pt x="58572" y="42368"/>
                  </a:lnTo>
                  <a:lnTo>
                    <a:pt x="60959" y="30479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FB37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32560" y="120113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80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79"/>
                  </a:lnTo>
                  <a:lnTo>
                    <a:pt x="2387" y="42368"/>
                  </a:lnTo>
                  <a:lnTo>
                    <a:pt x="8905" y="52054"/>
                  </a:lnTo>
                  <a:lnTo>
                    <a:pt x="18591" y="58572"/>
                  </a:lnTo>
                  <a:lnTo>
                    <a:pt x="30480" y="60959"/>
                  </a:lnTo>
                  <a:lnTo>
                    <a:pt x="42368" y="58572"/>
                  </a:lnTo>
                  <a:lnTo>
                    <a:pt x="52054" y="52054"/>
                  </a:lnTo>
                  <a:lnTo>
                    <a:pt x="58572" y="42368"/>
                  </a:lnTo>
                  <a:lnTo>
                    <a:pt x="60959" y="30479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8983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89760" y="1371823"/>
              <a:ext cx="3203575" cy="128270"/>
            </a:xfrm>
            <a:custGeom>
              <a:avLst/>
              <a:gdLst/>
              <a:ahLst/>
              <a:cxnLst/>
              <a:rect l="l" t="t" r="r" b="b"/>
              <a:pathLst>
                <a:path w="3203575" h="128269">
                  <a:moveTo>
                    <a:pt x="3203448" y="0"/>
                  </a:moveTo>
                  <a:lnTo>
                    <a:pt x="0" y="0"/>
                  </a:lnTo>
                  <a:lnTo>
                    <a:pt x="0" y="128015"/>
                  </a:lnTo>
                  <a:lnTo>
                    <a:pt x="3203448" y="128015"/>
                  </a:lnTo>
                  <a:lnTo>
                    <a:pt x="320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09032" y="117979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90">
                  <a:moveTo>
                    <a:pt x="24384" y="74549"/>
                  </a:moveTo>
                  <a:lnTo>
                    <a:pt x="22987" y="73152"/>
                  </a:lnTo>
                  <a:lnTo>
                    <a:pt x="21209" y="73152"/>
                  </a:lnTo>
                  <a:lnTo>
                    <a:pt x="1397" y="73152"/>
                  </a:lnTo>
                  <a:lnTo>
                    <a:pt x="0" y="74549"/>
                  </a:lnTo>
                  <a:lnTo>
                    <a:pt x="0" y="96139"/>
                  </a:lnTo>
                  <a:lnTo>
                    <a:pt x="1397" y="97536"/>
                  </a:lnTo>
                  <a:lnTo>
                    <a:pt x="22987" y="97536"/>
                  </a:lnTo>
                  <a:lnTo>
                    <a:pt x="24384" y="96139"/>
                  </a:lnTo>
                  <a:lnTo>
                    <a:pt x="24384" y="74549"/>
                  </a:lnTo>
                  <a:close/>
                </a:path>
                <a:path w="97789" h="97790">
                  <a:moveTo>
                    <a:pt x="24384" y="37973"/>
                  </a:moveTo>
                  <a:lnTo>
                    <a:pt x="22987" y="36576"/>
                  </a:lnTo>
                  <a:lnTo>
                    <a:pt x="21209" y="36576"/>
                  </a:lnTo>
                  <a:lnTo>
                    <a:pt x="1397" y="36576"/>
                  </a:lnTo>
                  <a:lnTo>
                    <a:pt x="0" y="37973"/>
                  </a:lnTo>
                  <a:lnTo>
                    <a:pt x="0" y="59563"/>
                  </a:lnTo>
                  <a:lnTo>
                    <a:pt x="1397" y="60960"/>
                  </a:lnTo>
                  <a:lnTo>
                    <a:pt x="22987" y="60960"/>
                  </a:lnTo>
                  <a:lnTo>
                    <a:pt x="24384" y="59563"/>
                  </a:lnTo>
                  <a:lnTo>
                    <a:pt x="24384" y="37973"/>
                  </a:lnTo>
                  <a:close/>
                </a:path>
                <a:path w="97789" h="97790">
                  <a:moveTo>
                    <a:pt x="24384" y="1397"/>
                  </a:moveTo>
                  <a:lnTo>
                    <a:pt x="22987" y="0"/>
                  </a:lnTo>
                  <a:lnTo>
                    <a:pt x="21209" y="0"/>
                  </a:lnTo>
                  <a:lnTo>
                    <a:pt x="1397" y="0"/>
                  </a:lnTo>
                  <a:lnTo>
                    <a:pt x="0" y="1397"/>
                  </a:lnTo>
                  <a:lnTo>
                    <a:pt x="0" y="23114"/>
                  </a:lnTo>
                  <a:lnTo>
                    <a:pt x="1397" y="24384"/>
                  </a:lnTo>
                  <a:lnTo>
                    <a:pt x="22987" y="24384"/>
                  </a:lnTo>
                  <a:lnTo>
                    <a:pt x="24384" y="23114"/>
                  </a:lnTo>
                  <a:lnTo>
                    <a:pt x="24384" y="1397"/>
                  </a:lnTo>
                  <a:close/>
                </a:path>
                <a:path w="97789" h="97790">
                  <a:moveTo>
                    <a:pt x="60960" y="74549"/>
                  </a:moveTo>
                  <a:lnTo>
                    <a:pt x="59563" y="73152"/>
                  </a:lnTo>
                  <a:lnTo>
                    <a:pt x="57912" y="73152"/>
                  </a:lnTo>
                  <a:lnTo>
                    <a:pt x="37973" y="73152"/>
                  </a:lnTo>
                  <a:lnTo>
                    <a:pt x="36576" y="74549"/>
                  </a:lnTo>
                  <a:lnTo>
                    <a:pt x="36576" y="96139"/>
                  </a:lnTo>
                  <a:lnTo>
                    <a:pt x="37973" y="97536"/>
                  </a:lnTo>
                  <a:lnTo>
                    <a:pt x="59563" y="97536"/>
                  </a:lnTo>
                  <a:lnTo>
                    <a:pt x="60960" y="96139"/>
                  </a:lnTo>
                  <a:lnTo>
                    <a:pt x="60960" y="74549"/>
                  </a:lnTo>
                  <a:close/>
                </a:path>
                <a:path w="97789" h="97790">
                  <a:moveTo>
                    <a:pt x="60960" y="37973"/>
                  </a:moveTo>
                  <a:lnTo>
                    <a:pt x="59563" y="36576"/>
                  </a:lnTo>
                  <a:lnTo>
                    <a:pt x="57912" y="36576"/>
                  </a:lnTo>
                  <a:lnTo>
                    <a:pt x="37973" y="36576"/>
                  </a:lnTo>
                  <a:lnTo>
                    <a:pt x="36576" y="37973"/>
                  </a:lnTo>
                  <a:lnTo>
                    <a:pt x="36576" y="59563"/>
                  </a:lnTo>
                  <a:lnTo>
                    <a:pt x="37973" y="60960"/>
                  </a:lnTo>
                  <a:lnTo>
                    <a:pt x="59563" y="60960"/>
                  </a:lnTo>
                  <a:lnTo>
                    <a:pt x="60960" y="59563"/>
                  </a:lnTo>
                  <a:lnTo>
                    <a:pt x="60960" y="37973"/>
                  </a:lnTo>
                  <a:close/>
                </a:path>
                <a:path w="97789" h="97790">
                  <a:moveTo>
                    <a:pt x="60960" y="1397"/>
                  </a:moveTo>
                  <a:lnTo>
                    <a:pt x="59563" y="0"/>
                  </a:lnTo>
                  <a:lnTo>
                    <a:pt x="57912" y="0"/>
                  </a:lnTo>
                  <a:lnTo>
                    <a:pt x="37973" y="0"/>
                  </a:lnTo>
                  <a:lnTo>
                    <a:pt x="36576" y="1397"/>
                  </a:lnTo>
                  <a:lnTo>
                    <a:pt x="36576" y="23114"/>
                  </a:lnTo>
                  <a:lnTo>
                    <a:pt x="37973" y="24384"/>
                  </a:lnTo>
                  <a:lnTo>
                    <a:pt x="59563" y="24384"/>
                  </a:lnTo>
                  <a:lnTo>
                    <a:pt x="60960" y="23114"/>
                  </a:lnTo>
                  <a:lnTo>
                    <a:pt x="60960" y="1397"/>
                  </a:lnTo>
                  <a:close/>
                </a:path>
                <a:path w="97789" h="97790">
                  <a:moveTo>
                    <a:pt x="97536" y="74549"/>
                  </a:moveTo>
                  <a:lnTo>
                    <a:pt x="96139" y="73152"/>
                  </a:lnTo>
                  <a:lnTo>
                    <a:pt x="94488" y="73152"/>
                  </a:lnTo>
                  <a:lnTo>
                    <a:pt x="74422" y="73152"/>
                  </a:lnTo>
                  <a:lnTo>
                    <a:pt x="73152" y="74549"/>
                  </a:lnTo>
                  <a:lnTo>
                    <a:pt x="73152" y="96139"/>
                  </a:lnTo>
                  <a:lnTo>
                    <a:pt x="74422" y="97536"/>
                  </a:lnTo>
                  <a:lnTo>
                    <a:pt x="96139" y="97536"/>
                  </a:lnTo>
                  <a:lnTo>
                    <a:pt x="97536" y="96139"/>
                  </a:lnTo>
                  <a:lnTo>
                    <a:pt x="97536" y="74549"/>
                  </a:lnTo>
                  <a:close/>
                </a:path>
                <a:path w="97789" h="97790">
                  <a:moveTo>
                    <a:pt x="97536" y="37973"/>
                  </a:moveTo>
                  <a:lnTo>
                    <a:pt x="96139" y="36576"/>
                  </a:lnTo>
                  <a:lnTo>
                    <a:pt x="94488" y="36576"/>
                  </a:lnTo>
                  <a:lnTo>
                    <a:pt x="74422" y="36576"/>
                  </a:lnTo>
                  <a:lnTo>
                    <a:pt x="73152" y="37973"/>
                  </a:lnTo>
                  <a:lnTo>
                    <a:pt x="73152" y="59563"/>
                  </a:lnTo>
                  <a:lnTo>
                    <a:pt x="74422" y="60960"/>
                  </a:lnTo>
                  <a:lnTo>
                    <a:pt x="96139" y="60960"/>
                  </a:lnTo>
                  <a:lnTo>
                    <a:pt x="97536" y="59563"/>
                  </a:lnTo>
                  <a:lnTo>
                    <a:pt x="97536" y="37973"/>
                  </a:lnTo>
                  <a:close/>
                </a:path>
                <a:path w="97789" h="97790">
                  <a:moveTo>
                    <a:pt x="97536" y="1397"/>
                  </a:moveTo>
                  <a:lnTo>
                    <a:pt x="96139" y="0"/>
                  </a:lnTo>
                  <a:lnTo>
                    <a:pt x="94488" y="0"/>
                  </a:lnTo>
                  <a:lnTo>
                    <a:pt x="74422" y="0"/>
                  </a:lnTo>
                  <a:lnTo>
                    <a:pt x="73152" y="1397"/>
                  </a:lnTo>
                  <a:lnTo>
                    <a:pt x="73152" y="23114"/>
                  </a:lnTo>
                  <a:lnTo>
                    <a:pt x="74422" y="24384"/>
                  </a:lnTo>
                  <a:lnTo>
                    <a:pt x="96139" y="24384"/>
                  </a:lnTo>
                  <a:lnTo>
                    <a:pt x="97536" y="23114"/>
                  </a:lnTo>
                  <a:lnTo>
                    <a:pt x="97536" y="139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18176" y="1387064"/>
              <a:ext cx="79248" cy="9143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42288" y="120113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80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79"/>
                  </a:lnTo>
                  <a:lnTo>
                    <a:pt x="2387" y="42368"/>
                  </a:lnTo>
                  <a:lnTo>
                    <a:pt x="8905" y="52054"/>
                  </a:lnTo>
                  <a:lnTo>
                    <a:pt x="18591" y="58572"/>
                  </a:lnTo>
                  <a:lnTo>
                    <a:pt x="30480" y="60959"/>
                  </a:lnTo>
                  <a:lnTo>
                    <a:pt x="42368" y="58572"/>
                  </a:lnTo>
                  <a:lnTo>
                    <a:pt x="52054" y="52054"/>
                  </a:lnTo>
                  <a:lnTo>
                    <a:pt x="58572" y="42368"/>
                  </a:lnTo>
                  <a:lnTo>
                    <a:pt x="60959" y="30479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1889760" y="1364758"/>
              <a:ext cx="3203575" cy="128270"/>
            </a:xfrm>
            <a:prstGeom prst="rect">
              <a:avLst/>
            </a:prstGeom>
            <a:ln w="24383">
              <a:solidFill>
                <a:srgbClr val="B3B3B3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207645">
                <a:lnSpc>
                  <a:spcPts val="1010"/>
                </a:lnSpc>
              </a:pPr>
              <a:r>
                <a:rPr lang="en-US" sz="1000" spc="-10" dirty="0" smtClean="0">
                  <a:solidFill>
                    <a:schemeClr val="accent1"/>
                  </a:solidFill>
                  <a:latin typeface="Microsoft Sans Serif"/>
                  <a:cs typeface="Microsoft Sans Serif"/>
                </a:rPr>
                <a:t>https://crm-rtk.pixel-minds.ru</a:t>
              </a:r>
              <a:endParaRPr sz="1000" dirty="0">
                <a:solidFill>
                  <a:schemeClr val="accent1"/>
                </a:solidFill>
                <a:latin typeface="Microsoft Sans Serif"/>
                <a:cs typeface="Microsoft Sans Serif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7370" y="1402303"/>
              <a:ext cx="73152" cy="73151"/>
            </a:xfrm>
            <a:prstGeom prst="rect">
              <a:avLst/>
            </a:prstGeom>
          </p:spPr>
        </p:pic>
        <p:pic>
          <p:nvPicPr>
            <p:cNvPr id="31" name="Picture 32" descr="02-kanban-boar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25880" y="1677869"/>
              <a:ext cx="3971544" cy="2148840"/>
            </a:xfrm>
            <a:prstGeom prst="roundRect">
              <a:avLst/>
            </a:prstGeom>
          </p:spPr>
        </p:pic>
      </p:grpSp>
      <p:grpSp>
        <p:nvGrpSpPr>
          <p:cNvPr id="35" name="Группа 34"/>
          <p:cNvGrpSpPr/>
          <p:nvPr/>
        </p:nvGrpSpPr>
        <p:grpSpPr>
          <a:xfrm>
            <a:off x="6150732" y="1291427"/>
            <a:ext cx="5760000" cy="4320000"/>
            <a:chOff x="6717114" y="1109695"/>
            <a:chExt cx="4372229" cy="2924429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17114" y="1109695"/>
              <a:ext cx="4372229" cy="292442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771979" y="1124935"/>
              <a:ext cx="4267200" cy="2822575"/>
            </a:xfrm>
            <a:custGeom>
              <a:avLst/>
              <a:gdLst/>
              <a:ahLst/>
              <a:cxnLst/>
              <a:rect l="l" t="t" r="r" b="b"/>
              <a:pathLst>
                <a:path w="4267200" h="2822575">
                  <a:moveTo>
                    <a:pt x="4230751" y="0"/>
                  </a:moveTo>
                  <a:lnTo>
                    <a:pt x="36449" y="0"/>
                  </a:lnTo>
                  <a:lnTo>
                    <a:pt x="22288" y="2873"/>
                  </a:lnTo>
                  <a:lnTo>
                    <a:pt x="10699" y="10699"/>
                  </a:lnTo>
                  <a:lnTo>
                    <a:pt x="2873" y="22288"/>
                  </a:lnTo>
                  <a:lnTo>
                    <a:pt x="0" y="36449"/>
                  </a:lnTo>
                  <a:lnTo>
                    <a:pt x="0" y="2785998"/>
                  </a:lnTo>
                  <a:lnTo>
                    <a:pt x="2873" y="2800159"/>
                  </a:lnTo>
                  <a:lnTo>
                    <a:pt x="10699" y="2811748"/>
                  </a:lnTo>
                  <a:lnTo>
                    <a:pt x="22288" y="2819574"/>
                  </a:lnTo>
                  <a:lnTo>
                    <a:pt x="36449" y="2822447"/>
                  </a:lnTo>
                  <a:lnTo>
                    <a:pt x="4230751" y="2822447"/>
                  </a:lnTo>
                  <a:lnTo>
                    <a:pt x="4244911" y="2819574"/>
                  </a:lnTo>
                  <a:lnTo>
                    <a:pt x="4256500" y="2811748"/>
                  </a:lnTo>
                  <a:lnTo>
                    <a:pt x="4264326" y="2800159"/>
                  </a:lnTo>
                  <a:lnTo>
                    <a:pt x="4267200" y="2785998"/>
                  </a:lnTo>
                  <a:lnTo>
                    <a:pt x="4267200" y="36449"/>
                  </a:lnTo>
                  <a:lnTo>
                    <a:pt x="4264326" y="22288"/>
                  </a:lnTo>
                  <a:lnTo>
                    <a:pt x="4256500" y="10699"/>
                  </a:lnTo>
                  <a:lnTo>
                    <a:pt x="4244911" y="2873"/>
                  </a:lnTo>
                  <a:lnTo>
                    <a:pt x="4230751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71979" y="1179799"/>
              <a:ext cx="4267200" cy="353695"/>
            </a:xfrm>
            <a:custGeom>
              <a:avLst/>
              <a:gdLst/>
              <a:ahLst/>
              <a:cxnLst/>
              <a:rect l="l" t="t" r="r" b="b"/>
              <a:pathLst>
                <a:path w="4267200" h="353694">
                  <a:moveTo>
                    <a:pt x="4267200" y="155448"/>
                  </a:moveTo>
                  <a:lnTo>
                    <a:pt x="2340864" y="155448"/>
                  </a:lnTo>
                  <a:lnTo>
                    <a:pt x="2340864" y="42418"/>
                  </a:lnTo>
                  <a:lnTo>
                    <a:pt x="2337536" y="25882"/>
                  </a:lnTo>
                  <a:lnTo>
                    <a:pt x="2328456" y="12407"/>
                  </a:lnTo>
                  <a:lnTo>
                    <a:pt x="2314981" y="3327"/>
                  </a:lnTo>
                  <a:lnTo>
                    <a:pt x="2298446" y="0"/>
                  </a:lnTo>
                  <a:lnTo>
                    <a:pt x="676402" y="0"/>
                  </a:lnTo>
                  <a:lnTo>
                    <a:pt x="659853" y="3327"/>
                  </a:lnTo>
                  <a:lnTo>
                    <a:pt x="646379" y="12407"/>
                  </a:lnTo>
                  <a:lnTo>
                    <a:pt x="637298" y="25882"/>
                  </a:lnTo>
                  <a:lnTo>
                    <a:pt x="633984" y="42418"/>
                  </a:lnTo>
                  <a:lnTo>
                    <a:pt x="633984" y="155448"/>
                  </a:lnTo>
                  <a:lnTo>
                    <a:pt x="0" y="155448"/>
                  </a:lnTo>
                  <a:lnTo>
                    <a:pt x="0" y="353568"/>
                  </a:lnTo>
                  <a:lnTo>
                    <a:pt x="676402" y="353568"/>
                  </a:lnTo>
                  <a:lnTo>
                    <a:pt x="2298446" y="353568"/>
                  </a:lnTo>
                  <a:lnTo>
                    <a:pt x="4267200" y="353568"/>
                  </a:lnTo>
                  <a:lnTo>
                    <a:pt x="4267200" y="155448"/>
                  </a:lnTo>
                  <a:close/>
                </a:path>
              </a:pathLst>
            </a:custGeom>
            <a:solidFill>
              <a:srgbClr val="1609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42082" y="120113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79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79"/>
                  </a:lnTo>
                  <a:lnTo>
                    <a:pt x="2387" y="42368"/>
                  </a:lnTo>
                  <a:lnTo>
                    <a:pt x="8905" y="52054"/>
                  </a:lnTo>
                  <a:lnTo>
                    <a:pt x="18591" y="58572"/>
                  </a:lnTo>
                  <a:lnTo>
                    <a:pt x="30479" y="60959"/>
                  </a:lnTo>
                  <a:lnTo>
                    <a:pt x="42368" y="58572"/>
                  </a:lnTo>
                  <a:lnTo>
                    <a:pt x="52054" y="52054"/>
                  </a:lnTo>
                  <a:lnTo>
                    <a:pt x="58572" y="42368"/>
                  </a:lnTo>
                  <a:lnTo>
                    <a:pt x="60959" y="30479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FFD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48762" y="120113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79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79"/>
                  </a:lnTo>
                  <a:lnTo>
                    <a:pt x="2387" y="42368"/>
                  </a:lnTo>
                  <a:lnTo>
                    <a:pt x="8905" y="52054"/>
                  </a:lnTo>
                  <a:lnTo>
                    <a:pt x="18591" y="58572"/>
                  </a:lnTo>
                  <a:lnTo>
                    <a:pt x="30479" y="60959"/>
                  </a:lnTo>
                  <a:lnTo>
                    <a:pt x="42368" y="58572"/>
                  </a:lnTo>
                  <a:lnTo>
                    <a:pt x="52054" y="52054"/>
                  </a:lnTo>
                  <a:lnTo>
                    <a:pt x="58572" y="42368"/>
                  </a:lnTo>
                  <a:lnTo>
                    <a:pt x="60959" y="30479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FB37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55442" y="120113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79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79"/>
                  </a:lnTo>
                  <a:lnTo>
                    <a:pt x="2387" y="42368"/>
                  </a:lnTo>
                  <a:lnTo>
                    <a:pt x="8905" y="52054"/>
                  </a:lnTo>
                  <a:lnTo>
                    <a:pt x="18591" y="58572"/>
                  </a:lnTo>
                  <a:lnTo>
                    <a:pt x="30479" y="60959"/>
                  </a:lnTo>
                  <a:lnTo>
                    <a:pt x="42368" y="58572"/>
                  </a:lnTo>
                  <a:lnTo>
                    <a:pt x="52054" y="52054"/>
                  </a:lnTo>
                  <a:lnTo>
                    <a:pt x="58572" y="42368"/>
                  </a:lnTo>
                  <a:lnTo>
                    <a:pt x="60960" y="30479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8983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12642" y="1371823"/>
              <a:ext cx="3203575" cy="128270"/>
            </a:xfrm>
            <a:custGeom>
              <a:avLst/>
              <a:gdLst/>
              <a:ahLst/>
              <a:cxnLst/>
              <a:rect l="l" t="t" r="r" b="b"/>
              <a:pathLst>
                <a:path w="3203575" h="128269">
                  <a:moveTo>
                    <a:pt x="3203448" y="0"/>
                  </a:moveTo>
                  <a:lnTo>
                    <a:pt x="0" y="0"/>
                  </a:lnTo>
                  <a:lnTo>
                    <a:pt x="0" y="128015"/>
                  </a:lnTo>
                  <a:lnTo>
                    <a:pt x="3203448" y="128015"/>
                  </a:lnTo>
                  <a:lnTo>
                    <a:pt x="320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831915" y="117979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90">
                  <a:moveTo>
                    <a:pt x="24384" y="74549"/>
                  </a:moveTo>
                  <a:lnTo>
                    <a:pt x="22987" y="73152"/>
                  </a:lnTo>
                  <a:lnTo>
                    <a:pt x="21209" y="73152"/>
                  </a:lnTo>
                  <a:lnTo>
                    <a:pt x="1397" y="73152"/>
                  </a:lnTo>
                  <a:lnTo>
                    <a:pt x="0" y="74549"/>
                  </a:lnTo>
                  <a:lnTo>
                    <a:pt x="0" y="96139"/>
                  </a:lnTo>
                  <a:lnTo>
                    <a:pt x="1397" y="97536"/>
                  </a:lnTo>
                  <a:lnTo>
                    <a:pt x="22987" y="97536"/>
                  </a:lnTo>
                  <a:lnTo>
                    <a:pt x="24384" y="96139"/>
                  </a:lnTo>
                  <a:lnTo>
                    <a:pt x="24384" y="74549"/>
                  </a:lnTo>
                  <a:close/>
                </a:path>
                <a:path w="97790" h="97790">
                  <a:moveTo>
                    <a:pt x="24384" y="37973"/>
                  </a:moveTo>
                  <a:lnTo>
                    <a:pt x="22987" y="36576"/>
                  </a:lnTo>
                  <a:lnTo>
                    <a:pt x="21209" y="36576"/>
                  </a:lnTo>
                  <a:lnTo>
                    <a:pt x="1397" y="36576"/>
                  </a:lnTo>
                  <a:lnTo>
                    <a:pt x="0" y="37973"/>
                  </a:lnTo>
                  <a:lnTo>
                    <a:pt x="0" y="59563"/>
                  </a:lnTo>
                  <a:lnTo>
                    <a:pt x="1397" y="60960"/>
                  </a:lnTo>
                  <a:lnTo>
                    <a:pt x="22987" y="60960"/>
                  </a:lnTo>
                  <a:lnTo>
                    <a:pt x="24384" y="59563"/>
                  </a:lnTo>
                  <a:lnTo>
                    <a:pt x="24384" y="37973"/>
                  </a:lnTo>
                  <a:close/>
                </a:path>
                <a:path w="97790" h="97790">
                  <a:moveTo>
                    <a:pt x="24384" y="1397"/>
                  </a:moveTo>
                  <a:lnTo>
                    <a:pt x="22987" y="0"/>
                  </a:lnTo>
                  <a:lnTo>
                    <a:pt x="21209" y="0"/>
                  </a:lnTo>
                  <a:lnTo>
                    <a:pt x="1397" y="0"/>
                  </a:lnTo>
                  <a:lnTo>
                    <a:pt x="0" y="1397"/>
                  </a:lnTo>
                  <a:lnTo>
                    <a:pt x="0" y="23114"/>
                  </a:lnTo>
                  <a:lnTo>
                    <a:pt x="1397" y="24384"/>
                  </a:lnTo>
                  <a:lnTo>
                    <a:pt x="22987" y="24384"/>
                  </a:lnTo>
                  <a:lnTo>
                    <a:pt x="24384" y="23114"/>
                  </a:lnTo>
                  <a:lnTo>
                    <a:pt x="24384" y="1397"/>
                  </a:lnTo>
                  <a:close/>
                </a:path>
                <a:path w="97790" h="97790">
                  <a:moveTo>
                    <a:pt x="60960" y="74549"/>
                  </a:moveTo>
                  <a:lnTo>
                    <a:pt x="59563" y="73152"/>
                  </a:lnTo>
                  <a:lnTo>
                    <a:pt x="57912" y="73152"/>
                  </a:lnTo>
                  <a:lnTo>
                    <a:pt x="37973" y="73152"/>
                  </a:lnTo>
                  <a:lnTo>
                    <a:pt x="36576" y="74549"/>
                  </a:lnTo>
                  <a:lnTo>
                    <a:pt x="36576" y="96139"/>
                  </a:lnTo>
                  <a:lnTo>
                    <a:pt x="37973" y="97536"/>
                  </a:lnTo>
                  <a:lnTo>
                    <a:pt x="59563" y="97536"/>
                  </a:lnTo>
                  <a:lnTo>
                    <a:pt x="60960" y="96139"/>
                  </a:lnTo>
                  <a:lnTo>
                    <a:pt x="60960" y="74549"/>
                  </a:lnTo>
                  <a:close/>
                </a:path>
                <a:path w="97790" h="97790">
                  <a:moveTo>
                    <a:pt x="60960" y="37973"/>
                  </a:moveTo>
                  <a:lnTo>
                    <a:pt x="59563" y="36576"/>
                  </a:lnTo>
                  <a:lnTo>
                    <a:pt x="57912" y="36576"/>
                  </a:lnTo>
                  <a:lnTo>
                    <a:pt x="37973" y="36576"/>
                  </a:lnTo>
                  <a:lnTo>
                    <a:pt x="36576" y="37973"/>
                  </a:lnTo>
                  <a:lnTo>
                    <a:pt x="36576" y="59563"/>
                  </a:lnTo>
                  <a:lnTo>
                    <a:pt x="37973" y="60960"/>
                  </a:lnTo>
                  <a:lnTo>
                    <a:pt x="59563" y="60960"/>
                  </a:lnTo>
                  <a:lnTo>
                    <a:pt x="60960" y="59563"/>
                  </a:lnTo>
                  <a:lnTo>
                    <a:pt x="60960" y="37973"/>
                  </a:lnTo>
                  <a:close/>
                </a:path>
                <a:path w="97790" h="97790">
                  <a:moveTo>
                    <a:pt x="60960" y="1397"/>
                  </a:moveTo>
                  <a:lnTo>
                    <a:pt x="59563" y="0"/>
                  </a:lnTo>
                  <a:lnTo>
                    <a:pt x="57912" y="0"/>
                  </a:lnTo>
                  <a:lnTo>
                    <a:pt x="37973" y="0"/>
                  </a:lnTo>
                  <a:lnTo>
                    <a:pt x="36576" y="1397"/>
                  </a:lnTo>
                  <a:lnTo>
                    <a:pt x="36576" y="23114"/>
                  </a:lnTo>
                  <a:lnTo>
                    <a:pt x="37973" y="24384"/>
                  </a:lnTo>
                  <a:lnTo>
                    <a:pt x="59563" y="24384"/>
                  </a:lnTo>
                  <a:lnTo>
                    <a:pt x="60960" y="23114"/>
                  </a:lnTo>
                  <a:lnTo>
                    <a:pt x="60960" y="1397"/>
                  </a:lnTo>
                  <a:close/>
                </a:path>
                <a:path w="97790" h="97790">
                  <a:moveTo>
                    <a:pt x="97536" y="74549"/>
                  </a:moveTo>
                  <a:lnTo>
                    <a:pt x="96139" y="73152"/>
                  </a:lnTo>
                  <a:lnTo>
                    <a:pt x="94488" y="73152"/>
                  </a:lnTo>
                  <a:lnTo>
                    <a:pt x="74422" y="73152"/>
                  </a:lnTo>
                  <a:lnTo>
                    <a:pt x="73152" y="74549"/>
                  </a:lnTo>
                  <a:lnTo>
                    <a:pt x="73152" y="96139"/>
                  </a:lnTo>
                  <a:lnTo>
                    <a:pt x="74422" y="97536"/>
                  </a:lnTo>
                  <a:lnTo>
                    <a:pt x="96139" y="97536"/>
                  </a:lnTo>
                  <a:lnTo>
                    <a:pt x="97536" y="96139"/>
                  </a:lnTo>
                  <a:lnTo>
                    <a:pt x="97536" y="74549"/>
                  </a:lnTo>
                  <a:close/>
                </a:path>
                <a:path w="97790" h="97790">
                  <a:moveTo>
                    <a:pt x="97536" y="37973"/>
                  </a:moveTo>
                  <a:lnTo>
                    <a:pt x="96139" y="36576"/>
                  </a:lnTo>
                  <a:lnTo>
                    <a:pt x="94488" y="36576"/>
                  </a:lnTo>
                  <a:lnTo>
                    <a:pt x="74422" y="36576"/>
                  </a:lnTo>
                  <a:lnTo>
                    <a:pt x="73152" y="37973"/>
                  </a:lnTo>
                  <a:lnTo>
                    <a:pt x="73152" y="59563"/>
                  </a:lnTo>
                  <a:lnTo>
                    <a:pt x="74422" y="60960"/>
                  </a:lnTo>
                  <a:lnTo>
                    <a:pt x="96139" y="60960"/>
                  </a:lnTo>
                  <a:lnTo>
                    <a:pt x="97536" y="59563"/>
                  </a:lnTo>
                  <a:lnTo>
                    <a:pt x="97536" y="37973"/>
                  </a:lnTo>
                  <a:close/>
                </a:path>
                <a:path w="97790" h="97790">
                  <a:moveTo>
                    <a:pt x="97536" y="1397"/>
                  </a:moveTo>
                  <a:lnTo>
                    <a:pt x="96139" y="0"/>
                  </a:lnTo>
                  <a:lnTo>
                    <a:pt x="94488" y="0"/>
                  </a:lnTo>
                  <a:lnTo>
                    <a:pt x="74422" y="0"/>
                  </a:lnTo>
                  <a:lnTo>
                    <a:pt x="73152" y="1397"/>
                  </a:lnTo>
                  <a:lnTo>
                    <a:pt x="73152" y="23114"/>
                  </a:lnTo>
                  <a:lnTo>
                    <a:pt x="74422" y="24384"/>
                  </a:lnTo>
                  <a:lnTo>
                    <a:pt x="96139" y="24384"/>
                  </a:lnTo>
                  <a:lnTo>
                    <a:pt x="97536" y="23114"/>
                  </a:lnTo>
                  <a:lnTo>
                    <a:pt x="97536" y="139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841059" y="1387063"/>
              <a:ext cx="79248" cy="9143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165170" y="120113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80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79"/>
                  </a:lnTo>
                  <a:lnTo>
                    <a:pt x="2387" y="42368"/>
                  </a:lnTo>
                  <a:lnTo>
                    <a:pt x="8905" y="52054"/>
                  </a:lnTo>
                  <a:lnTo>
                    <a:pt x="18591" y="58572"/>
                  </a:lnTo>
                  <a:lnTo>
                    <a:pt x="30480" y="60959"/>
                  </a:lnTo>
                  <a:lnTo>
                    <a:pt x="42368" y="58572"/>
                  </a:lnTo>
                  <a:lnTo>
                    <a:pt x="52054" y="52054"/>
                  </a:lnTo>
                  <a:lnTo>
                    <a:pt x="58572" y="42368"/>
                  </a:lnTo>
                  <a:lnTo>
                    <a:pt x="60960" y="30479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7519243" y="1371823"/>
              <a:ext cx="3203575" cy="128270"/>
            </a:xfrm>
            <a:prstGeom prst="rect">
              <a:avLst/>
            </a:prstGeom>
            <a:ln w="24384">
              <a:solidFill>
                <a:srgbClr val="B3B3B3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208915">
                <a:lnSpc>
                  <a:spcPts val="1010"/>
                </a:lnSpc>
              </a:pPr>
              <a:r>
                <a:rPr lang="en-US" sz="1000" spc="-10" dirty="0" smtClean="0">
                  <a:solidFill>
                    <a:schemeClr val="accent1"/>
                  </a:solidFill>
                  <a:latin typeface="Microsoft Sans Serif"/>
                  <a:cs typeface="Microsoft Sans Serif"/>
                </a:rPr>
                <a:t>https://crm-rtk.pixel-minds.ru</a:t>
              </a:r>
              <a:endParaRPr sz="1000" dirty="0">
                <a:solidFill>
                  <a:schemeClr val="accent1"/>
                </a:solidFill>
                <a:latin typeface="Microsoft Sans Serif"/>
                <a:cs typeface="Microsoft Sans Serif"/>
              </a:endParaRPr>
            </a:p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74280" y="1426463"/>
              <a:ext cx="73151" cy="73151"/>
            </a:xfrm>
            <a:prstGeom prst="rect">
              <a:avLst/>
            </a:prstGeom>
          </p:spPr>
        </p:pic>
        <p:pic>
          <p:nvPicPr>
            <p:cNvPr id="32" name="Picture 35" descr="11-integration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25055" y="1677509"/>
              <a:ext cx="4017265" cy="2149200"/>
            </a:xfrm>
            <a:prstGeom prst="roundRect">
              <a:avLst/>
            </a:prstGeom>
          </p:spPr>
        </p:pic>
      </p:grpSp>
      <p:sp>
        <p:nvSpPr>
          <p:cNvPr id="36" name="TextBox 35"/>
          <p:cNvSpPr txBox="1"/>
          <p:nvPr/>
        </p:nvSpPr>
        <p:spPr>
          <a:xfrm>
            <a:off x="450051" y="5629767"/>
            <a:ext cx="5175504" cy="99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520978"/>
                </a:solidFill>
                <a:latin typeface="Montserrat"/>
              </a:rPr>
              <a:t>Kanban-</a:t>
            </a:r>
            <a:r>
              <a:rPr sz="1400" b="1" dirty="0" err="1">
                <a:solidFill>
                  <a:srgbClr val="520978"/>
                </a:solidFill>
                <a:latin typeface="Montserrat"/>
              </a:rPr>
              <a:t>доска</a:t>
            </a:r>
            <a:endParaRPr sz="1400" b="1" dirty="0">
              <a:solidFill>
                <a:srgbClr val="520978"/>
              </a:solidFill>
              <a:latin typeface="Montserrat"/>
            </a:endParaRP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dirty="0" err="1">
                <a:solidFill>
                  <a:srgbClr val="1C1D22"/>
                </a:solidFill>
                <a:latin typeface="Montserrat"/>
              </a:rPr>
              <a:t>Портфель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взаимодействий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с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фильтрами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по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вузу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и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продукту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переключением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B2B/B2C и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перемещением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карточек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по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этапам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dirty="0" err="1">
                <a:solidFill>
                  <a:srgbClr val="FF0053"/>
                </a:solidFill>
                <a:latin typeface="Montserrat"/>
              </a:rPr>
              <a:t>Демо</a:t>
            </a:r>
            <a:r>
              <a:rPr sz="1100" b="1" dirty="0">
                <a:solidFill>
                  <a:srgbClr val="FF0053"/>
                </a:solidFill>
                <a:latin typeface="Montserrat"/>
              </a:rPr>
              <a:t>: https://crm-rtk.pixel-minds.ru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3011" y="5611427"/>
            <a:ext cx="5321796" cy="99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 dirty="0" err="1">
                <a:solidFill>
                  <a:srgbClr val="520978"/>
                </a:solidFill>
                <a:latin typeface="Montserrat"/>
              </a:rPr>
              <a:t>Интеграция</a:t>
            </a:r>
            <a:r>
              <a:rPr sz="1400" b="1" dirty="0">
                <a:solidFill>
                  <a:srgbClr val="520978"/>
                </a:solidFill>
                <a:latin typeface="Montserrat"/>
              </a:rPr>
              <a:t> с LMS и CMS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dirty="0" err="1">
                <a:solidFill>
                  <a:srgbClr val="1C1D22"/>
                </a:solidFill>
                <a:latin typeface="Montserrat"/>
              </a:rPr>
              <a:t>Контракт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обмена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предпросмотр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пакета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без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записи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(dry-run) и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идемпотентный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импорт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по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номеру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договора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.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Отчёты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100" b="0" dirty="0" err="1">
                <a:solidFill>
                  <a:srgbClr val="1C1D22"/>
                </a:solidFill>
                <a:latin typeface="Montserrat"/>
              </a:rPr>
              <a:t>выгружаются</a:t>
            </a:r>
            <a:r>
              <a:rPr sz="1100" b="0" dirty="0">
                <a:solidFill>
                  <a:srgbClr val="1C1D22"/>
                </a:solidFill>
                <a:latin typeface="Montserrat"/>
              </a:rPr>
              <a:t> в XLSX, XLS, PDF и JSON.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dirty="0">
                <a:solidFill>
                  <a:srgbClr val="FF0053"/>
                </a:solidFill>
                <a:latin typeface="Montserrat"/>
              </a:rPr>
              <a:t>API: https://crm-rtk.pixel-minds.ru/api</a:t>
            </a:r>
          </a:p>
        </p:txBody>
      </p:sp>
    </p:spTree>
    <p:extLst>
      <p:ext uri="{BB962C8B-B14F-4D97-AF65-F5344CB8AC3E}">
        <p14:creationId xmlns:p14="http://schemas.microsoft.com/office/powerpoint/2010/main" val="994491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47472" y="323088"/>
            <a:ext cx="3108960" cy="622300"/>
          </a:xfrm>
          <a:custGeom>
            <a:avLst/>
            <a:gdLst/>
            <a:ahLst/>
            <a:cxnLst/>
            <a:rect l="l" t="t" r="r" b="b"/>
            <a:pathLst>
              <a:path w="3108960" h="622300">
                <a:moveTo>
                  <a:pt x="2992628" y="0"/>
                </a:moveTo>
                <a:lnTo>
                  <a:pt x="116319" y="0"/>
                </a:lnTo>
                <a:lnTo>
                  <a:pt x="71039" y="9140"/>
                </a:lnTo>
                <a:lnTo>
                  <a:pt x="34066" y="34067"/>
                </a:lnTo>
                <a:lnTo>
                  <a:pt x="9139" y="71044"/>
                </a:lnTo>
                <a:lnTo>
                  <a:pt x="0" y="116331"/>
                </a:lnTo>
                <a:lnTo>
                  <a:pt x="0" y="505459"/>
                </a:lnTo>
                <a:lnTo>
                  <a:pt x="9139" y="550747"/>
                </a:lnTo>
                <a:lnTo>
                  <a:pt x="34066" y="587724"/>
                </a:lnTo>
                <a:lnTo>
                  <a:pt x="71039" y="612651"/>
                </a:lnTo>
                <a:lnTo>
                  <a:pt x="116319" y="621791"/>
                </a:lnTo>
                <a:lnTo>
                  <a:pt x="2992628" y="621791"/>
                </a:lnTo>
                <a:lnTo>
                  <a:pt x="3037915" y="612651"/>
                </a:lnTo>
                <a:lnTo>
                  <a:pt x="3074892" y="587724"/>
                </a:lnTo>
                <a:lnTo>
                  <a:pt x="3099819" y="550747"/>
                </a:lnTo>
                <a:lnTo>
                  <a:pt x="3108960" y="505459"/>
                </a:lnTo>
                <a:lnTo>
                  <a:pt x="3108960" y="116331"/>
                </a:lnTo>
                <a:lnTo>
                  <a:pt x="3099819" y="71044"/>
                </a:lnTo>
                <a:lnTo>
                  <a:pt x="3074892" y="34067"/>
                </a:lnTo>
                <a:lnTo>
                  <a:pt x="3037915" y="9140"/>
                </a:lnTo>
                <a:lnTo>
                  <a:pt x="2992628" y="0"/>
                </a:lnTo>
                <a:close/>
              </a:path>
            </a:pathLst>
          </a:custGeom>
          <a:solidFill>
            <a:srgbClr val="FF0052"/>
          </a:solidFill>
        </p:spPr>
        <p:txBody>
          <a:bodyPr wrap="square" lIns="0" tIns="0" rIns="0" bIns="0" rtlCol="0"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Montserrat"/>
              </a:rPr>
              <a:t>Демонстрация отчётов в проекте</a:t>
            </a:r>
            <a:endParaRPr dirty="0">
              <a:solidFill>
                <a:schemeClr val="bg1"/>
              </a:solidFill>
              <a:latin typeface="Montserrat"/>
            </a:endParaRP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08812" y="349249"/>
            <a:ext cx="4857750" cy="30956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18919" y="3911853"/>
            <a:ext cx="3771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23%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00498" y="3845178"/>
            <a:ext cx="3771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25" dirty="0" smtClean="0">
                <a:solidFill>
                  <a:srgbClr val="FFFFFF"/>
                </a:solidFill>
                <a:latin typeface="Arial"/>
                <a:cs typeface="Arial"/>
              </a:rPr>
              <a:t>58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%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5415" rIns="0" bIns="0" rtlCol="0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00200"/>
            <a:ext cx="3825761" cy="414997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1567419"/>
            <a:ext cx="3886200" cy="421554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800" y="1274889"/>
            <a:ext cx="1631454" cy="480060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448235" y="5724565"/>
            <a:ext cx="11073510" cy="9709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lang="ru-RU" b="1" dirty="0" smtClean="0">
                <a:solidFill>
                  <a:srgbClr val="520978"/>
                </a:solidFill>
                <a:latin typeface="Montserrat"/>
              </a:rPr>
              <a:t>Нагрузочный прогон (локально)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ru-RU" sz="1400" b="0" dirty="0" smtClean="0">
                <a:solidFill>
                  <a:srgbClr val="6B5B78"/>
                </a:solidFill>
                <a:latin typeface="Montserrat"/>
              </a:rPr>
              <a:t>50 пользователей / 60 с: 1613 запросов, 0 ошибок, p95 — 93 </a:t>
            </a:r>
            <a:r>
              <a:rPr lang="ru-RU" sz="1400" b="0" dirty="0" err="1" smtClean="0">
                <a:solidFill>
                  <a:srgbClr val="6B5B78"/>
                </a:solidFill>
                <a:latin typeface="Montserrat"/>
              </a:rPr>
              <a:t>мс</a:t>
            </a:r>
            <a:r>
              <a:rPr lang="ru-RU" sz="1400" b="0" dirty="0" smtClean="0">
                <a:solidFill>
                  <a:srgbClr val="6B5B78"/>
                </a:solidFill>
                <a:latin typeface="Montserrat"/>
              </a:rPr>
              <a:t>. Смешанный </a:t>
            </a:r>
            <a:r>
              <a:rPr lang="ru-RU" sz="1400" b="0" dirty="0" err="1" smtClean="0">
                <a:solidFill>
                  <a:srgbClr val="6B5B78"/>
                </a:solidFill>
                <a:latin typeface="Montserrat"/>
              </a:rPr>
              <a:t>read</a:t>
            </a:r>
            <a:r>
              <a:rPr lang="ru-RU" sz="1400" b="0" dirty="0" smtClean="0">
                <a:solidFill>
                  <a:srgbClr val="6B5B78"/>
                </a:solidFill>
                <a:latin typeface="Montserrat"/>
              </a:rPr>
              <a:t>/</a:t>
            </a:r>
            <a:r>
              <a:rPr lang="ru-RU" sz="1400" b="0" dirty="0" err="1" smtClean="0">
                <a:solidFill>
                  <a:srgbClr val="6B5B78"/>
                </a:solidFill>
                <a:latin typeface="Montserrat"/>
              </a:rPr>
              <a:t>write</a:t>
            </a:r>
            <a:r>
              <a:rPr lang="ru-RU" sz="1400" b="0" dirty="0" smtClean="0">
                <a:solidFill>
                  <a:srgbClr val="6B5B78"/>
                </a:solidFill>
                <a:latin typeface="Montserrat"/>
              </a:rPr>
              <a:t>: 4673 запроса, 0 ошибок; экспорт PDF — 210 </a:t>
            </a:r>
            <a:r>
              <a:rPr lang="ru-RU" sz="1400" b="0" dirty="0" err="1" smtClean="0">
                <a:solidFill>
                  <a:srgbClr val="6B5B78"/>
                </a:solidFill>
                <a:latin typeface="Montserrat"/>
              </a:rPr>
              <a:t>мс</a:t>
            </a:r>
            <a:r>
              <a:rPr lang="ru-RU" sz="1400" b="0" dirty="0" smtClean="0">
                <a:solidFill>
                  <a:srgbClr val="6B5B78"/>
                </a:solidFill>
                <a:latin typeface="Montserrat"/>
              </a:rPr>
              <a:t>. Не является SLA </a:t>
            </a:r>
            <a:r>
              <a:rPr lang="ru-RU" sz="1400" b="0" dirty="0" err="1" smtClean="0">
                <a:solidFill>
                  <a:srgbClr val="6B5B78"/>
                </a:solidFill>
                <a:latin typeface="Montserrat"/>
              </a:rPr>
              <a:t>production</a:t>
            </a:r>
            <a:r>
              <a:rPr lang="ru-RU" sz="1400" b="0" dirty="0" smtClean="0">
                <a:solidFill>
                  <a:srgbClr val="6B5B78"/>
                </a:solidFill>
                <a:latin typeface="Montserrat"/>
              </a:rPr>
              <a:t>.</a:t>
            </a:r>
            <a:endParaRPr lang="ru-RU" sz="1400" b="0" dirty="0">
              <a:solidFill>
                <a:srgbClr val="6B5B78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086619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02336" y="4992623"/>
              <a:ext cx="11442700" cy="1362710"/>
            </a:xfrm>
            <a:custGeom>
              <a:avLst/>
              <a:gdLst/>
              <a:ahLst/>
              <a:cxnLst/>
              <a:rect l="l" t="t" r="r" b="b"/>
              <a:pathLst>
                <a:path w="11442700" h="1362710">
                  <a:moveTo>
                    <a:pt x="2737104" y="70231"/>
                  </a:moveTo>
                  <a:lnTo>
                    <a:pt x="2731592" y="42862"/>
                  </a:lnTo>
                  <a:lnTo>
                    <a:pt x="2716555" y="20548"/>
                  </a:lnTo>
                  <a:lnTo>
                    <a:pt x="2694241" y="5511"/>
                  </a:lnTo>
                  <a:lnTo>
                    <a:pt x="2666873" y="0"/>
                  </a:lnTo>
                  <a:lnTo>
                    <a:pt x="70180" y="0"/>
                  </a:lnTo>
                  <a:lnTo>
                    <a:pt x="42862" y="5511"/>
                  </a:lnTo>
                  <a:lnTo>
                    <a:pt x="20548" y="20548"/>
                  </a:lnTo>
                  <a:lnTo>
                    <a:pt x="5511" y="42862"/>
                  </a:lnTo>
                  <a:lnTo>
                    <a:pt x="0" y="70231"/>
                  </a:lnTo>
                  <a:lnTo>
                    <a:pt x="0" y="1292275"/>
                  </a:lnTo>
                  <a:lnTo>
                    <a:pt x="5511" y="1319606"/>
                  </a:lnTo>
                  <a:lnTo>
                    <a:pt x="20548" y="1341907"/>
                  </a:lnTo>
                  <a:lnTo>
                    <a:pt x="42862" y="1356944"/>
                  </a:lnTo>
                  <a:lnTo>
                    <a:pt x="70180" y="1362456"/>
                  </a:lnTo>
                  <a:lnTo>
                    <a:pt x="2666873" y="1362456"/>
                  </a:lnTo>
                  <a:lnTo>
                    <a:pt x="2694241" y="1356944"/>
                  </a:lnTo>
                  <a:lnTo>
                    <a:pt x="2716555" y="1341907"/>
                  </a:lnTo>
                  <a:lnTo>
                    <a:pt x="2731592" y="1319593"/>
                  </a:lnTo>
                  <a:lnTo>
                    <a:pt x="2737104" y="1292275"/>
                  </a:lnTo>
                  <a:lnTo>
                    <a:pt x="2737104" y="70231"/>
                  </a:lnTo>
                  <a:close/>
                </a:path>
                <a:path w="11442700" h="1362710">
                  <a:moveTo>
                    <a:pt x="5638800" y="70231"/>
                  </a:moveTo>
                  <a:lnTo>
                    <a:pt x="5633288" y="42862"/>
                  </a:lnTo>
                  <a:lnTo>
                    <a:pt x="5618251" y="20548"/>
                  </a:lnTo>
                  <a:lnTo>
                    <a:pt x="5595937" y="5511"/>
                  </a:lnTo>
                  <a:lnTo>
                    <a:pt x="5568569" y="0"/>
                  </a:lnTo>
                  <a:lnTo>
                    <a:pt x="2971927" y="0"/>
                  </a:lnTo>
                  <a:lnTo>
                    <a:pt x="2944545" y="5511"/>
                  </a:lnTo>
                  <a:lnTo>
                    <a:pt x="2922232" y="20548"/>
                  </a:lnTo>
                  <a:lnTo>
                    <a:pt x="2907195" y="42862"/>
                  </a:lnTo>
                  <a:lnTo>
                    <a:pt x="2901696" y="70231"/>
                  </a:lnTo>
                  <a:lnTo>
                    <a:pt x="2901696" y="1292275"/>
                  </a:lnTo>
                  <a:lnTo>
                    <a:pt x="2907195" y="1319606"/>
                  </a:lnTo>
                  <a:lnTo>
                    <a:pt x="2922232" y="1341907"/>
                  </a:lnTo>
                  <a:lnTo>
                    <a:pt x="2944558" y="1356944"/>
                  </a:lnTo>
                  <a:lnTo>
                    <a:pt x="2971927" y="1362456"/>
                  </a:lnTo>
                  <a:lnTo>
                    <a:pt x="5568569" y="1362456"/>
                  </a:lnTo>
                  <a:lnTo>
                    <a:pt x="5595925" y="1356944"/>
                  </a:lnTo>
                  <a:lnTo>
                    <a:pt x="5618251" y="1341907"/>
                  </a:lnTo>
                  <a:lnTo>
                    <a:pt x="5633288" y="1319593"/>
                  </a:lnTo>
                  <a:lnTo>
                    <a:pt x="5638800" y="1292275"/>
                  </a:lnTo>
                  <a:lnTo>
                    <a:pt x="5638800" y="70231"/>
                  </a:lnTo>
                  <a:close/>
                </a:path>
                <a:path w="11442700" h="1362710">
                  <a:moveTo>
                    <a:pt x="8540496" y="70231"/>
                  </a:moveTo>
                  <a:lnTo>
                    <a:pt x="8534984" y="42862"/>
                  </a:lnTo>
                  <a:lnTo>
                    <a:pt x="8519947" y="20548"/>
                  </a:lnTo>
                  <a:lnTo>
                    <a:pt x="8497633" y="5511"/>
                  </a:lnTo>
                  <a:lnTo>
                    <a:pt x="8470265" y="0"/>
                  </a:lnTo>
                  <a:lnTo>
                    <a:pt x="5870575" y="0"/>
                  </a:lnTo>
                  <a:lnTo>
                    <a:pt x="5843206" y="5511"/>
                  </a:lnTo>
                  <a:lnTo>
                    <a:pt x="5820880" y="20548"/>
                  </a:lnTo>
                  <a:lnTo>
                    <a:pt x="5805843" y="42862"/>
                  </a:lnTo>
                  <a:lnTo>
                    <a:pt x="5800344" y="70231"/>
                  </a:lnTo>
                  <a:lnTo>
                    <a:pt x="5800344" y="1292275"/>
                  </a:lnTo>
                  <a:lnTo>
                    <a:pt x="5805843" y="1319606"/>
                  </a:lnTo>
                  <a:lnTo>
                    <a:pt x="5820880" y="1341907"/>
                  </a:lnTo>
                  <a:lnTo>
                    <a:pt x="5843206" y="1356944"/>
                  </a:lnTo>
                  <a:lnTo>
                    <a:pt x="5870575" y="1362456"/>
                  </a:lnTo>
                  <a:lnTo>
                    <a:pt x="8470265" y="1362456"/>
                  </a:lnTo>
                  <a:lnTo>
                    <a:pt x="8497633" y="1356944"/>
                  </a:lnTo>
                  <a:lnTo>
                    <a:pt x="8519947" y="1341907"/>
                  </a:lnTo>
                  <a:lnTo>
                    <a:pt x="8534984" y="1319593"/>
                  </a:lnTo>
                  <a:lnTo>
                    <a:pt x="8540496" y="1292275"/>
                  </a:lnTo>
                  <a:lnTo>
                    <a:pt x="8540496" y="70231"/>
                  </a:lnTo>
                  <a:close/>
                </a:path>
                <a:path w="11442700" h="1362710">
                  <a:moveTo>
                    <a:pt x="11442192" y="70231"/>
                  </a:moveTo>
                  <a:lnTo>
                    <a:pt x="11436680" y="42862"/>
                  </a:lnTo>
                  <a:lnTo>
                    <a:pt x="11421643" y="20548"/>
                  </a:lnTo>
                  <a:lnTo>
                    <a:pt x="11399330" y="5511"/>
                  </a:lnTo>
                  <a:lnTo>
                    <a:pt x="11371961" y="0"/>
                  </a:lnTo>
                  <a:lnTo>
                    <a:pt x="8772271" y="0"/>
                  </a:lnTo>
                  <a:lnTo>
                    <a:pt x="8744902" y="5511"/>
                  </a:lnTo>
                  <a:lnTo>
                    <a:pt x="8722576" y="20548"/>
                  </a:lnTo>
                  <a:lnTo>
                    <a:pt x="8707539" y="42862"/>
                  </a:lnTo>
                  <a:lnTo>
                    <a:pt x="8702040" y="70231"/>
                  </a:lnTo>
                  <a:lnTo>
                    <a:pt x="8702040" y="1292275"/>
                  </a:lnTo>
                  <a:lnTo>
                    <a:pt x="8707539" y="1319606"/>
                  </a:lnTo>
                  <a:lnTo>
                    <a:pt x="8722576" y="1341907"/>
                  </a:lnTo>
                  <a:lnTo>
                    <a:pt x="8744902" y="1356944"/>
                  </a:lnTo>
                  <a:lnTo>
                    <a:pt x="8772271" y="1362456"/>
                  </a:lnTo>
                  <a:lnTo>
                    <a:pt x="11371961" y="1362456"/>
                  </a:lnTo>
                  <a:lnTo>
                    <a:pt x="11399317" y="1356944"/>
                  </a:lnTo>
                  <a:lnTo>
                    <a:pt x="11421643" y="1341907"/>
                  </a:lnTo>
                  <a:lnTo>
                    <a:pt x="11436680" y="1319593"/>
                  </a:lnTo>
                  <a:lnTo>
                    <a:pt x="11442192" y="1292275"/>
                  </a:lnTo>
                  <a:lnTo>
                    <a:pt x="11442192" y="702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347472" y="323088"/>
              <a:ext cx="3108960" cy="622300"/>
            </a:xfrm>
            <a:custGeom>
              <a:avLst/>
              <a:gdLst/>
              <a:ahLst/>
              <a:cxnLst/>
              <a:rect l="l" t="t" r="r" b="b"/>
              <a:pathLst>
                <a:path w="3108960" h="622300">
                  <a:moveTo>
                    <a:pt x="2992628" y="0"/>
                  </a:moveTo>
                  <a:lnTo>
                    <a:pt x="116319" y="0"/>
                  </a:lnTo>
                  <a:lnTo>
                    <a:pt x="71039" y="9140"/>
                  </a:lnTo>
                  <a:lnTo>
                    <a:pt x="34066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6" y="587724"/>
                  </a:lnTo>
                  <a:lnTo>
                    <a:pt x="71039" y="612651"/>
                  </a:lnTo>
                  <a:lnTo>
                    <a:pt x="116319" y="621791"/>
                  </a:lnTo>
                  <a:lnTo>
                    <a:pt x="2992628" y="621791"/>
                  </a:lnTo>
                  <a:lnTo>
                    <a:pt x="3037915" y="612651"/>
                  </a:lnTo>
                  <a:lnTo>
                    <a:pt x="3074892" y="587724"/>
                  </a:lnTo>
                  <a:lnTo>
                    <a:pt x="3099819" y="550747"/>
                  </a:lnTo>
                  <a:lnTo>
                    <a:pt x="3108960" y="505459"/>
                  </a:lnTo>
                  <a:lnTo>
                    <a:pt x="3108960" y="116331"/>
                  </a:lnTo>
                  <a:lnTo>
                    <a:pt x="3099819" y="71044"/>
                  </a:lnTo>
                  <a:lnTo>
                    <a:pt x="3074892" y="34067"/>
                  </a:lnTo>
                  <a:lnTo>
                    <a:pt x="3037915" y="9140"/>
                  </a:lnTo>
                  <a:lnTo>
                    <a:pt x="2992628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36000" rIns="0" bIns="0" rtlCol="0"/>
            <a:lstStyle/>
            <a:p>
              <a:pPr algn="ctr"/>
              <a:r>
                <a:rPr lang="ru-RU" dirty="0" smtClean="0">
                  <a:solidFill>
                    <a:schemeClr val="bg1"/>
                  </a:solidFill>
                </a:rPr>
                <a:t>Демонстрация проекта на мобильном устройстве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019161" y="1083182"/>
              <a:ext cx="1839341" cy="3752596"/>
            </a:xfrm>
            <a:custGeom>
              <a:avLst/>
              <a:gdLst/>
              <a:ahLst/>
              <a:cxnLst/>
              <a:rect l="l" t="t" r="r" b="b"/>
              <a:pathLst>
                <a:path w="1789430" h="3731260">
                  <a:moveTo>
                    <a:pt x="1789188" y="252857"/>
                  </a:moveTo>
                  <a:lnTo>
                    <a:pt x="1785099" y="207429"/>
                  </a:lnTo>
                  <a:lnTo>
                    <a:pt x="1773339" y="164668"/>
                  </a:lnTo>
                  <a:lnTo>
                    <a:pt x="1764423" y="145923"/>
                  </a:lnTo>
                  <a:lnTo>
                    <a:pt x="1764423" y="261747"/>
                  </a:lnTo>
                  <a:lnTo>
                    <a:pt x="1764423" y="3470402"/>
                  </a:lnTo>
                  <a:lnTo>
                    <a:pt x="1759724" y="3516922"/>
                  </a:lnTo>
                  <a:lnTo>
                    <a:pt x="1745881" y="3561423"/>
                  </a:lnTo>
                  <a:lnTo>
                    <a:pt x="1745348" y="3562400"/>
                  </a:lnTo>
                  <a:lnTo>
                    <a:pt x="1758835" y="3519005"/>
                  </a:lnTo>
                  <a:lnTo>
                    <a:pt x="1763661" y="3471164"/>
                  </a:lnTo>
                  <a:lnTo>
                    <a:pt x="1763661" y="261747"/>
                  </a:lnTo>
                  <a:lnTo>
                    <a:pt x="1758835" y="213918"/>
                  </a:lnTo>
                  <a:lnTo>
                    <a:pt x="1751469" y="190220"/>
                  </a:lnTo>
                  <a:lnTo>
                    <a:pt x="1751469" y="268859"/>
                  </a:lnTo>
                  <a:lnTo>
                    <a:pt x="1751342" y="3464064"/>
                  </a:lnTo>
                  <a:lnTo>
                    <a:pt x="1746618" y="3510864"/>
                  </a:lnTo>
                  <a:lnTo>
                    <a:pt x="1733080" y="3554450"/>
                  </a:lnTo>
                  <a:lnTo>
                    <a:pt x="1711667" y="3593884"/>
                  </a:lnTo>
                  <a:lnTo>
                    <a:pt x="1683296" y="3628237"/>
                  </a:lnTo>
                  <a:lnTo>
                    <a:pt x="1648917" y="3656584"/>
                  </a:lnTo>
                  <a:lnTo>
                    <a:pt x="1609458" y="3677983"/>
                  </a:lnTo>
                  <a:lnTo>
                    <a:pt x="1565859" y="3691496"/>
                  </a:lnTo>
                  <a:lnTo>
                    <a:pt x="1519059" y="3696208"/>
                  </a:lnTo>
                  <a:lnTo>
                    <a:pt x="268871" y="3696208"/>
                  </a:lnTo>
                  <a:lnTo>
                    <a:pt x="222059" y="3691496"/>
                  </a:lnTo>
                  <a:lnTo>
                    <a:pt x="178460" y="3677983"/>
                  </a:lnTo>
                  <a:lnTo>
                    <a:pt x="139014" y="3656584"/>
                  </a:lnTo>
                  <a:lnTo>
                    <a:pt x="104635" y="3628237"/>
                  </a:lnTo>
                  <a:lnTo>
                    <a:pt x="76276" y="3593884"/>
                  </a:lnTo>
                  <a:lnTo>
                    <a:pt x="54864" y="3554450"/>
                  </a:lnTo>
                  <a:lnTo>
                    <a:pt x="41325" y="3510864"/>
                  </a:lnTo>
                  <a:lnTo>
                    <a:pt x="36614" y="3464064"/>
                  </a:lnTo>
                  <a:lnTo>
                    <a:pt x="36614" y="268859"/>
                  </a:lnTo>
                  <a:lnTo>
                    <a:pt x="41325" y="222097"/>
                  </a:lnTo>
                  <a:lnTo>
                    <a:pt x="54851" y="178536"/>
                  </a:lnTo>
                  <a:lnTo>
                    <a:pt x="76250" y="139103"/>
                  </a:lnTo>
                  <a:lnTo>
                    <a:pt x="104597" y="104736"/>
                  </a:lnTo>
                  <a:lnTo>
                    <a:pt x="138976" y="76377"/>
                  </a:lnTo>
                  <a:lnTo>
                    <a:pt x="178435" y="54965"/>
                  </a:lnTo>
                  <a:lnTo>
                    <a:pt x="222046" y="41427"/>
                  </a:lnTo>
                  <a:lnTo>
                    <a:pt x="268871" y="36703"/>
                  </a:lnTo>
                  <a:lnTo>
                    <a:pt x="1519186" y="36703"/>
                  </a:lnTo>
                  <a:lnTo>
                    <a:pt x="1565986" y="41427"/>
                  </a:lnTo>
                  <a:lnTo>
                    <a:pt x="1609585" y="54965"/>
                  </a:lnTo>
                  <a:lnTo>
                    <a:pt x="1649044" y="76377"/>
                  </a:lnTo>
                  <a:lnTo>
                    <a:pt x="1683423" y="104736"/>
                  </a:lnTo>
                  <a:lnTo>
                    <a:pt x="1711794" y="139103"/>
                  </a:lnTo>
                  <a:lnTo>
                    <a:pt x="1733207" y="178536"/>
                  </a:lnTo>
                  <a:lnTo>
                    <a:pt x="1746745" y="222097"/>
                  </a:lnTo>
                  <a:lnTo>
                    <a:pt x="1751469" y="268859"/>
                  </a:lnTo>
                  <a:lnTo>
                    <a:pt x="1751469" y="190220"/>
                  </a:lnTo>
                  <a:lnTo>
                    <a:pt x="1723110" y="129057"/>
                  </a:lnTo>
                  <a:lnTo>
                    <a:pt x="1694129" y="93916"/>
                  </a:lnTo>
                  <a:lnTo>
                    <a:pt x="1658988" y="64935"/>
                  </a:lnTo>
                  <a:lnTo>
                    <a:pt x="1618678" y="43053"/>
                  </a:lnTo>
                  <a:lnTo>
                    <a:pt x="1574355" y="29286"/>
                  </a:lnTo>
                  <a:lnTo>
                    <a:pt x="1574888" y="29337"/>
                  </a:lnTo>
                  <a:lnTo>
                    <a:pt x="1619440" y="43154"/>
                  </a:lnTo>
                  <a:lnTo>
                    <a:pt x="1659750" y="65024"/>
                  </a:lnTo>
                  <a:lnTo>
                    <a:pt x="1694891" y="93980"/>
                  </a:lnTo>
                  <a:lnTo>
                    <a:pt x="1723872" y="129095"/>
                  </a:lnTo>
                  <a:lnTo>
                    <a:pt x="1745754" y="169392"/>
                  </a:lnTo>
                  <a:lnTo>
                    <a:pt x="1759597" y="213931"/>
                  </a:lnTo>
                  <a:lnTo>
                    <a:pt x="1764423" y="261747"/>
                  </a:lnTo>
                  <a:lnTo>
                    <a:pt x="1764423" y="145923"/>
                  </a:lnTo>
                  <a:lnTo>
                    <a:pt x="1729613" y="89979"/>
                  </a:lnTo>
                  <a:lnTo>
                    <a:pt x="1699094" y="59499"/>
                  </a:lnTo>
                  <a:lnTo>
                    <a:pt x="1663738" y="34544"/>
                  </a:lnTo>
                  <a:lnTo>
                    <a:pt x="1624291" y="15836"/>
                  </a:lnTo>
                  <a:lnTo>
                    <a:pt x="1581454" y="4076"/>
                  </a:lnTo>
                  <a:lnTo>
                    <a:pt x="1535950" y="0"/>
                  </a:lnTo>
                  <a:lnTo>
                    <a:pt x="253123" y="0"/>
                  </a:lnTo>
                  <a:lnTo>
                    <a:pt x="207632" y="4076"/>
                  </a:lnTo>
                  <a:lnTo>
                    <a:pt x="164807" y="15836"/>
                  </a:lnTo>
                  <a:lnTo>
                    <a:pt x="125387" y="34544"/>
                  </a:lnTo>
                  <a:lnTo>
                    <a:pt x="90055" y="59499"/>
                  </a:lnTo>
                  <a:lnTo>
                    <a:pt x="59537" y="89979"/>
                  </a:lnTo>
                  <a:lnTo>
                    <a:pt x="34556" y="125272"/>
                  </a:lnTo>
                  <a:lnTo>
                    <a:pt x="15836" y="164668"/>
                  </a:lnTo>
                  <a:lnTo>
                    <a:pt x="4076" y="207429"/>
                  </a:lnTo>
                  <a:lnTo>
                    <a:pt x="0" y="252857"/>
                  </a:lnTo>
                  <a:lnTo>
                    <a:pt x="0" y="3477895"/>
                  </a:lnTo>
                  <a:lnTo>
                    <a:pt x="4076" y="3523361"/>
                  </a:lnTo>
                  <a:lnTo>
                    <a:pt x="15836" y="3566147"/>
                  </a:lnTo>
                  <a:lnTo>
                    <a:pt x="34556" y="3605542"/>
                  </a:lnTo>
                  <a:lnTo>
                    <a:pt x="59537" y="3640836"/>
                  </a:lnTo>
                  <a:lnTo>
                    <a:pt x="90055" y="3671303"/>
                  </a:lnTo>
                  <a:lnTo>
                    <a:pt x="125387" y="3696246"/>
                  </a:lnTo>
                  <a:lnTo>
                    <a:pt x="164807" y="3714940"/>
                  </a:lnTo>
                  <a:lnTo>
                    <a:pt x="207632" y="3726688"/>
                  </a:lnTo>
                  <a:lnTo>
                    <a:pt x="253123" y="3730752"/>
                  </a:lnTo>
                  <a:lnTo>
                    <a:pt x="1535950" y="3730752"/>
                  </a:lnTo>
                  <a:lnTo>
                    <a:pt x="1581454" y="3726688"/>
                  </a:lnTo>
                  <a:lnTo>
                    <a:pt x="1624291" y="3714940"/>
                  </a:lnTo>
                  <a:lnTo>
                    <a:pt x="1642643" y="3706241"/>
                  </a:lnTo>
                  <a:lnTo>
                    <a:pt x="1663738" y="3696246"/>
                  </a:lnTo>
                  <a:lnTo>
                    <a:pt x="1699094" y="3671303"/>
                  </a:lnTo>
                  <a:lnTo>
                    <a:pt x="1729613" y="3640836"/>
                  </a:lnTo>
                  <a:lnTo>
                    <a:pt x="1754606" y="3605542"/>
                  </a:lnTo>
                  <a:lnTo>
                    <a:pt x="1773339" y="3566147"/>
                  </a:lnTo>
                  <a:lnTo>
                    <a:pt x="1785099" y="3523361"/>
                  </a:lnTo>
                  <a:lnTo>
                    <a:pt x="1789188" y="3477895"/>
                  </a:lnTo>
                  <a:lnTo>
                    <a:pt x="1789188" y="252857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43533" y="1125855"/>
              <a:ext cx="1739264" cy="3686810"/>
            </a:xfrm>
            <a:custGeom>
              <a:avLst/>
              <a:gdLst/>
              <a:ahLst/>
              <a:cxnLst/>
              <a:rect l="l" t="t" r="r" b="b"/>
              <a:pathLst>
                <a:path w="1739264" h="3686810">
                  <a:moveTo>
                    <a:pt x="1500530" y="0"/>
                  </a:moveTo>
                  <a:lnTo>
                    <a:pt x="238150" y="0"/>
                  </a:lnTo>
                  <a:lnTo>
                    <a:pt x="190199" y="4857"/>
                  </a:lnTo>
                  <a:lnTo>
                    <a:pt x="145509" y="18782"/>
                  </a:lnTo>
                  <a:lnTo>
                    <a:pt x="105046" y="40806"/>
                  </a:lnTo>
                  <a:lnTo>
                    <a:pt x="69778" y="69961"/>
                  </a:lnTo>
                  <a:lnTo>
                    <a:pt x="40672" y="105277"/>
                  </a:lnTo>
                  <a:lnTo>
                    <a:pt x="18696" y="145786"/>
                  </a:lnTo>
                  <a:lnTo>
                    <a:pt x="4816" y="190518"/>
                  </a:lnTo>
                  <a:lnTo>
                    <a:pt x="0" y="238506"/>
                  </a:lnTo>
                  <a:lnTo>
                    <a:pt x="0" y="3448050"/>
                  </a:lnTo>
                  <a:lnTo>
                    <a:pt x="4798" y="3495611"/>
                  </a:lnTo>
                  <a:lnTo>
                    <a:pt x="4845" y="3496073"/>
                  </a:lnTo>
                  <a:lnTo>
                    <a:pt x="18739" y="3540823"/>
                  </a:lnTo>
                  <a:lnTo>
                    <a:pt x="40717" y="3581334"/>
                  </a:lnTo>
                  <a:lnTo>
                    <a:pt x="69816" y="3616642"/>
                  </a:lnTo>
                  <a:lnTo>
                    <a:pt x="105073" y="3645783"/>
                  </a:lnTo>
                  <a:lnTo>
                    <a:pt x="145523" y="3667791"/>
                  </a:lnTo>
                  <a:lnTo>
                    <a:pt x="190203" y="3681704"/>
                  </a:lnTo>
                  <a:lnTo>
                    <a:pt x="238150" y="3686556"/>
                  </a:lnTo>
                  <a:lnTo>
                    <a:pt x="1500530" y="3686556"/>
                  </a:lnTo>
                  <a:lnTo>
                    <a:pt x="1523090" y="3684270"/>
                  </a:lnTo>
                  <a:lnTo>
                    <a:pt x="238023" y="3684270"/>
                  </a:lnTo>
                  <a:lnTo>
                    <a:pt x="190629" y="3679464"/>
                  </a:lnTo>
                  <a:lnTo>
                    <a:pt x="146416" y="3665684"/>
                  </a:lnTo>
                  <a:lnTo>
                    <a:pt x="106383" y="3643885"/>
                  </a:lnTo>
                  <a:lnTo>
                    <a:pt x="71479" y="3615023"/>
                  </a:lnTo>
                  <a:lnTo>
                    <a:pt x="42659" y="3580053"/>
                  </a:lnTo>
                  <a:lnTo>
                    <a:pt x="20882" y="3539930"/>
                  </a:lnTo>
                  <a:lnTo>
                    <a:pt x="7107" y="3495611"/>
                  </a:lnTo>
                  <a:lnTo>
                    <a:pt x="2298" y="3448050"/>
                  </a:lnTo>
                  <a:lnTo>
                    <a:pt x="2298" y="238506"/>
                  </a:lnTo>
                  <a:lnTo>
                    <a:pt x="7099" y="191028"/>
                  </a:lnTo>
                  <a:lnTo>
                    <a:pt x="20861" y="146772"/>
                  </a:lnTo>
                  <a:lnTo>
                    <a:pt x="42621" y="106694"/>
                  </a:lnTo>
                  <a:lnTo>
                    <a:pt x="71418" y="71754"/>
                  </a:lnTo>
                  <a:lnTo>
                    <a:pt x="106287" y="42911"/>
                  </a:lnTo>
                  <a:lnTo>
                    <a:pt x="146253" y="21121"/>
                  </a:lnTo>
                  <a:lnTo>
                    <a:pt x="146106" y="21121"/>
                  </a:lnTo>
                  <a:lnTo>
                    <a:pt x="190299" y="7345"/>
                  </a:lnTo>
                  <a:lnTo>
                    <a:pt x="189489" y="7345"/>
                  </a:lnTo>
                  <a:lnTo>
                    <a:pt x="236897" y="2540"/>
                  </a:lnTo>
                  <a:lnTo>
                    <a:pt x="1525624" y="2540"/>
                  </a:lnTo>
                  <a:lnTo>
                    <a:pt x="1500530" y="0"/>
                  </a:lnTo>
                  <a:close/>
                </a:path>
                <a:path w="1739264" h="3686810">
                  <a:moveTo>
                    <a:pt x="1525624" y="2540"/>
                  </a:moveTo>
                  <a:lnTo>
                    <a:pt x="1500530" y="2540"/>
                  </a:lnTo>
                  <a:lnTo>
                    <a:pt x="1547960" y="7345"/>
                  </a:lnTo>
                  <a:lnTo>
                    <a:pt x="1592170" y="21121"/>
                  </a:lnTo>
                  <a:lnTo>
                    <a:pt x="1632205" y="42911"/>
                  </a:lnTo>
                  <a:lnTo>
                    <a:pt x="1667106" y="71754"/>
                  </a:lnTo>
                  <a:lnTo>
                    <a:pt x="1695918" y="106694"/>
                  </a:lnTo>
                  <a:lnTo>
                    <a:pt x="1717682" y="146772"/>
                  </a:lnTo>
                  <a:lnTo>
                    <a:pt x="1731442" y="191028"/>
                  </a:lnTo>
                  <a:lnTo>
                    <a:pt x="1736242" y="238506"/>
                  </a:lnTo>
                  <a:lnTo>
                    <a:pt x="1736242" y="3448050"/>
                  </a:lnTo>
                  <a:lnTo>
                    <a:pt x="1731442" y="3495611"/>
                  </a:lnTo>
                  <a:lnTo>
                    <a:pt x="1717682" y="3539930"/>
                  </a:lnTo>
                  <a:lnTo>
                    <a:pt x="1695918" y="3580053"/>
                  </a:lnTo>
                  <a:lnTo>
                    <a:pt x="1667106" y="3615023"/>
                  </a:lnTo>
                  <a:lnTo>
                    <a:pt x="1632205" y="3643885"/>
                  </a:lnTo>
                  <a:lnTo>
                    <a:pt x="1592170" y="3665684"/>
                  </a:lnTo>
                  <a:lnTo>
                    <a:pt x="1547960" y="3679464"/>
                  </a:lnTo>
                  <a:lnTo>
                    <a:pt x="1500530" y="3684270"/>
                  </a:lnTo>
                  <a:lnTo>
                    <a:pt x="1523090" y="3684270"/>
                  </a:lnTo>
                  <a:lnTo>
                    <a:pt x="1593073" y="3667791"/>
                  </a:lnTo>
                  <a:lnTo>
                    <a:pt x="1633508" y="3645783"/>
                  </a:lnTo>
                  <a:lnTo>
                    <a:pt x="1668760" y="3616642"/>
                  </a:lnTo>
                  <a:lnTo>
                    <a:pt x="1697864" y="3581334"/>
                  </a:lnTo>
                  <a:lnTo>
                    <a:pt x="1719856" y="3540823"/>
                  </a:lnTo>
                  <a:lnTo>
                    <a:pt x="1733771" y="3496073"/>
                  </a:lnTo>
                  <a:lnTo>
                    <a:pt x="1738642" y="3448050"/>
                  </a:lnTo>
                  <a:lnTo>
                    <a:pt x="1738655" y="238506"/>
                  </a:lnTo>
                  <a:lnTo>
                    <a:pt x="1733864" y="191028"/>
                  </a:lnTo>
                  <a:lnTo>
                    <a:pt x="1719931" y="145786"/>
                  </a:lnTo>
                  <a:lnTo>
                    <a:pt x="1697966" y="105277"/>
                  </a:lnTo>
                  <a:lnTo>
                    <a:pt x="1668876" y="69961"/>
                  </a:lnTo>
                  <a:lnTo>
                    <a:pt x="1633623" y="40806"/>
                  </a:lnTo>
                  <a:lnTo>
                    <a:pt x="1593170" y="18782"/>
                  </a:lnTo>
                  <a:lnTo>
                    <a:pt x="1548481" y="4857"/>
                  </a:lnTo>
                  <a:lnTo>
                    <a:pt x="1525624" y="2540"/>
                  </a:lnTo>
                  <a:close/>
                </a:path>
                <a:path w="1739264" h="3686810">
                  <a:moveTo>
                    <a:pt x="1493418" y="12319"/>
                  </a:moveTo>
                  <a:lnTo>
                    <a:pt x="245262" y="12319"/>
                  </a:lnTo>
                  <a:lnTo>
                    <a:pt x="198362" y="17072"/>
                  </a:lnTo>
                  <a:lnTo>
                    <a:pt x="154647" y="30700"/>
                  </a:lnTo>
                  <a:lnTo>
                    <a:pt x="115063" y="52254"/>
                  </a:lnTo>
                  <a:lnTo>
                    <a:pt x="80556" y="80787"/>
                  </a:lnTo>
                  <a:lnTo>
                    <a:pt x="52070" y="115351"/>
                  </a:lnTo>
                  <a:lnTo>
                    <a:pt x="30553" y="154997"/>
                  </a:lnTo>
                  <a:lnTo>
                    <a:pt x="16949" y="198778"/>
                  </a:lnTo>
                  <a:lnTo>
                    <a:pt x="12204" y="245745"/>
                  </a:lnTo>
                  <a:lnTo>
                    <a:pt x="12204" y="3440938"/>
                  </a:lnTo>
                  <a:lnTo>
                    <a:pt x="16886" y="3487309"/>
                  </a:lnTo>
                  <a:lnTo>
                    <a:pt x="16945" y="3487899"/>
                  </a:lnTo>
                  <a:lnTo>
                    <a:pt x="30540" y="3531665"/>
                  </a:lnTo>
                  <a:lnTo>
                    <a:pt x="52047" y="3571291"/>
                  </a:lnTo>
                  <a:lnTo>
                    <a:pt x="80522" y="3605831"/>
                  </a:lnTo>
                  <a:lnTo>
                    <a:pt x="115024" y="3634341"/>
                  </a:lnTo>
                  <a:lnTo>
                    <a:pt x="154609" y="3655875"/>
                  </a:lnTo>
                  <a:lnTo>
                    <a:pt x="198336" y="3669489"/>
                  </a:lnTo>
                  <a:lnTo>
                    <a:pt x="245262" y="3674237"/>
                  </a:lnTo>
                  <a:lnTo>
                    <a:pt x="1493418" y="3674237"/>
                  </a:lnTo>
                  <a:lnTo>
                    <a:pt x="1517238" y="3671824"/>
                  </a:lnTo>
                  <a:lnTo>
                    <a:pt x="245262" y="3671824"/>
                  </a:lnTo>
                  <a:lnTo>
                    <a:pt x="198826" y="3667122"/>
                  </a:lnTo>
                  <a:lnTo>
                    <a:pt x="155552" y="3653641"/>
                  </a:lnTo>
                  <a:lnTo>
                    <a:pt x="116375" y="3632316"/>
                  </a:lnTo>
                  <a:lnTo>
                    <a:pt x="82227" y="3604085"/>
                  </a:lnTo>
                  <a:lnTo>
                    <a:pt x="54043" y="3569882"/>
                  </a:lnTo>
                  <a:lnTo>
                    <a:pt x="32755" y="3530645"/>
                  </a:lnTo>
                  <a:lnTo>
                    <a:pt x="19298" y="3487309"/>
                  </a:lnTo>
                  <a:lnTo>
                    <a:pt x="14617" y="3440938"/>
                  </a:lnTo>
                  <a:lnTo>
                    <a:pt x="14604" y="245745"/>
                  </a:lnTo>
                  <a:lnTo>
                    <a:pt x="19298" y="199246"/>
                  </a:lnTo>
                  <a:lnTo>
                    <a:pt x="32755" y="155910"/>
                  </a:lnTo>
                  <a:lnTo>
                    <a:pt x="54043" y="116673"/>
                  </a:lnTo>
                  <a:lnTo>
                    <a:pt x="82227" y="82470"/>
                  </a:lnTo>
                  <a:lnTo>
                    <a:pt x="116375" y="54239"/>
                  </a:lnTo>
                  <a:lnTo>
                    <a:pt x="155552" y="32914"/>
                  </a:lnTo>
                  <a:lnTo>
                    <a:pt x="198826" y="19433"/>
                  </a:lnTo>
                  <a:lnTo>
                    <a:pt x="245262" y="14732"/>
                  </a:lnTo>
                  <a:lnTo>
                    <a:pt x="1517231" y="14732"/>
                  </a:lnTo>
                  <a:lnTo>
                    <a:pt x="1493418" y="12319"/>
                  </a:lnTo>
                  <a:close/>
                </a:path>
                <a:path w="1739264" h="3686810">
                  <a:moveTo>
                    <a:pt x="1517231" y="14732"/>
                  </a:moveTo>
                  <a:lnTo>
                    <a:pt x="1493418" y="14732"/>
                  </a:lnTo>
                  <a:lnTo>
                    <a:pt x="1539822" y="19433"/>
                  </a:lnTo>
                  <a:lnTo>
                    <a:pt x="1583066" y="32914"/>
                  </a:lnTo>
                  <a:lnTo>
                    <a:pt x="1622217" y="54239"/>
                  </a:lnTo>
                  <a:lnTo>
                    <a:pt x="1656343" y="82470"/>
                  </a:lnTo>
                  <a:lnTo>
                    <a:pt x="1684509" y="116673"/>
                  </a:lnTo>
                  <a:lnTo>
                    <a:pt x="1705784" y="155910"/>
                  </a:lnTo>
                  <a:lnTo>
                    <a:pt x="1719233" y="199246"/>
                  </a:lnTo>
                  <a:lnTo>
                    <a:pt x="1723923" y="245745"/>
                  </a:lnTo>
                  <a:lnTo>
                    <a:pt x="1723910" y="3440938"/>
                  </a:lnTo>
                  <a:lnTo>
                    <a:pt x="1719233" y="3487309"/>
                  </a:lnTo>
                  <a:lnTo>
                    <a:pt x="1705784" y="3530645"/>
                  </a:lnTo>
                  <a:lnTo>
                    <a:pt x="1684509" y="3569882"/>
                  </a:lnTo>
                  <a:lnTo>
                    <a:pt x="1656343" y="3604085"/>
                  </a:lnTo>
                  <a:lnTo>
                    <a:pt x="1622217" y="3632316"/>
                  </a:lnTo>
                  <a:lnTo>
                    <a:pt x="1583066" y="3653641"/>
                  </a:lnTo>
                  <a:lnTo>
                    <a:pt x="1539822" y="3667122"/>
                  </a:lnTo>
                  <a:lnTo>
                    <a:pt x="1493418" y="3671824"/>
                  </a:lnTo>
                  <a:lnTo>
                    <a:pt x="1517238" y="3671824"/>
                  </a:lnTo>
                  <a:lnTo>
                    <a:pt x="1583972" y="3655875"/>
                  </a:lnTo>
                  <a:lnTo>
                    <a:pt x="1623527" y="3634341"/>
                  </a:lnTo>
                  <a:lnTo>
                    <a:pt x="1658007" y="3605831"/>
                  </a:lnTo>
                  <a:lnTo>
                    <a:pt x="1686468" y="3571291"/>
                  </a:lnTo>
                  <a:lnTo>
                    <a:pt x="1707969" y="3531665"/>
                  </a:lnTo>
                  <a:lnTo>
                    <a:pt x="1721568" y="3487899"/>
                  </a:lnTo>
                  <a:lnTo>
                    <a:pt x="1726323" y="3440938"/>
                  </a:lnTo>
                  <a:lnTo>
                    <a:pt x="1726336" y="245745"/>
                  </a:lnTo>
                  <a:lnTo>
                    <a:pt x="1721646" y="199246"/>
                  </a:lnTo>
                  <a:lnTo>
                    <a:pt x="1708016" y="154997"/>
                  </a:lnTo>
                  <a:lnTo>
                    <a:pt x="1686527" y="115351"/>
                  </a:lnTo>
                  <a:lnTo>
                    <a:pt x="1658073" y="80787"/>
                  </a:lnTo>
                  <a:lnTo>
                    <a:pt x="1623595" y="52254"/>
                  </a:lnTo>
                  <a:lnTo>
                    <a:pt x="1584032" y="30700"/>
                  </a:lnTo>
                  <a:lnTo>
                    <a:pt x="1540327" y="17072"/>
                  </a:lnTo>
                  <a:lnTo>
                    <a:pt x="1517231" y="147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06602" y="1884755"/>
              <a:ext cx="1810385" cy="2951480"/>
            </a:xfrm>
            <a:custGeom>
              <a:avLst/>
              <a:gdLst/>
              <a:ahLst/>
              <a:cxnLst/>
              <a:rect l="l" t="t" r="r" b="b"/>
              <a:pathLst>
                <a:path w="1810385" h="2951479">
                  <a:moveTo>
                    <a:pt x="5384" y="88"/>
                  </a:moveTo>
                  <a:lnTo>
                    <a:pt x="0" y="88"/>
                  </a:lnTo>
                  <a:lnTo>
                    <a:pt x="0" y="269671"/>
                  </a:lnTo>
                  <a:lnTo>
                    <a:pt x="5384" y="269671"/>
                  </a:lnTo>
                  <a:lnTo>
                    <a:pt x="5384" y="88"/>
                  </a:lnTo>
                  <a:close/>
                </a:path>
                <a:path w="1810385" h="2951479">
                  <a:moveTo>
                    <a:pt x="1793633" y="2664980"/>
                  </a:moveTo>
                  <a:lnTo>
                    <a:pt x="1793367" y="2662605"/>
                  </a:lnTo>
                  <a:lnTo>
                    <a:pt x="1787829" y="2714955"/>
                  </a:lnTo>
                  <a:lnTo>
                    <a:pt x="1774964" y="2761577"/>
                  </a:lnTo>
                  <a:lnTo>
                    <a:pt x="1755470" y="2802598"/>
                  </a:lnTo>
                  <a:lnTo>
                    <a:pt x="1730006" y="2838132"/>
                  </a:lnTo>
                  <a:lnTo>
                    <a:pt x="1699285" y="2868307"/>
                  </a:lnTo>
                  <a:lnTo>
                    <a:pt x="1663979" y="2893237"/>
                  </a:lnTo>
                  <a:lnTo>
                    <a:pt x="1624787" y="2913062"/>
                  </a:lnTo>
                  <a:lnTo>
                    <a:pt x="1582381" y="2927883"/>
                  </a:lnTo>
                  <a:lnTo>
                    <a:pt x="1537462" y="2937840"/>
                  </a:lnTo>
                  <a:lnTo>
                    <a:pt x="1490726" y="2943021"/>
                  </a:lnTo>
                  <a:lnTo>
                    <a:pt x="275844" y="2945434"/>
                  </a:lnTo>
                  <a:lnTo>
                    <a:pt x="219430" y="2939707"/>
                  </a:lnTo>
                  <a:lnTo>
                    <a:pt x="167690" y="2922663"/>
                  </a:lnTo>
                  <a:lnTo>
                    <a:pt x="120980" y="2896768"/>
                  </a:lnTo>
                  <a:lnTo>
                    <a:pt x="79603" y="2864535"/>
                  </a:lnTo>
                  <a:lnTo>
                    <a:pt x="106260" y="2888526"/>
                  </a:lnTo>
                  <a:lnTo>
                    <a:pt x="137020" y="2911094"/>
                  </a:lnTo>
                  <a:lnTo>
                    <a:pt x="174205" y="2930182"/>
                  </a:lnTo>
                  <a:lnTo>
                    <a:pt x="220167" y="2943758"/>
                  </a:lnTo>
                  <a:lnTo>
                    <a:pt x="277241" y="2949752"/>
                  </a:lnTo>
                  <a:lnTo>
                    <a:pt x="326504" y="2950451"/>
                  </a:lnTo>
                  <a:lnTo>
                    <a:pt x="512191" y="2951315"/>
                  </a:lnTo>
                  <a:lnTo>
                    <a:pt x="1119378" y="2951264"/>
                  </a:lnTo>
                  <a:lnTo>
                    <a:pt x="1510665" y="2949752"/>
                  </a:lnTo>
                  <a:lnTo>
                    <a:pt x="1551419" y="2946006"/>
                  </a:lnTo>
                  <a:lnTo>
                    <a:pt x="1598676" y="2935719"/>
                  </a:lnTo>
                  <a:lnTo>
                    <a:pt x="1647063" y="2918396"/>
                  </a:lnTo>
                  <a:lnTo>
                    <a:pt x="1691259" y="2893491"/>
                  </a:lnTo>
                  <a:lnTo>
                    <a:pt x="1732495" y="2855493"/>
                  </a:lnTo>
                  <a:lnTo>
                    <a:pt x="1760931" y="2810624"/>
                  </a:lnTo>
                  <a:lnTo>
                    <a:pt x="1778889" y="2764028"/>
                  </a:lnTo>
                  <a:lnTo>
                    <a:pt x="1788756" y="2720797"/>
                  </a:lnTo>
                  <a:lnTo>
                    <a:pt x="1792884" y="2686075"/>
                  </a:lnTo>
                  <a:lnTo>
                    <a:pt x="1793633" y="2664980"/>
                  </a:lnTo>
                  <a:close/>
                </a:path>
                <a:path w="1810385" h="2951479">
                  <a:moveTo>
                    <a:pt x="1810385" y="3479"/>
                  </a:moveTo>
                  <a:lnTo>
                    <a:pt x="1806752" y="101"/>
                  </a:lnTo>
                  <a:lnTo>
                    <a:pt x="1801368" y="0"/>
                  </a:lnTo>
                  <a:lnTo>
                    <a:pt x="1801368" y="400354"/>
                  </a:lnTo>
                  <a:lnTo>
                    <a:pt x="1806702" y="400354"/>
                  </a:lnTo>
                  <a:lnTo>
                    <a:pt x="1810385" y="396798"/>
                  </a:lnTo>
                  <a:lnTo>
                    <a:pt x="1809788" y="372872"/>
                  </a:lnTo>
                  <a:lnTo>
                    <a:pt x="1809356" y="327329"/>
                  </a:lnTo>
                  <a:lnTo>
                    <a:pt x="1809000" y="200190"/>
                  </a:lnTo>
                  <a:lnTo>
                    <a:pt x="1809330" y="73037"/>
                  </a:lnTo>
                  <a:lnTo>
                    <a:pt x="1809762" y="27457"/>
                  </a:lnTo>
                  <a:lnTo>
                    <a:pt x="1810385" y="3479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3553" y="1884807"/>
              <a:ext cx="3175" cy="269875"/>
            </a:xfrm>
            <a:custGeom>
              <a:avLst/>
              <a:gdLst/>
              <a:ahLst/>
              <a:cxnLst/>
              <a:rect l="l" t="t" r="r" b="b"/>
              <a:pathLst>
                <a:path w="3175" h="269875">
                  <a:moveTo>
                    <a:pt x="2743" y="0"/>
                  </a:moveTo>
                  <a:lnTo>
                    <a:pt x="0" y="3555"/>
                  </a:lnTo>
                  <a:lnTo>
                    <a:pt x="649" y="39123"/>
                  </a:lnTo>
                  <a:lnTo>
                    <a:pt x="961" y="100092"/>
                  </a:lnTo>
                  <a:lnTo>
                    <a:pt x="949" y="169528"/>
                  </a:lnTo>
                  <a:lnTo>
                    <a:pt x="624" y="230497"/>
                  </a:lnTo>
                  <a:lnTo>
                    <a:pt x="0" y="266064"/>
                  </a:lnTo>
                  <a:lnTo>
                    <a:pt x="2743" y="269493"/>
                  </a:lnTo>
                  <a:lnTo>
                    <a:pt x="274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03554" y="1884844"/>
              <a:ext cx="15240" cy="605155"/>
            </a:xfrm>
            <a:custGeom>
              <a:avLst/>
              <a:gdLst/>
              <a:ahLst/>
              <a:cxnLst/>
              <a:rect l="l" t="t" r="r" b="b"/>
              <a:pathLst>
                <a:path w="15240" h="605155">
                  <a:moveTo>
                    <a:pt x="2743" y="335241"/>
                  </a:moveTo>
                  <a:lnTo>
                    <a:pt x="0" y="338797"/>
                  </a:lnTo>
                  <a:lnTo>
                    <a:pt x="647" y="374370"/>
                  </a:lnTo>
                  <a:lnTo>
                    <a:pt x="952" y="435343"/>
                  </a:lnTo>
                  <a:lnTo>
                    <a:pt x="939" y="504774"/>
                  </a:lnTo>
                  <a:lnTo>
                    <a:pt x="622" y="565746"/>
                  </a:lnTo>
                  <a:lnTo>
                    <a:pt x="0" y="601306"/>
                  </a:lnTo>
                  <a:lnTo>
                    <a:pt x="2743" y="604735"/>
                  </a:lnTo>
                  <a:lnTo>
                    <a:pt x="2743" y="335241"/>
                  </a:lnTo>
                  <a:close/>
                </a:path>
                <a:path w="15240" h="605155">
                  <a:moveTo>
                    <a:pt x="8432" y="335292"/>
                  </a:moveTo>
                  <a:lnTo>
                    <a:pt x="3048" y="335292"/>
                  </a:lnTo>
                  <a:lnTo>
                    <a:pt x="3048" y="604862"/>
                  </a:lnTo>
                  <a:lnTo>
                    <a:pt x="8432" y="604862"/>
                  </a:lnTo>
                  <a:lnTo>
                    <a:pt x="8432" y="335292"/>
                  </a:lnTo>
                  <a:close/>
                </a:path>
                <a:path w="15240" h="605155">
                  <a:moveTo>
                    <a:pt x="14986" y="335292"/>
                  </a:moveTo>
                  <a:lnTo>
                    <a:pt x="9144" y="335292"/>
                  </a:lnTo>
                  <a:lnTo>
                    <a:pt x="9144" y="604862"/>
                  </a:lnTo>
                  <a:lnTo>
                    <a:pt x="14986" y="604862"/>
                  </a:lnTo>
                  <a:lnTo>
                    <a:pt x="14986" y="335292"/>
                  </a:lnTo>
                  <a:close/>
                </a:path>
                <a:path w="15240" h="605155">
                  <a:moveTo>
                    <a:pt x="14986" y="0"/>
                  </a:moveTo>
                  <a:lnTo>
                    <a:pt x="9144" y="0"/>
                  </a:lnTo>
                  <a:lnTo>
                    <a:pt x="9144" y="269582"/>
                  </a:lnTo>
                  <a:lnTo>
                    <a:pt x="14986" y="269582"/>
                  </a:lnTo>
                  <a:lnTo>
                    <a:pt x="14986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06602" y="1567726"/>
              <a:ext cx="5715" cy="144145"/>
            </a:xfrm>
            <a:custGeom>
              <a:avLst/>
              <a:gdLst/>
              <a:ahLst/>
              <a:cxnLst/>
              <a:rect l="l" t="t" r="r" b="b"/>
              <a:pathLst>
                <a:path w="5715" h="144144">
                  <a:moveTo>
                    <a:pt x="5395" y="0"/>
                  </a:moveTo>
                  <a:lnTo>
                    <a:pt x="0" y="0"/>
                  </a:lnTo>
                  <a:lnTo>
                    <a:pt x="0" y="144106"/>
                  </a:lnTo>
                  <a:lnTo>
                    <a:pt x="5395" y="144106"/>
                  </a:lnTo>
                  <a:lnTo>
                    <a:pt x="5395" y="0"/>
                  </a:lnTo>
                  <a:close/>
                </a:path>
              </a:pathLst>
            </a:custGeom>
            <a:solidFill>
              <a:srgbClr val="3A3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03553" y="1567688"/>
              <a:ext cx="3175" cy="144145"/>
            </a:xfrm>
            <a:custGeom>
              <a:avLst/>
              <a:gdLst/>
              <a:ahLst/>
              <a:cxnLst/>
              <a:rect l="l" t="t" r="r" b="b"/>
              <a:pathLst>
                <a:path w="3175" h="144144">
                  <a:moveTo>
                    <a:pt x="2743" y="0"/>
                  </a:moveTo>
                  <a:lnTo>
                    <a:pt x="0" y="3428"/>
                  </a:lnTo>
                  <a:lnTo>
                    <a:pt x="759" y="32843"/>
                  </a:lnTo>
                  <a:lnTo>
                    <a:pt x="995" y="72056"/>
                  </a:lnTo>
                  <a:lnTo>
                    <a:pt x="734" y="111246"/>
                  </a:lnTo>
                  <a:lnTo>
                    <a:pt x="0" y="140588"/>
                  </a:lnTo>
                  <a:lnTo>
                    <a:pt x="2743" y="144017"/>
                  </a:lnTo>
                  <a:lnTo>
                    <a:pt x="274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12697" y="1567726"/>
              <a:ext cx="6350" cy="144145"/>
            </a:xfrm>
            <a:custGeom>
              <a:avLst/>
              <a:gdLst/>
              <a:ahLst/>
              <a:cxnLst/>
              <a:rect l="l" t="t" r="r" b="b"/>
              <a:pathLst>
                <a:path w="6350" h="144144">
                  <a:moveTo>
                    <a:pt x="5852" y="0"/>
                  </a:moveTo>
                  <a:lnTo>
                    <a:pt x="0" y="0"/>
                  </a:lnTo>
                  <a:lnTo>
                    <a:pt x="0" y="144106"/>
                  </a:lnTo>
                  <a:lnTo>
                    <a:pt x="5852" y="144106"/>
                  </a:lnTo>
                  <a:lnTo>
                    <a:pt x="5852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5014" y="1217294"/>
              <a:ext cx="57023" cy="5702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036826" y="1229741"/>
              <a:ext cx="31115" cy="33655"/>
            </a:xfrm>
            <a:custGeom>
              <a:avLst/>
              <a:gdLst/>
              <a:ahLst/>
              <a:cxnLst/>
              <a:rect l="l" t="t" r="r" b="b"/>
              <a:pathLst>
                <a:path w="31114" h="33655">
                  <a:moveTo>
                    <a:pt x="24130" y="0"/>
                  </a:moveTo>
                  <a:lnTo>
                    <a:pt x="6985" y="0"/>
                  </a:lnTo>
                  <a:lnTo>
                    <a:pt x="0" y="7493"/>
                  </a:lnTo>
                  <a:lnTo>
                    <a:pt x="0" y="26035"/>
                  </a:lnTo>
                  <a:lnTo>
                    <a:pt x="6985" y="33655"/>
                  </a:lnTo>
                  <a:lnTo>
                    <a:pt x="24130" y="33655"/>
                  </a:lnTo>
                  <a:lnTo>
                    <a:pt x="31115" y="26035"/>
                  </a:lnTo>
                  <a:lnTo>
                    <a:pt x="31115" y="16763"/>
                  </a:lnTo>
                  <a:lnTo>
                    <a:pt x="31115" y="7493"/>
                  </a:lnTo>
                  <a:lnTo>
                    <a:pt x="24130" y="0"/>
                  </a:lnTo>
                  <a:close/>
                </a:path>
              </a:pathLst>
            </a:custGeom>
            <a:solidFill>
              <a:srgbClr val="0A12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37461" y="1232153"/>
              <a:ext cx="29845" cy="27305"/>
            </a:xfrm>
            <a:custGeom>
              <a:avLst/>
              <a:gdLst/>
              <a:ahLst/>
              <a:cxnLst/>
              <a:rect l="l" t="t" r="r" b="b"/>
              <a:pathLst>
                <a:path w="29844" h="27305">
                  <a:moveTo>
                    <a:pt x="29464" y="6096"/>
                  </a:moveTo>
                  <a:lnTo>
                    <a:pt x="22860" y="0"/>
                  </a:lnTo>
                  <a:lnTo>
                    <a:pt x="6477" y="0"/>
                  </a:lnTo>
                  <a:lnTo>
                    <a:pt x="0" y="6096"/>
                  </a:lnTo>
                  <a:lnTo>
                    <a:pt x="0" y="21209"/>
                  </a:lnTo>
                  <a:lnTo>
                    <a:pt x="6604" y="27305"/>
                  </a:lnTo>
                  <a:lnTo>
                    <a:pt x="22860" y="27305"/>
                  </a:lnTo>
                  <a:lnTo>
                    <a:pt x="29464" y="21082"/>
                  </a:lnTo>
                  <a:lnTo>
                    <a:pt x="29464" y="13589"/>
                  </a:lnTo>
                  <a:lnTo>
                    <a:pt x="29464" y="609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55114" y="1247394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59">
                  <a:moveTo>
                    <a:pt x="7493" y="0"/>
                  </a:moveTo>
                  <a:lnTo>
                    <a:pt x="2159" y="0"/>
                  </a:lnTo>
                  <a:lnTo>
                    <a:pt x="0" y="2158"/>
                  </a:lnTo>
                  <a:lnTo>
                    <a:pt x="0" y="7492"/>
                  </a:lnTo>
                  <a:lnTo>
                    <a:pt x="2159" y="9651"/>
                  </a:lnTo>
                  <a:lnTo>
                    <a:pt x="7493" y="9651"/>
                  </a:lnTo>
                  <a:lnTo>
                    <a:pt x="9652" y="7492"/>
                  </a:lnTo>
                  <a:lnTo>
                    <a:pt x="9652" y="4825"/>
                  </a:lnTo>
                  <a:lnTo>
                    <a:pt x="9652" y="2158"/>
                  </a:lnTo>
                  <a:lnTo>
                    <a:pt x="749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53229" y="1104518"/>
              <a:ext cx="1839600" cy="3751200"/>
            </a:xfrm>
            <a:custGeom>
              <a:avLst/>
              <a:gdLst/>
              <a:ahLst/>
              <a:cxnLst/>
              <a:rect l="l" t="t" r="r" b="b"/>
              <a:pathLst>
                <a:path w="1786254" h="3731260">
                  <a:moveTo>
                    <a:pt x="1786128" y="252857"/>
                  </a:moveTo>
                  <a:lnTo>
                    <a:pt x="1782051" y="207429"/>
                  </a:lnTo>
                  <a:lnTo>
                    <a:pt x="1770291" y="164668"/>
                  </a:lnTo>
                  <a:lnTo>
                    <a:pt x="1751584" y="125272"/>
                  </a:lnTo>
                  <a:lnTo>
                    <a:pt x="1751457" y="125095"/>
                  </a:lnTo>
                  <a:lnTo>
                    <a:pt x="1751457" y="268859"/>
                  </a:lnTo>
                  <a:lnTo>
                    <a:pt x="1751330" y="3464064"/>
                  </a:lnTo>
                  <a:lnTo>
                    <a:pt x="1746605" y="3510864"/>
                  </a:lnTo>
                  <a:lnTo>
                    <a:pt x="1733067" y="3554450"/>
                  </a:lnTo>
                  <a:lnTo>
                    <a:pt x="1711655" y="3593884"/>
                  </a:lnTo>
                  <a:lnTo>
                    <a:pt x="1683283" y="3628237"/>
                  </a:lnTo>
                  <a:lnTo>
                    <a:pt x="1648904" y="3656584"/>
                  </a:lnTo>
                  <a:lnTo>
                    <a:pt x="1609445" y="3677983"/>
                  </a:lnTo>
                  <a:lnTo>
                    <a:pt x="1565846" y="3691496"/>
                  </a:lnTo>
                  <a:lnTo>
                    <a:pt x="1519047" y="3696208"/>
                  </a:lnTo>
                  <a:lnTo>
                    <a:pt x="268859" y="3696208"/>
                  </a:lnTo>
                  <a:lnTo>
                    <a:pt x="222046" y="3691496"/>
                  </a:lnTo>
                  <a:lnTo>
                    <a:pt x="178447" y="3677983"/>
                  </a:lnTo>
                  <a:lnTo>
                    <a:pt x="138988" y="3656584"/>
                  </a:lnTo>
                  <a:lnTo>
                    <a:pt x="104609" y="3628237"/>
                  </a:lnTo>
                  <a:lnTo>
                    <a:pt x="76238" y="3593884"/>
                  </a:lnTo>
                  <a:lnTo>
                    <a:pt x="54825" y="3554450"/>
                  </a:lnTo>
                  <a:lnTo>
                    <a:pt x="41287" y="3510864"/>
                  </a:lnTo>
                  <a:lnTo>
                    <a:pt x="36576" y="3464064"/>
                  </a:lnTo>
                  <a:lnTo>
                    <a:pt x="36576" y="268859"/>
                  </a:lnTo>
                  <a:lnTo>
                    <a:pt x="41287" y="222097"/>
                  </a:lnTo>
                  <a:lnTo>
                    <a:pt x="54813" y="178536"/>
                  </a:lnTo>
                  <a:lnTo>
                    <a:pt x="76212" y="139103"/>
                  </a:lnTo>
                  <a:lnTo>
                    <a:pt x="104571" y="104736"/>
                  </a:lnTo>
                  <a:lnTo>
                    <a:pt x="138950" y="76377"/>
                  </a:lnTo>
                  <a:lnTo>
                    <a:pt x="178409" y="54965"/>
                  </a:lnTo>
                  <a:lnTo>
                    <a:pt x="222021" y="41427"/>
                  </a:lnTo>
                  <a:lnTo>
                    <a:pt x="268859" y="36703"/>
                  </a:lnTo>
                  <a:lnTo>
                    <a:pt x="1519174" y="36703"/>
                  </a:lnTo>
                  <a:lnTo>
                    <a:pt x="1565973" y="41427"/>
                  </a:lnTo>
                  <a:lnTo>
                    <a:pt x="1609572" y="54965"/>
                  </a:lnTo>
                  <a:lnTo>
                    <a:pt x="1649031" y="76377"/>
                  </a:lnTo>
                  <a:lnTo>
                    <a:pt x="1683410" y="104736"/>
                  </a:lnTo>
                  <a:lnTo>
                    <a:pt x="1711782" y="139103"/>
                  </a:lnTo>
                  <a:lnTo>
                    <a:pt x="1733194" y="178536"/>
                  </a:lnTo>
                  <a:lnTo>
                    <a:pt x="1746732" y="222097"/>
                  </a:lnTo>
                  <a:lnTo>
                    <a:pt x="1751457" y="268859"/>
                  </a:lnTo>
                  <a:lnTo>
                    <a:pt x="1751457" y="125095"/>
                  </a:lnTo>
                  <a:lnTo>
                    <a:pt x="1726641" y="89979"/>
                  </a:lnTo>
                  <a:lnTo>
                    <a:pt x="1696173" y="59499"/>
                  </a:lnTo>
                  <a:lnTo>
                    <a:pt x="1660893" y="34544"/>
                  </a:lnTo>
                  <a:lnTo>
                    <a:pt x="1621523" y="15836"/>
                  </a:lnTo>
                  <a:lnTo>
                    <a:pt x="1578787" y="4076"/>
                  </a:lnTo>
                  <a:lnTo>
                    <a:pt x="1533398" y="0"/>
                  </a:lnTo>
                  <a:lnTo>
                    <a:pt x="252730" y="0"/>
                  </a:lnTo>
                  <a:lnTo>
                    <a:pt x="207302" y="4076"/>
                  </a:lnTo>
                  <a:lnTo>
                    <a:pt x="164541" y="15836"/>
                  </a:lnTo>
                  <a:lnTo>
                    <a:pt x="125171" y="34544"/>
                  </a:lnTo>
                  <a:lnTo>
                    <a:pt x="89890" y="59499"/>
                  </a:lnTo>
                  <a:lnTo>
                    <a:pt x="59436" y="89979"/>
                  </a:lnTo>
                  <a:lnTo>
                    <a:pt x="34505" y="125272"/>
                  </a:lnTo>
                  <a:lnTo>
                    <a:pt x="15811" y="164668"/>
                  </a:lnTo>
                  <a:lnTo>
                    <a:pt x="4064" y="207429"/>
                  </a:lnTo>
                  <a:lnTo>
                    <a:pt x="0" y="252857"/>
                  </a:lnTo>
                  <a:lnTo>
                    <a:pt x="0" y="3477895"/>
                  </a:lnTo>
                  <a:lnTo>
                    <a:pt x="4064" y="3523361"/>
                  </a:lnTo>
                  <a:lnTo>
                    <a:pt x="15811" y="3566147"/>
                  </a:lnTo>
                  <a:lnTo>
                    <a:pt x="34505" y="3605542"/>
                  </a:lnTo>
                  <a:lnTo>
                    <a:pt x="59436" y="3640836"/>
                  </a:lnTo>
                  <a:lnTo>
                    <a:pt x="89890" y="3671303"/>
                  </a:lnTo>
                  <a:lnTo>
                    <a:pt x="125171" y="3696246"/>
                  </a:lnTo>
                  <a:lnTo>
                    <a:pt x="164541" y="3714940"/>
                  </a:lnTo>
                  <a:lnTo>
                    <a:pt x="207302" y="3726688"/>
                  </a:lnTo>
                  <a:lnTo>
                    <a:pt x="252730" y="3730752"/>
                  </a:lnTo>
                  <a:lnTo>
                    <a:pt x="1533398" y="3730752"/>
                  </a:lnTo>
                  <a:lnTo>
                    <a:pt x="1578787" y="3726688"/>
                  </a:lnTo>
                  <a:lnTo>
                    <a:pt x="1621523" y="3714940"/>
                  </a:lnTo>
                  <a:lnTo>
                    <a:pt x="1639836" y="3706241"/>
                  </a:lnTo>
                  <a:lnTo>
                    <a:pt x="1660893" y="3696246"/>
                  </a:lnTo>
                  <a:lnTo>
                    <a:pt x="1696173" y="3671303"/>
                  </a:lnTo>
                  <a:lnTo>
                    <a:pt x="1726641" y="3640836"/>
                  </a:lnTo>
                  <a:lnTo>
                    <a:pt x="1751584" y="3605542"/>
                  </a:lnTo>
                  <a:lnTo>
                    <a:pt x="1770291" y="3566147"/>
                  </a:lnTo>
                  <a:lnTo>
                    <a:pt x="1782051" y="3523361"/>
                  </a:lnTo>
                  <a:lnTo>
                    <a:pt x="1786128" y="3477895"/>
                  </a:lnTo>
                  <a:lnTo>
                    <a:pt x="1786128" y="252857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74566" y="1125855"/>
              <a:ext cx="1741805" cy="3686810"/>
            </a:xfrm>
            <a:custGeom>
              <a:avLst/>
              <a:gdLst/>
              <a:ahLst/>
              <a:cxnLst/>
              <a:rect l="l" t="t" r="r" b="b"/>
              <a:pathLst>
                <a:path w="1741804" h="3686810">
                  <a:moveTo>
                    <a:pt x="1503172" y="0"/>
                  </a:moveTo>
                  <a:lnTo>
                    <a:pt x="238506" y="0"/>
                  </a:lnTo>
                  <a:lnTo>
                    <a:pt x="190476" y="4857"/>
                  </a:lnTo>
                  <a:lnTo>
                    <a:pt x="145714" y="18782"/>
                  </a:lnTo>
                  <a:lnTo>
                    <a:pt x="105187" y="40806"/>
                  </a:lnTo>
                  <a:lnTo>
                    <a:pt x="69865" y="69961"/>
                  </a:lnTo>
                  <a:lnTo>
                    <a:pt x="40717" y="105277"/>
                  </a:lnTo>
                  <a:lnTo>
                    <a:pt x="18710" y="145786"/>
                  </a:lnTo>
                  <a:lnTo>
                    <a:pt x="4815" y="190518"/>
                  </a:lnTo>
                  <a:lnTo>
                    <a:pt x="0" y="238506"/>
                  </a:lnTo>
                  <a:lnTo>
                    <a:pt x="0" y="3448050"/>
                  </a:lnTo>
                  <a:lnTo>
                    <a:pt x="4805" y="3495611"/>
                  </a:lnTo>
                  <a:lnTo>
                    <a:pt x="4851" y="3496073"/>
                  </a:lnTo>
                  <a:lnTo>
                    <a:pt x="18764" y="3540823"/>
                  </a:lnTo>
                  <a:lnTo>
                    <a:pt x="40772" y="3581334"/>
                  </a:lnTo>
                  <a:lnTo>
                    <a:pt x="69913" y="3616642"/>
                  </a:lnTo>
                  <a:lnTo>
                    <a:pt x="105221" y="3645783"/>
                  </a:lnTo>
                  <a:lnTo>
                    <a:pt x="145732" y="3667791"/>
                  </a:lnTo>
                  <a:lnTo>
                    <a:pt x="190482" y="3681704"/>
                  </a:lnTo>
                  <a:lnTo>
                    <a:pt x="238506" y="3686556"/>
                  </a:lnTo>
                  <a:lnTo>
                    <a:pt x="1503172" y="3686556"/>
                  </a:lnTo>
                  <a:lnTo>
                    <a:pt x="1525773" y="3684270"/>
                  </a:lnTo>
                  <a:lnTo>
                    <a:pt x="238379" y="3684270"/>
                  </a:lnTo>
                  <a:lnTo>
                    <a:pt x="190911" y="3679464"/>
                  </a:lnTo>
                  <a:lnTo>
                    <a:pt x="146629" y="3665684"/>
                  </a:lnTo>
                  <a:lnTo>
                    <a:pt x="106533" y="3643885"/>
                  </a:lnTo>
                  <a:lnTo>
                    <a:pt x="71574" y="3615023"/>
                  </a:lnTo>
                  <a:lnTo>
                    <a:pt x="42709" y="3580053"/>
                  </a:lnTo>
                  <a:lnTo>
                    <a:pt x="20898" y="3539930"/>
                  </a:lnTo>
                  <a:lnTo>
                    <a:pt x="7102" y="3495611"/>
                  </a:lnTo>
                  <a:lnTo>
                    <a:pt x="2286" y="3448050"/>
                  </a:lnTo>
                  <a:lnTo>
                    <a:pt x="12911" y="3448050"/>
                  </a:lnTo>
                  <a:lnTo>
                    <a:pt x="2286" y="3447923"/>
                  </a:lnTo>
                  <a:lnTo>
                    <a:pt x="2286" y="238506"/>
                  </a:lnTo>
                  <a:lnTo>
                    <a:pt x="7096" y="191028"/>
                  </a:lnTo>
                  <a:lnTo>
                    <a:pt x="20883" y="146772"/>
                  </a:lnTo>
                  <a:lnTo>
                    <a:pt x="42682" y="106694"/>
                  </a:lnTo>
                  <a:lnTo>
                    <a:pt x="71527" y="71754"/>
                  </a:lnTo>
                  <a:lnTo>
                    <a:pt x="106453" y="42911"/>
                  </a:lnTo>
                  <a:lnTo>
                    <a:pt x="146481" y="21121"/>
                  </a:lnTo>
                  <a:lnTo>
                    <a:pt x="146334" y="21121"/>
                  </a:lnTo>
                  <a:lnTo>
                    <a:pt x="190591" y="7345"/>
                  </a:lnTo>
                  <a:lnTo>
                    <a:pt x="189780" y="7345"/>
                  </a:lnTo>
                  <a:lnTo>
                    <a:pt x="237251" y="2540"/>
                  </a:lnTo>
                  <a:lnTo>
                    <a:pt x="1528313" y="2540"/>
                  </a:lnTo>
                  <a:lnTo>
                    <a:pt x="1503172" y="0"/>
                  </a:lnTo>
                  <a:close/>
                </a:path>
                <a:path w="1741804" h="3686810">
                  <a:moveTo>
                    <a:pt x="1741665" y="3448050"/>
                  </a:moveTo>
                  <a:lnTo>
                    <a:pt x="1739138" y="3448050"/>
                  </a:lnTo>
                  <a:lnTo>
                    <a:pt x="1734332" y="3495611"/>
                  </a:lnTo>
                  <a:lnTo>
                    <a:pt x="1720554" y="3539930"/>
                  </a:lnTo>
                  <a:lnTo>
                    <a:pt x="1698760" y="3580053"/>
                  </a:lnTo>
                  <a:lnTo>
                    <a:pt x="1669907" y="3615023"/>
                  </a:lnTo>
                  <a:lnTo>
                    <a:pt x="1634952" y="3643885"/>
                  </a:lnTo>
                  <a:lnTo>
                    <a:pt x="1594852" y="3665684"/>
                  </a:lnTo>
                  <a:lnTo>
                    <a:pt x="1550564" y="3679464"/>
                  </a:lnTo>
                  <a:lnTo>
                    <a:pt x="1503045" y="3684270"/>
                  </a:lnTo>
                  <a:lnTo>
                    <a:pt x="1525773" y="3684270"/>
                  </a:lnTo>
                  <a:lnTo>
                    <a:pt x="1595881" y="3667791"/>
                  </a:lnTo>
                  <a:lnTo>
                    <a:pt x="1636382" y="3645783"/>
                  </a:lnTo>
                  <a:lnTo>
                    <a:pt x="1671687" y="3616642"/>
                  </a:lnTo>
                  <a:lnTo>
                    <a:pt x="1700833" y="3581334"/>
                  </a:lnTo>
                  <a:lnTo>
                    <a:pt x="1722855" y="3540823"/>
                  </a:lnTo>
                  <a:lnTo>
                    <a:pt x="1736788" y="3496073"/>
                  </a:lnTo>
                  <a:lnTo>
                    <a:pt x="1736860" y="3495611"/>
                  </a:lnTo>
                  <a:lnTo>
                    <a:pt x="1741665" y="3448050"/>
                  </a:lnTo>
                  <a:close/>
                </a:path>
                <a:path w="1741804" h="3686810">
                  <a:moveTo>
                    <a:pt x="15336" y="3448050"/>
                  </a:moveTo>
                  <a:lnTo>
                    <a:pt x="12911" y="3448050"/>
                  </a:lnTo>
                  <a:lnTo>
                    <a:pt x="16880" y="3487309"/>
                  </a:lnTo>
                  <a:lnTo>
                    <a:pt x="16940" y="3487899"/>
                  </a:lnTo>
                  <a:lnTo>
                    <a:pt x="30555" y="3531665"/>
                  </a:lnTo>
                  <a:lnTo>
                    <a:pt x="52094" y="3571291"/>
                  </a:lnTo>
                  <a:lnTo>
                    <a:pt x="80613" y="3605831"/>
                  </a:lnTo>
                  <a:lnTo>
                    <a:pt x="115168" y="3634341"/>
                  </a:lnTo>
                  <a:lnTo>
                    <a:pt x="154816" y="3655875"/>
                  </a:lnTo>
                  <a:lnTo>
                    <a:pt x="198614" y="3669489"/>
                  </a:lnTo>
                  <a:lnTo>
                    <a:pt x="245618" y="3674237"/>
                  </a:lnTo>
                  <a:lnTo>
                    <a:pt x="1495933" y="3674237"/>
                  </a:lnTo>
                  <a:lnTo>
                    <a:pt x="1519801" y="3671824"/>
                  </a:lnTo>
                  <a:lnTo>
                    <a:pt x="245618" y="3671824"/>
                  </a:lnTo>
                  <a:lnTo>
                    <a:pt x="199119" y="3667122"/>
                  </a:lnTo>
                  <a:lnTo>
                    <a:pt x="155783" y="3653641"/>
                  </a:lnTo>
                  <a:lnTo>
                    <a:pt x="116546" y="3632316"/>
                  </a:lnTo>
                  <a:lnTo>
                    <a:pt x="82343" y="3604085"/>
                  </a:lnTo>
                  <a:lnTo>
                    <a:pt x="54112" y="3569882"/>
                  </a:lnTo>
                  <a:lnTo>
                    <a:pt x="32787" y="3530645"/>
                  </a:lnTo>
                  <a:lnTo>
                    <a:pt x="19306" y="3487309"/>
                  </a:lnTo>
                  <a:lnTo>
                    <a:pt x="15336" y="3448050"/>
                  </a:lnTo>
                  <a:close/>
                </a:path>
                <a:path w="1741804" h="3686810">
                  <a:moveTo>
                    <a:pt x="1728626" y="3448050"/>
                  </a:moveTo>
                  <a:lnTo>
                    <a:pt x="1726214" y="3448050"/>
                  </a:lnTo>
                  <a:lnTo>
                    <a:pt x="1722244" y="3487309"/>
                  </a:lnTo>
                  <a:lnTo>
                    <a:pt x="1708763" y="3530645"/>
                  </a:lnTo>
                  <a:lnTo>
                    <a:pt x="1687438" y="3569882"/>
                  </a:lnTo>
                  <a:lnTo>
                    <a:pt x="1659207" y="3604085"/>
                  </a:lnTo>
                  <a:lnTo>
                    <a:pt x="1625004" y="3632316"/>
                  </a:lnTo>
                  <a:lnTo>
                    <a:pt x="1585767" y="3653641"/>
                  </a:lnTo>
                  <a:lnTo>
                    <a:pt x="1542431" y="3667122"/>
                  </a:lnTo>
                  <a:lnTo>
                    <a:pt x="1495933" y="3671824"/>
                  </a:lnTo>
                  <a:lnTo>
                    <a:pt x="1519801" y="3671824"/>
                  </a:lnTo>
                  <a:lnTo>
                    <a:pt x="1586674" y="3655875"/>
                  </a:lnTo>
                  <a:lnTo>
                    <a:pt x="1626314" y="3634341"/>
                  </a:lnTo>
                  <a:lnTo>
                    <a:pt x="1660870" y="3605831"/>
                  </a:lnTo>
                  <a:lnTo>
                    <a:pt x="1689397" y="3571291"/>
                  </a:lnTo>
                  <a:lnTo>
                    <a:pt x="1710948" y="3531665"/>
                  </a:lnTo>
                  <a:lnTo>
                    <a:pt x="1724579" y="3487899"/>
                  </a:lnTo>
                  <a:lnTo>
                    <a:pt x="1724656" y="3487309"/>
                  </a:lnTo>
                  <a:lnTo>
                    <a:pt x="1728626" y="3448050"/>
                  </a:lnTo>
                  <a:close/>
                </a:path>
                <a:path w="1741804" h="3686810">
                  <a:moveTo>
                    <a:pt x="1726226" y="3447923"/>
                  </a:moveTo>
                  <a:lnTo>
                    <a:pt x="15324" y="3447923"/>
                  </a:lnTo>
                  <a:lnTo>
                    <a:pt x="1726214" y="3448050"/>
                  </a:lnTo>
                  <a:close/>
                </a:path>
                <a:path w="1741804" h="3686810">
                  <a:moveTo>
                    <a:pt x="1739138" y="3447923"/>
                  </a:moveTo>
                  <a:lnTo>
                    <a:pt x="1728639" y="3447923"/>
                  </a:lnTo>
                  <a:lnTo>
                    <a:pt x="1739138" y="3448050"/>
                  </a:lnTo>
                  <a:close/>
                </a:path>
                <a:path w="1741804" h="3686810">
                  <a:moveTo>
                    <a:pt x="1495933" y="12319"/>
                  </a:moveTo>
                  <a:lnTo>
                    <a:pt x="245618" y="12319"/>
                  </a:lnTo>
                  <a:lnTo>
                    <a:pt x="198651" y="17072"/>
                  </a:lnTo>
                  <a:lnTo>
                    <a:pt x="154870" y="30700"/>
                  </a:lnTo>
                  <a:lnTo>
                    <a:pt x="115224" y="52254"/>
                  </a:lnTo>
                  <a:lnTo>
                    <a:pt x="80660" y="80787"/>
                  </a:lnTo>
                  <a:lnTo>
                    <a:pt x="52127" y="115351"/>
                  </a:lnTo>
                  <a:lnTo>
                    <a:pt x="30573" y="154997"/>
                  </a:lnTo>
                  <a:lnTo>
                    <a:pt x="16945" y="198778"/>
                  </a:lnTo>
                  <a:lnTo>
                    <a:pt x="12192" y="245745"/>
                  </a:lnTo>
                  <a:lnTo>
                    <a:pt x="12192" y="3440938"/>
                  </a:lnTo>
                  <a:lnTo>
                    <a:pt x="12898" y="3447923"/>
                  </a:lnTo>
                  <a:lnTo>
                    <a:pt x="15324" y="3447923"/>
                  </a:lnTo>
                  <a:lnTo>
                    <a:pt x="14617" y="3440938"/>
                  </a:lnTo>
                  <a:lnTo>
                    <a:pt x="14605" y="245745"/>
                  </a:lnTo>
                  <a:lnTo>
                    <a:pt x="19306" y="199246"/>
                  </a:lnTo>
                  <a:lnTo>
                    <a:pt x="32787" y="155910"/>
                  </a:lnTo>
                  <a:lnTo>
                    <a:pt x="54112" y="116673"/>
                  </a:lnTo>
                  <a:lnTo>
                    <a:pt x="82343" y="82470"/>
                  </a:lnTo>
                  <a:lnTo>
                    <a:pt x="116546" y="54239"/>
                  </a:lnTo>
                  <a:lnTo>
                    <a:pt x="155783" y="32914"/>
                  </a:lnTo>
                  <a:lnTo>
                    <a:pt x="199119" y="19433"/>
                  </a:lnTo>
                  <a:lnTo>
                    <a:pt x="245618" y="14732"/>
                  </a:lnTo>
                  <a:lnTo>
                    <a:pt x="1519794" y="14732"/>
                  </a:lnTo>
                  <a:lnTo>
                    <a:pt x="1495933" y="12319"/>
                  </a:lnTo>
                  <a:close/>
                </a:path>
                <a:path w="1741804" h="3686810">
                  <a:moveTo>
                    <a:pt x="1519794" y="14732"/>
                  </a:moveTo>
                  <a:lnTo>
                    <a:pt x="1495933" y="14732"/>
                  </a:lnTo>
                  <a:lnTo>
                    <a:pt x="1542431" y="19433"/>
                  </a:lnTo>
                  <a:lnTo>
                    <a:pt x="1585767" y="32914"/>
                  </a:lnTo>
                  <a:lnTo>
                    <a:pt x="1625004" y="54239"/>
                  </a:lnTo>
                  <a:lnTo>
                    <a:pt x="1659207" y="82470"/>
                  </a:lnTo>
                  <a:lnTo>
                    <a:pt x="1687438" y="116673"/>
                  </a:lnTo>
                  <a:lnTo>
                    <a:pt x="1708763" y="155910"/>
                  </a:lnTo>
                  <a:lnTo>
                    <a:pt x="1722244" y="199246"/>
                  </a:lnTo>
                  <a:lnTo>
                    <a:pt x="1726946" y="245745"/>
                  </a:lnTo>
                  <a:lnTo>
                    <a:pt x="1726933" y="3440938"/>
                  </a:lnTo>
                  <a:lnTo>
                    <a:pt x="1726226" y="3447923"/>
                  </a:lnTo>
                  <a:lnTo>
                    <a:pt x="1728639" y="3447923"/>
                  </a:lnTo>
                  <a:lnTo>
                    <a:pt x="1729346" y="3440938"/>
                  </a:lnTo>
                  <a:lnTo>
                    <a:pt x="1729359" y="245745"/>
                  </a:lnTo>
                  <a:lnTo>
                    <a:pt x="1724658" y="199246"/>
                  </a:lnTo>
                  <a:lnTo>
                    <a:pt x="1724610" y="198778"/>
                  </a:lnTo>
                  <a:lnTo>
                    <a:pt x="1710995" y="154997"/>
                  </a:lnTo>
                  <a:lnTo>
                    <a:pt x="1689456" y="115351"/>
                  </a:lnTo>
                  <a:lnTo>
                    <a:pt x="1660937" y="80787"/>
                  </a:lnTo>
                  <a:lnTo>
                    <a:pt x="1626382" y="52254"/>
                  </a:lnTo>
                  <a:lnTo>
                    <a:pt x="1586734" y="30700"/>
                  </a:lnTo>
                  <a:lnTo>
                    <a:pt x="1542936" y="17072"/>
                  </a:lnTo>
                  <a:lnTo>
                    <a:pt x="1519794" y="14732"/>
                  </a:lnTo>
                  <a:close/>
                </a:path>
                <a:path w="1741804" h="3686810">
                  <a:moveTo>
                    <a:pt x="1528313" y="2540"/>
                  </a:moveTo>
                  <a:lnTo>
                    <a:pt x="1503045" y="2540"/>
                  </a:lnTo>
                  <a:lnTo>
                    <a:pt x="1550564" y="7345"/>
                  </a:lnTo>
                  <a:lnTo>
                    <a:pt x="1594852" y="21121"/>
                  </a:lnTo>
                  <a:lnTo>
                    <a:pt x="1634952" y="42911"/>
                  </a:lnTo>
                  <a:lnTo>
                    <a:pt x="1669907" y="71754"/>
                  </a:lnTo>
                  <a:lnTo>
                    <a:pt x="1698760" y="106694"/>
                  </a:lnTo>
                  <a:lnTo>
                    <a:pt x="1720554" y="146772"/>
                  </a:lnTo>
                  <a:lnTo>
                    <a:pt x="1734332" y="191028"/>
                  </a:lnTo>
                  <a:lnTo>
                    <a:pt x="1739138" y="238506"/>
                  </a:lnTo>
                  <a:lnTo>
                    <a:pt x="1739138" y="3447923"/>
                  </a:lnTo>
                  <a:lnTo>
                    <a:pt x="1741678" y="3447923"/>
                  </a:lnTo>
                  <a:lnTo>
                    <a:pt x="1741678" y="238506"/>
                  </a:lnTo>
                  <a:lnTo>
                    <a:pt x="1736881" y="191028"/>
                  </a:lnTo>
                  <a:lnTo>
                    <a:pt x="1736829" y="190518"/>
                  </a:lnTo>
                  <a:lnTo>
                    <a:pt x="1722930" y="145786"/>
                  </a:lnTo>
                  <a:lnTo>
                    <a:pt x="1700935" y="105277"/>
                  </a:lnTo>
                  <a:lnTo>
                    <a:pt x="1671803" y="69961"/>
                  </a:lnTo>
                  <a:lnTo>
                    <a:pt x="1636497" y="40806"/>
                  </a:lnTo>
                  <a:lnTo>
                    <a:pt x="1595978" y="18782"/>
                  </a:lnTo>
                  <a:lnTo>
                    <a:pt x="1551212" y="4857"/>
                  </a:lnTo>
                  <a:lnTo>
                    <a:pt x="1528313" y="2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40658" y="1884755"/>
              <a:ext cx="1807210" cy="2951480"/>
            </a:xfrm>
            <a:custGeom>
              <a:avLst/>
              <a:gdLst/>
              <a:ahLst/>
              <a:cxnLst/>
              <a:rect l="l" t="t" r="r" b="b"/>
              <a:pathLst>
                <a:path w="1807210" h="2951479">
                  <a:moveTo>
                    <a:pt x="5384" y="88"/>
                  </a:moveTo>
                  <a:lnTo>
                    <a:pt x="0" y="88"/>
                  </a:lnTo>
                  <a:lnTo>
                    <a:pt x="0" y="269671"/>
                  </a:lnTo>
                  <a:lnTo>
                    <a:pt x="5384" y="269671"/>
                  </a:lnTo>
                  <a:lnTo>
                    <a:pt x="5384" y="88"/>
                  </a:lnTo>
                  <a:close/>
                </a:path>
                <a:path w="1807210" h="2951479">
                  <a:moveTo>
                    <a:pt x="1793633" y="2664980"/>
                  </a:moveTo>
                  <a:lnTo>
                    <a:pt x="1793367" y="2662605"/>
                  </a:lnTo>
                  <a:lnTo>
                    <a:pt x="1787829" y="2714955"/>
                  </a:lnTo>
                  <a:lnTo>
                    <a:pt x="1774964" y="2761577"/>
                  </a:lnTo>
                  <a:lnTo>
                    <a:pt x="1755470" y="2802598"/>
                  </a:lnTo>
                  <a:lnTo>
                    <a:pt x="1730006" y="2838132"/>
                  </a:lnTo>
                  <a:lnTo>
                    <a:pt x="1699285" y="2868307"/>
                  </a:lnTo>
                  <a:lnTo>
                    <a:pt x="1663979" y="2893237"/>
                  </a:lnTo>
                  <a:lnTo>
                    <a:pt x="1624787" y="2913062"/>
                  </a:lnTo>
                  <a:lnTo>
                    <a:pt x="1582381" y="2927883"/>
                  </a:lnTo>
                  <a:lnTo>
                    <a:pt x="1537462" y="2937840"/>
                  </a:lnTo>
                  <a:lnTo>
                    <a:pt x="1490726" y="2943021"/>
                  </a:lnTo>
                  <a:lnTo>
                    <a:pt x="275844" y="2945434"/>
                  </a:lnTo>
                  <a:lnTo>
                    <a:pt x="219405" y="2939707"/>
                  </a:lnTo>
                  <a:lnTo>
                    <a:pt x="167678" y="2922663"/>
                  </a:lnTo>
                  <a:lnTo>
                    <a:pt x="120980" y="2896768"/>
                  </a:lnTo>
                  <a:lnTo>
                    <a:pt x="79629" y="2864535"/>
                  </a:lnTo>
                  <a:lnTo>
                    <a:pt x="106273" y="2888526"/>
                  </a:lnTo>
                  <a:lnTo>
                    <a:pt x="137020" y="2911094"/>
                  </a:lnTo>
                  <a:lnTo>
                    <a:pt x="174205" y="2930182"/>
                  </a:lnTo>
                  <a:lnTo>
                    <a:pt x="220167" y="2943758"/>
                  </a:lnTo>
                  <a:lnTo>
                    <a:pt x="277241" y="2949752"/>
                  </a:lnTo>
                  <a:lnTo>
                    <a:pt x="326504" y="2950451"/>
                  </a:lnTo>
                  <a:lnTo>
                    <a:pt x="512191" y="2951315"/>
                  </a:lnTo>
                  <a:lnTo>
                    <a:pt x="1119378" y="2951264"/>
                  </a:lnTo>
                  <a:lnTo>
                    <a:pt x="1510665" y="2949752"/>
                  </a:lnTo>
                  <a:lnTo>
                    <a:pt x="1551419" y="2946006"/>
                  </a:lnTo>
                  <a:lnTo>
                    <a:pt x="1598676" y="2935719"/>
                  </a:lnTo>
                  <a:lnTo>
                    <a:pt x="1647063" y="2918396"/>
                  </a:lnTo>
                  <a:lnTo>
                    <a:pt x="1691259" y="2893491"/>
                  </a:lnTo>
                  <a:lnTo>
                    <a:pt x="1732495" y="2855493"/>
                  </a:lnTo>
                  <a:lnTo>
                    <a:pt x="1760931" y="2810624"/>
                  </a:lnTo>
                  <a:lnTo>
                    <a:pt x="1778889" y="2764028"/>
                  </a:lnTo>
                  <a:lnTo>
                    <a:pt x="1788756" y="2720797"/>
                  </a:lnTo>
                  <a:lnTo>
                    <a:pt x="1792884" y="2686075"/>
                  </a:lnTo>
                  <a:lnTo>
                    <a:pt x="1793633" y="2664980"/>
                  </a:lnTo>
                  <a:close/>
                </a:path>
                <a:path w="1807210" h="2951479">
                  <a:moveTo>
                    <a:pt x="1807210" y="3479"/>
                  </a:moveTo>
                  <a:lnTo>
                    <a:pt x="1805749" y="1689"/>
                  </a:lnTo>
                  <a:lnTo>
                    <a:pt x="1805749" y="0"/>
                  </a:lnTo>
                  <a:lnTo>
                    <a:pt x="1799463" y="0"/>
                  </a:lnTo>
                  <a:lnTo>
                    <a:pt x="1799463" y="400354"/>
                  </a:lnTo>
                  <a:lnTo>
                    <a:pt x="1804416" y="400354"/>
                  </a:lnTo>
                  <a:lnTo>
                    <a:pt x="1805749" y="400354"/>
                  </a:lnTo>
                  <a:lnTo>
                    <a:pt x="1805749" y="398665"/>
                  </a:lnTo>
                  <a:lnTo>
                    <a:pt x="1807210" y="396798"/>
                  </a:lnTo>
                  <a:lnTo>
                    <a:pt x="1806778" y="372872"/>
                  </a:lnTo>
                  <a:lnTo>
                    <a:pt x="1806282" y="267373"/>
                  </a:lnTo>
                  <a:lnTo>
                    <a:pt x="1806257" y="133019"/>
                  </a:lnTo>
                  <a:lnTo>
                    <a:pt x="1806752" y="27457"/>
                  </a:lnTo>
                  <a:lnTo>
                    <a:pt x="1807210" y="3479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37609" y="1884807"/>
              <a:ext cx="3175" cy="269875"/>
            </a:xfrm>
            <a:custGeom>
              <a:avLst/>
              <a:gdLst/>
              <a:ahLst/>
              <a:cxnLst/>
              <a:rect l="l" t="t" r="r" b="b"/>
              <a:pathLst>
                <a:path w="3175" h="269875">
                  <a:moveTo>
                    <a:pt x="2793" y="0"/>
                  </a:moveTo>
                  <a:lnTo>
                    <a:pt x="0" y="3555"/>
                  </a:lnTo>
                  <a:lnTo>
                    <a:pt x="658" y="39123"/>
                  </a:lnTo>
                  <a:lnTo>
                    <a:pt x="969" y="100092"/>
                  </a:lnTo>
                  <a:lnTo>
                    <a:pt x="950" y="169528"/>
                  </a:lnTo>
                  <a:lnTo>
                    <a:pt x="621" y="230497"/>
                  </a:lnTo>
                  <a:lnTo>
                    <a:pt x="0" y="266064"/>
                  </a:lnTo>
                  <a:lnTo>
                    <a:pt x="2793" y="269493"/>
                  </a:lnTo>
                  <a:lnTo>
                    <a:pt x="279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37610" y="1884844"/>
              <a:ext cx="15240" cy="605155"/>
            </a:xfrm>
            <a:custGeom>
              <a:avLst/>
              <a:gdLst/>
              <a:ahLst/>
              <a:cxnLst/>
              <a:rect l="l" t="t" r="r" b="b"/>
              <a:pathLst>
                <a:path w="15239" h="605155">
                  <a:moveTo>
                    <a:pt x="2794" y="335241"/>
                  </a:moveTo>
                  <a:lnTo>
                    <a:pt x="0" y="338797"/>
                  </a:lnTo>
                  <a:lnTo>
                    <a:pt x="647" y="374370"/>
                  </a:lnTo>
                  <a:lnTo>
                    <a:pt x="965" y="435343"/>
                  </a:lnTo>
                  <a:lnTo>
                    <a:pt x="939" y="504774"/>
                  </a:lnTo>
                  <a:lnTo>
                    <a:pt x="609" y="565746"/>
                  </a:lnTo>
                  <a:lnTo>
                    <a:pt x="0" y="601306"/>
                  </a:lnTo>
                  <a:lnTo>
                    <a:pt x="2794" y="604735"/>
                  </a:lnTo>
                  <a:lnTo>
                    <a:pt x="2794" y="335241"/>
                  </a:lnTo>
                  <a:close/>
                </a:path>
                <a:path w="15239" h="605155">
                  <a:moveTo>
                    <a:pt x="8432" y="335292"/>
                  </a:moveTo>
                  <a:lnTo>
                    <a:pt x="3048" y="335292"/>
                  </a:lnTo>
                  <a:lnTo>
                    <a:pt x="3048" y="604862"/>
                  </a:lnTo>
                  <a:lnTo>
                    <a:pt x="8432" y="604862"/>
                  </a:lnTo>
                  <a:lnTo>
                    <a:pt x="8432" y="335292"/>
                  </a:lnTo>
                  <a:close/>
                </a:path>
                <a:path w="15239" h="605155">
                  <a:moveTo>
                    <a:pt x="14986" y="335292"/>
                  </a:moveTo>
                  <a:lnTo>
                    <a:pt x="9144" y="335292"/>
                  </a:lnTo>
                  <a:lnTo>
                    <a:pt x="9144" y="604862"/>
                  </a:lnTo>
                  <a:lnTo>
                    <a:pt x="14986" y="604862"/>
                  </a:lnTo>
                  <a:lnTo>
                    <a:pt x="14986" y="335292"/>
                  </a:lnTo>
                  <a:close/>
                </a:path>
                <a:path w="15239" h="605155">
                  <a:moveTo>
                    <a:pt x="14986" y="0"/>
                  </a:moveTo>
                  <a:lnTo>
                    <a:pt x="9144" y="0"/>
                  </a:lnTo>
                  <a:lnTo>
                    <a:pt x="9144" y="269582"/>
                  </a:lnTo>
                  <a:lnTo>
                    <a:pt x="14986" y="269582"/>
                  </a:lnTo>
                  <a:lnTo>
                    <a:pt x="14986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40658" y="1567726"/>
              <a:ext cx="5715" cy="144145"/>
            </a:xfrm>
            <a:custGeom>
              <a:avLst/>
              <a:gdLst/>
              <a:ahLst/>
              <a:cxnLst/>
              <a:rect l="l" t="t" r="r" b="b"/>
              <a:pathLst>
                <a:path w="5714" h="144144">
                  <a:moveTo>
                    <a:pt x="5395" y="0"/>
                  </a:moveTo>
                  <a:lnTo>
                    <a:pt x="0" y="0"/>
                  </a:lnTo>
                  <a:lnTo>
                    <a:pt x="0" y="144106"/>
                  </a:lnTo>
                  <a:lnTo>
                    <a:pt x="5395" y="144106"/>
                  </a:lnTo>
                  <a:lnTo>
                    <a:pt x="5395" y="0"/>
                  </a:lnTo>
                  <a:close/>
                </a:path>
              </a:pathLst>
            </a:custGeom>
            <a:solidFill>
              <a:srgbClr val="3A3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37609" y="1567688"/>
              <a:ext cx="3175" cy="144145"/>
            </a:xfrm>
            <a:custGeom>
              <a:avLst/>
              <a:gdLst/>
              <a:ahLst/>
              <a:cxnLst/>
              <a:rect l="l" t="t" r="r" b="b"/>
              <a:pathLst>
                <a:path w="3175" h="144144">
                  <a:moveTo>
                    <a:pt x="2793" y="0"/>
                  </a:moveTo>
                  <a:lnTo>
                    <a:pt x="0" y="3428"/>
                  </a:lnTo>
                  <a:lnTo>
                    <a:pt x="767" y="32843"/>
                  </a:lnTo>
                  <a:lnTo>
                    <a:pt x="1000" y="72056"/>
                  </a:lnTo>
                  <a:lnTo>
                    <a:pt x="732" y="111246"/>
                  </a:lnTo>
                  <a:lnTo>
                    <a:pt x="0" y="140588"/>
                  </a:lnTo>
                  <a:lnTo>
                    <a:pt x="2793" y="144017"/>
                  </a:lnTo>
                  <a:lnTo>
                    <a:pt x="279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46753" y="1567726"/>
              <a:ext cx="6350" cy="144145"/>
            </a:xfrm>
            <a:custGeom>
              <a:avLst/>
              <a:gdLst/>
              <a:ahLst/>
              <a:cxnLst/>
              <a:rect l="l" t="t" r="r" b="b"/>
              <a:pathLst>
                <a:path w="6350" h="144144">
                  <a:moveTo>
                    <a:pt x="5852" y="0"/>
                  </a:moveTo>
                  <a:lnTo>
                    <a:pt x="0" y="0"/>
                  </a:lnTo>
                  <a:lnTo>
                    <a:pt x="0" y="144106"/>
                  </a:lnTo>
                  <a:lnTo>
                    <a:pt x="5852" y="144106"/>
                  </a:lnTo>
                  <a:lnTo>
                    <a:pt x="5852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7928" y="1217294"/>
              <a:ext cx="58166" cy="5702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770882" y="1229741"/>
              <a:ext cx="31115" cy="33655"/>
            </a:xfrm>
            <a:custGeom>
              <a:avLst/>
              <a:gdLst/>
              <a:ahLst/>
              <a:cxnLst/>
              <a:rect l="l" t="t" r="r" b="b"/>
              <a:pathLst>
                <a:path w="31114" h="33655">
                  <a:moveTo>
                    <a:pt x="24129" y="0"/>
                  </a:moveTo>
                  <a:lnTo>
                    <a:pt x="6984" y="0"/>
                  </a:lnTo>
                  <a:lnTo>
                    <a:pt x="0" y="7493"/>
                  </a:lnTo>
                  <a:lnTo>
                    <a:pt x="0" y="26035"/>
                  </a:lnTo>
                  <a:lnTo>
                    <a:pt x="6984" y="33655"/>
                  </a:lnTo>
                  <a:lnTo>
                    <a:pt x="24129" y="33655"/>
                  </a:lnTo>
                  <a:lnTo>
                    <a:pt x="31114" y="26035"/>
                  </a:lnTo>
                  <a:lnTo>
                    <a:pt x="31114" y="16763"/>
                  </a:lnTo>
                  <a:lnTo>
                    <a:pt x="31114" y="7493"/>
                  </a:lnTo>
                  <a:lnTo>
                    <a:pt x="24129" y="0"/>
                  </a:lnTo>
                  <a:close/>
                </a:path>
              </a:pathLst>
            </a:custGeom>
            <a:solidFill>
              <a:srgbClr val="0A12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71390" y="1232153"/>
              <a:ext cx="29845" cy="27305"/>
            </a:xfrm>
            <a:custGeom>
              <a:avLst/>
              <a:gdLst/>
              <a:ahLst/>
              <a:cxnLst/>
              <a:rect l="l" t="t" r="r" b="b"/>
              <a:pathLst>
                <a:path w="29845" h="27305">
                  <a:moveTo>
                    <a:pt x="29591" y="6096"/>
                  </a:moveTo>
                  <a:lnTo>
                    <a:pt x="22987" y="0"/>
                  </a:lnTo>
                  <a:lnTo>
                    <a:pt x="6604" y="0"/>
                  </a:lnTo>
                  <a:lnTo>
                    <a:pt x="0" y="6096"/>
                  </a:lnTo>
                  <a:lnTo>
                    <a:pt x="0" y="21209"/>
                  </a:lnTo>
                  <a:lnTo>
                    <a:pt x="6731" y="27305"/>
                  </a:lnTo>
                  <a:lnTo>
                    <a:pt x="22987" y="27305"/>
                  </a:lnTo>
                  <a:lnTo>
                    <a:pt x="29591" y="21082"/>
                  </a:lnTo>
                  <a:lnTo>
                    <a:pt x="29591" y="13589"/>
                  </a:lnTo>
                  <a:lnTo>
                    <a:pt x="29591" y="609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9170" y="1247394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59">
                  <a:moveTo>
                    <a:pt x="7492" y="0"/>
                  </a:moveTo>
                  <a:lnTo>
                    <a:pt x="2158" y="0"/>
                  </a:lnTo>
                  <a:lnTo>
                    <a:pt x="0" y="2158"/>
                  </a:lnTo>
                  <a:lnTo>
                    <a:pt x="0" y="7492"/>
                  </a:lnTo>
                  <a:lnTo>
                    <a:pt x="2158" y="9651"/>
                  </a:lnTo>
                  <a:lnTo>
                    <a:pt x="7492" y="9651"/>
                  </a:lnTo>
                  <a:lnTo>
                    <a:pt x="9651" y="7492"/>
                  </a:lnTo>
                  <a:lnTo>
                    <a:pt x="9651" y="4825"/>
                  </a:lnTo>
                  <a:lnTo>
                    <a:pt x="9651" y="2158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21983" y="1104518"/>
              <a:ext cx="1786255" cy="3731260"/>
            </a:xfrm>
            <a:custGeom>
              <a:avLst/>
              <a:gdLst/>
              <a:ahLst/>
              <a:cxnLst/>
              <a:rect l="l" t="t" r="r" b="b"/>
              <a:pathLst>
                <a:path w="1786254" h="3731260">
                  <a:moveTo>
                    <a:pt x="1786128" y="252857"/>
                  </a:moveTo>
                  <a:lnTo>
                    <a:pt x="1782051" y="207429"/>
                  </a:lnTo>
                  <a:lnTo>
                    <a:pt x="1770291" y="164668"/>
                  </a:lnTo>
                  <a:lnTo>
                    <a:pt x="1751584" y="125272"/>
                  </a:lnTo>
                  <a:lnTo>
                    <a:pt x="1751457" y="125095"/>
                  </a:lnTo>
                  <a:lnTo>
                    <a:pt x="1751457" y="268859"/>
                  </a:lnTo>
                  <a:lnTo>
                    <a:pt x="1751330" y="3464064"/>
                  </a:lnTo>
                  <a:lnTo>
                    <a:pt x="1746605" y="3510864"/>
                  </a:lnTo>
                  <a:lnTo>
                    <a:pt x="1733067" y="3554450"/>
                  </a:lnTo>
                  <a:lnTo>
                    <a:pt x="1711655" y="3593884"/>
                  </a:lnTo>
                  <a:lnTo>
                    <a:pt x="1683283" y="3628237"/>
                  </a:lnTo>
                  <a:lnTo>
                    <a:pt x="1648904" y="3656584"/>
                  </a:lnTo>
                  <a:lnTo>
                    <a:pt x="1609445" y="3677983"/>
                  </a:lnTo>
                  <a:lnTo>
                    <a:pt x="1565846" y="3691496"/>
                  </a:lnTo>
                  <a:lnTo>
                    <a:pt x="1519047" y="3696208"/>
                  </a:lnTo>
                  <a:lnTo>
                    <a:pt x="268859" y="3696208"/>
                  </a:lnTo>
                  <a:lnTo>
                    <a:pt x="222046" y="3691496"/>
                  </a:lnTo>
                  <a:lnTo>
                    <a:pt x="178447" y="3677983"/>
                  </a:lnTo>
                  <a:lnTo>
                    <a:pt x="138988" y="3656584"/>
                  </a:lnTo>
                  <a:lnTo>
                    <a:pt x="104609" y="3628237"/>
                  </a:lnTo>
                  <a:lnTo>
                    <a:pt x="76238" y="3593884"/>
                  </a:lnTo>
                  <a:lnTo>
                    <a:pt x="54825" y="3554450"/>
                  </a:lnTo>
                  <a:lnTo>
                    <a:pt x="41287" y="3510864"/>
                  </a:lnTo>
                  <a:lnTo>
                    <a:pt x="36576" y="3464064"/>
                  </a:lnTo>
                  <a:lnTo>
                    <a:pt x="36576" y="268859"/>
                  </a:lnTo>
                  <a:lnTo>
                    <a:pt x="41287" y="222097"/>
                  </a:lnTo>
                  <a:lnTo>
                    <a:pt x="54813" y="178536"/>
                  </a:lnTo>
                  <a:lnTo>
                    <a:pt x="76212" y="139103"/>
                  </a:lnTo>
                  <a:lnTo>
                    <a:pt x="104571" y="104736"/>
                  </a:lnTo>
                  <a:lnTo>
                    <a:pt x="138950" y="76377"/>
                  </a:lnTo>
                  <a:lnTo>
                    <a:pt x="178409" y="54965"/>
                  </a:lnTo>
                  <a:lnTo>
                    <a:pt x="222021" y="41427"/>
                  </a:lnTo>
                  <a:lnTo>
                    <a:pt x="268859" y="36703"/>
                  </a:lnTo>
                  <a:lnTo>
                    <a:pt x="1519174" y="36703"/>
                  </a:lnTo>
                  <a:lnTo>
                    <a:pt x="1565973" y="41427"/>
                  </a:lnTo>
                  <a:lnTo>
                    <a:pt x="1609572" y="54965"/>
                  </a:lnTo>
                  <a:lnTo>
                    <a:pt x="1649031" y="76377"/>
                  </a:lnTo>
                  <a:lnTo>
                    <a:pt x="1683410" y="104736"/>
                  </a:lnTo>
                  <a:lnTo>
                    <a:pt x="1711782" y="139103"/>
                  </a:lnTo>
                  <a:lnTo>
                    <a:pt x="1733194" y="178536"/>
                  </a:lnTo>
                  <a:lnTo>
                    <a:pt x="1746732" y="222097"/>
                  </a:lnTo>
                  <a:lnTo>
                    <a:pt x="1751457" y="268859"/>
                  </a:lnTo>
                  <a:lnTo>
                    <a:pt x="1751457" y="125095"/>
                  </a:lnTo>
                  <a:lnTo>
                    <a:pt x="1726641" y="89979"/>
                  </a:lnTo>
                  <a:lnTo>
                    <a:pt x="1696173" y="59499"/>
                  </a:lnTo>
                  <a:lnTo>
                    <a:pt x="1660893" y="34544"/>
                  </a:lnTo>
                  <a:lnTo>
                    <a:pt x="1621523" y="15836"/>
                  </a:lnTo>
                  <a:lnTo>
                    <a:pt x="1578787" y="4076"/>
                  </a:lnTo>
                  <a:lnTo>
                    <a:pt x="1533398" y="0"/>
                  </a:lnTo>
                  <a:lnTo>
                    <a:pt x="252730" y="0"/>
                  </a:lnTo>
                  <a:lnTo>
                    <a:pt x="207302" y="4076"/>
                  </a:lnTo>
                  <a:lnTo>
                    <a:pt x="164541" y="15836"/>
                  </a:lnTo>
                  <a:lnTo>
                    <a:pt x="125171" y="34544"/>
                  </a:lnTo>
                  <a:lnTo>
                    <a:pt x="89890" y="59499"/>
                  </a:lnTo>
                  <a:lnTo>
                    <a:pt x="59436" y="89979"/>
                  </a:lnTo>
                  <a:lnTo>
                    <a:pt x="34505" y="125272"/>
                  </a:lnTo>
                  <a:lnTo>
                    <a:pt x="15811" y="164668"/>
                  </a:lnTo>
                  <a:lnTo>
                    <a:pt x="4064" y="207429"/>
                  </a:lnTo>
                  <a:lnTo>
                    <a:pt x="0" y="252857"/>
                  </a:lnTo>
                  <a:lnTo>
                    <a:pt x="0" y="3477895"/>
                  </a:lnTo>
                  <a:lnTo>
                    <a:pt x="4064" y="3523361"/>
                  </a:lnTo>
                  <a:lnTo>
                    <a:pt x="15811" y="3566147"/>
                  </a:lnTo>
                  <a:lnTo>
                    <a:pt x="34505" y="3605542"/>
                  </a:lnTo>
                  <a:lnTo>
                    <a:pt x="59436" y="3640836"/>
                  </a:lnTo>
                  <a:lnTo>
                    <a:pt x="89890" y="3671303"/>
                  </a:lnTo>
                  <a:lnTo>
                    <a:pt x="125171" y="3696246"/>
                  </a:lnTo>
                  <a:lnTo>
                    <a:pt x="164541" y="3714940"/>
                  </a:lnTo>
                  <a:lnTo>
                    <a:pt x="207302" y="3726688"/>
                  </a:lnTo>
                  <a:lnTo>
                    <a:pt x="252730" y="3730752"/>
                  </a:lnTo>
                  <a:lnTo>
                    <a:pt x="1533398" y="3730752"/>
                  </a:lnTo>
                  <a:lnTo>
                    <a:pt x="1578787" y="3726688"/>
                  </a:lnTo>
                  <a:lnTo>
                    <a:pt x="1621523" y="3714940"/>
                  </a:lnTo>
                  <a:lnTo>
                    <a:pt x="1639836" y="3706241"/>
                  </a:lnTo>
                  <a:lnTo>
                    <a:pt x="1660893" y="3696246"/>
                  </a:lnTo>
                  <a:lnTo>
                    <a:pt x="1696173" y="3671303"/>
                  </a:lnTo>
                  <a:lnTo>
                    <a:pt x="1726641" y="3640836"/>
                  </a:lnTo>
                  <a:lnTo>
                    <a:pt x="1751584" y="3605542"/>
                  </a:lnTo>
                  <a:lnTo>
                    <a:pt x="1770291" y="3566147"/>
                  </a:lnTo>
                  <a:lnTo>
                    <a:pt x="1782051" y="3523361"/>
                  </a:lnTo>
                  <a:lnTo>
                    <a:pt x="1786128" y="3477895"/>
                  </a:lnTo>
                  <a:lnTo>
                    <a:pt x="1786128" y="252857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43317" y="1125855"/>
              <a:ext cx="1839600" cy="3751200"/>
            </a:xfrm>
            <a:custGeom>
              <a:avLst/>
              <a:gdLst/>
              <a:ahLst/>
              <a:cxnLst/>
              <a:rect l="l" t="t" r="r" b="b"/>
              <a:pathLst>
                <a:path w="1741804" h="3686810">
                  <a:moveTo>
                    <a:pt x="1503172" y="0"/>
                  </a:moveTo>
                  <a:lnTo>
                    <a:pt x="238505" y="0"/>
                  </a:lnTo>
                  <a:lnTo>
                    <a:pt x="190476" y="4857"/>
                  </a:lnTo>
                  <a:lnTo>
                    <a:pt x="145714" y="18782"/>
                  </a:lnTo>
                  <a:lnTo>
                    <a:pt x="105187" y="40806"/>
                  </a:lnTo>
                  <a:lnTo>
                    <a:pt x="69865" y="69961"/>
                  </a:lnTo>
                  <a:lnTo>
                    <a:pt x="40717" y="105277"/>
                  </a:lnTo>
                  <a:lnTo>
                    <a:pt x="18710" y="145786"/>
                  </a:lnTo>
                  <a:lnTo>
                    <a:pt x="4815" y="190518"/>
                  </a:lnTo>
                  <a:lnTo>
                    <a:pt x="0" y="238506"/>
                  </a:lnTo>
                  <a:lnTo>
                    <a:pt x="0" y="3448050"/>
                  </a:lnTo>
                  <a:lnTo>
                    <a:pt x="4805" y="3495611"/>
                  </a:lnTo>
                  <a:lnTo>
                    <a:pt x="18764" y="3540823"/>
                  </a:lnTo>
                  <a:lnTo>
                    <a:pt x="40772" y="3581334"/>
                  </a:lnTo>
                  <a:lnTo>
                    <a:pt x="69913" y="3616642"/>
                  </a:lnTo>
                  <a:lnTo>
                    <a:pt x="105221" y="3645783"/>
                  </a:lnTo>
                  <a:lnTo>
                    <a:pt x="145732" y="3667791"/>
                  </a:lnTo>
                  <a:lnTo>
                    <a:pt x="190482" y="3681704"/>
                  </a:lnTo>
                  <a:lnTo>
                    <a:pt x="238505" y="3686556"/>
                  </a:lnTo>
                  <a:lnTo>
                    <a:pt x="1503172" y="3686556"/>
                  </a:lnTo>
                  <a:lnTo>
                    <a:pt x="1525773" y="3684270"/>
                  </a:lnTo>
                  <a:lnTo>
                    <a:pt x="238378" y="3684270"/>
                  </a:lnTo>
                  <a:lnTo>
                    <a:pt x="190911" y="3679464"/>
                  </a:lnTo>
                  <a:lnTo>
                    <a:pt x="146629" y="3665684"/>
                  </a:lnTo>
                  <a:lnTo>
                    <a:pt x="106533" y="3643885"/>
                  </a:lnTo>
                  <a:lnTo>
                    <a:pt x="71574" y="3615023"/>
                  </a:lnTo>
                  <a:lnTo>
                    <a:pt x="42709" y="3580053"/>
                  </a:lnTo>
                  <a:lnTo>
                    <a:pt x="20898" y="3539930"/>
                  </a:lnTo>
                  <a:lnTo>
                    <a:pt x="7102" y="3495611"/>
                  </a:lnTo>
                  <a:lnTo>
                    <a:pt x="2285" y="3448050"/>
                  </a:lnTo>
                  <a:lnTo>
                    <a:pt x="12911" y="3448050"/>
                  </a:lnTo>
                  <a:lnTo>
                    <a:pt x="2285" y="3447923"/>
                  </a:lnTo>
                  <a:lnTo>
                    <a:pt x="2285" y="238506"/>
                  </a:lnTo>
                  <a:lnTo>
                    <a:pt x="7096" y="191028"/>
                  </a:lnTo>
                  <a:lnTo>
                    <a:pt x="20883" y="146772"/>
                  </a:lnTo>
                  <a:lnTo>
                    <a:pt x="42682" y="106694"/>
                  </a:lnTo>
                  <a:lnTo>
                    <a:pt x="71527" y="71754"/>
                  </a:lnTo>
                  <a:lnTo>
                    <a:pt x="106453" y="42911"/>
                  </a:lnTo>
                  <a:lnTo>
                    <a:pt x="146481" y="21121"/>
                  </a:lnTo>
                  <a:lnTo>
                    <a:pt x="146334" y="21121"/>
                  </a:lnTo>
                  <a:lnTo>
                    <a:pt x="190591" y="7345"/>
                  </a:lnTo>
                  <a:lnTo>
                    <a:pt x="189780" y="7345"/>
                  </a:lnTo>
                  <a:lnTo>
                    <a:pt x="237251" y="2540"/>
                  </a:lnTo>
                  <a:lnTo>
                    <a:pt x="1528313" y="2540"/>
                  </a:lnTo>
                  <a:lnTo>
                    <a:pt x="1503172" y="0"/>
                  </a:lnTo>
                  <a:close/>
                </a:path>
                <a:path w="1741804" h="3686810">
                  <a:moveTo>
                    <a:pt x="1741665" y="3448050"/>
                  </a:moveTo>
                  <a:lnTo>
                    <a:pt x="1739137" y="3448050"/>
                  </a:lnTo>
                  <a:lnTo>
                    <a:pt x="1734332" y="3495611"/>
                  </a:lnTo>
                  <a:lnTo>
                    <a:pt x="1720554" y="3539930"/>
                  </a:lnTo>
                  <a:lnTo>
                    <a:pt x="1698760" y="3580053"/>
                  </a:lnTo>
                  <a:lnTo>
                    <a:pt x="1669907" y="3615023"/>
                  </a:lnTo>
                  <a:lnTo>
                    <a:pt x="1634952" y="3643885"/>
                  </a:lnTo>
                  <a:lnTo>
                    <a:pt x="1594852" y="3665684"/>
                  </a:lnTo>
                  <a:lnTo>
                    <a:pt x="1550564" y="3679464"/>
                  </a:lnTo>
                  <a:lnTo>
                    <a:pt x="1503045" y="3684270"/>
                  </a:lnTo>
                  <a:lnTo>
                    <a:pt x="1525773" y="3684270"/>
                  </a:lnTo>
                  <a:lnTo>
                    <a:pt x="1595881" y="3667791"/>
                  </a:lnTo>
                  <a:lnTo>
                    <a:pt x="1636382" y="3645783"/>
                  </a:lnTo>
                  <a:lnTo>
                    <a:pt x="1671687" y="3616642"/>
                  </a:lnTo>
                  <a:lnTo>
                    <a:pt x="1700833" y="3581334"/>
                  </a:lnTo>
                  <a:lnTo>
                    <a:pt x="1722855" y="3540823"/>
                  </a:lnTo>
                  <a:lnTo>
                    <a:pt x="1736788" y="3496073"/>
                  </a:lnTo>
                  <a:lnTo>
                    <a:pt x="1736860" y="3495611"/>
                  </a:lnTo>
                  <a:lnTo>
                    <a:pt x="1741665" y="3448050"/>
                  </a:lnTo>
                  <a:close/>
                </a:path>
                <a:path w="1741804" h="3686810">
                  <a:moveTo>
                    <a:pt x="15336" y="3448050"/>
                  </a:moveTo>
                  <a:lnTo>
                    <a:pt x="12911" y="3448050"/>
                  </a:lnTo>
                  <a:lnTo>
                    <a:pt x="16880" y="3487309"/>
                  </a:lnTo>
                  <a:lnTo>
                    <a:pt x="30555" y="3531665"/>
                  </a:lnTo>
                  <a:lnTo>
                    <a:pt x="52094" y="3571291"/>
                  </a:lnTo>
                  <a:lnTo>
                    <a:pt x="80613" y="3605831"/>
                  </a:lnTo>
                  <a:lnTo>
                    <a:pt x="115168" y="3634341"/>
                  </a:lnTo>
                  <a:lnTo>
                    <a:pt x="154816" y="3655875"/>
                  </a:lnTo>
                  <a:lnTo>
                    <a:pt x="198614" y="3669489"/>
                  </a:lnTo>
                  <a:lnTo>
                    <a:pt x="245617" y="3674237"/>
                  </a:lnTo>
                  <a:lnTo>
                    <a:pt x="1495932" y="3674237"/>
                  </a:lnTo>
                  <a:lnTo>
                    <a:pt x="1519801" y="3671824"/>
                  </a:lnTo>
                  <a:lnTo>
                    <a:pt x="245617" y="3671824"/>
                  </a:lnTo>
                  <a:lnTo>
                    <a:pt x="199119" y="3667122"/>
                  </a:lnTo>
                  <a:lnTo>
                    <a:pt x="155783" y="3653641"/>
                  </a:lnTo>
                  <a:lnTo>
                    <a:pt x="116546" y="3632316"/>
                  </a:lnTo>
                  <a:lnTo>
                    <a:pt x="82343" y="3604085"/>
                  </a:lnTo>
                  <a:lnTo>
                    <a:pt x="54112" y="3569882"/>
                  </a:lnTo>
                  <a:lnTo>
                    <a:pt x="32787" y="3530645"/>
                  </a:lnTo>
                  <a:lnTo>
                    <a:pt x="19306" y="3487309"/>
                  </a:lnTo>
                  <a:lnTo>
                    <a:pt x="15336" y="3448050"/>
                  </a:lnTo>
                  <a:close/>
                </a:path>
                <a:path w="1741804" h="3686810">
                  <a:moveTo>
                    <a:pt x="1728626" y="3448050"/>
                  </a:moveTo>
                  <a:lnTo>
                    <a:pt x="1726214" y="3448050"/>
                  </a:lnTo>
                  <a:lnTo>
                    <a:pt x="1722244" y="3487309"/>
                  </a:lnTo>
                  <a:lnTo>
                    <a:pt x="1708763" y="3530645"/>
                  </a:lnTo>
                  <a:lnTo>
                    <a:pt x="1687438" y="3569882"/>
                  </a:lnTo>
                  <a:lnTo>
                    <a:pt x="1659207" y="3604085"/>
                  </a:lnTo>
                  <a:lnTo>
                    <a:pt x="1625004" y="3632316"/>
                  </a:lnTo>
                  <a:lnTo>
                    <a:pt x="1585767" y="3653641"/>
                  </a:lnTo>
                  <a:lnTo>
                    <a:pt x="1542431" y="3667122"/>
                  </a:lnTo>
                  <a:lnTo>
                    <a:pt x="1495932" y="3671824"/>
                  </a:lnTo>
                  <a:lnTo>
                    <a:pt x="1519801" y="3671824"/>
                  </a:lnTo>
                  <a:lnTo>
                    <a:pt x="1586674" y="3655875"/>
                  </a:lnTo>
                  <a:lnTo>
                    <a:pt x="1626314" y="3634341"/>
                  </a:lnTo>
                  <a:lnTo>
                    <a:pt x="1660870" y="3605831"/>
                  </a:lnTo>
                  <a:lnTo>
                    <a:pt x="1689397" y="3571291"/>
                  </a:lnTo>
                  <a:lnTo>
                    <a:pt x="1710948" y="3531665"/>
                  </a:lnTo>
                  <a:lnTo>
                    <a:pt x="1724579" y="3487899"/>
                  </a:lnTo>
                  <a:lnTo>
                    <a:pt x="1724656" y="3487309"/>
                  </a:lnTo>
                  <a:lnTo>
                    <a:pt x="1728626" y="3448050"/>
                  </a:lnTo>
                  <a:close/>
                </a:path>
                <a:path w="1741804" h="3686810">
                  <a:moveTo>
                    <a:pt x="1726226" y="3447923"/>
                  </a:moveTo>
                  <a:lnTo>
                    <a:pt x="15324" y="3447923"/>
                  </a:lnTo>
                  <a:lnTo>
                    <a:pt x="1726214" y="3448050"/>
                  </a:lnTo>
                  <a:close/>
                </a:path>
                <a:path w="1741804" h="3686810">
                  <a:moveTo>
                    <a:pt x="1739137" y="3447923"/>
                  </a:moveTo>
                  <a:lnTo>
                    <a:pt x="1728639" y="3447923"/>
                  </a:lnTo>
                  <a:lnTo>
                    <a:pt x="1739137" y="3448050"/>
                  </a:lnTo>
                  <a:close/>
                </a:path>
                <a:path w="1741804" h="3686810">
                  <a:moveTo>
                    <a:pt x="1495932" y="12319"/>
                  </a:moveTo>
                  <a:lnTo>
                    <a:pt x="245617" y="12319"/>
                  </a:lnTo>
                  <a:lnTo>
                    <a:pt x="198651" y="17072"/>
                  </a:lnTo>
                  <a:lnTo>
                    <a:pt x="154870" y="30700"/>
                  </a:lnTo>
                  <a:lnTo>
                    <a:pt x="115224" y="52254"/>
                  </a:lnTo>
                  <a:lnTo>
                    <a:pt x="80660" y="80787"/>
                  </a:lnTo>
                  <a:lnTo>
                    <a:pt x="52127" y="115351"/>
                  </a:lnTo>
                  <a:lnTo>
                    <a:pt x="30573" y="154997"/>
                  </a:lnTo>
                  <a:lnTo>
                    <a:pt x="16945" y="198778"/>
                  </a:lnTo>
                  <a:lnTo>
                    <a:pt x="12191" y="245745"/>
                  </a:lnTo>
                  <a:lnTo>
                    <a:pt x="12191" y="3440938"/>
                  </a:lnTo>
                  <a:lnTo>
                    <a:pt x="12898" y="3447923"/>
                  </a:lnTo>
                  <a:lnTo>
                    <a:pt x="15324" y="3447923"/>
                  </a:lnTo>
                  <a:lnTo>
                    <a:pt x="14617" y="3440938"/>
                  </a:lnTo>
                  <a:lnTo>
                    <a:pt x="14604" y="245745"/>
                  </a:lnTo>
                  <a:lnTo>
                    <a:pt x="19306" y="199246"/>
                  </a:lnTo>
                  <a:lnTo>
                    <a:pt x="32787" y="155910"/>
                  </a:lnTo>
                  <a:lnTo>
                    <a:pt x="54112" y="116673"/>
                  </a:lnTo>
                  <a:lnTo>
                    <a:pt x="82343" y="82470"/>
                  </a:lnTo>
                  <a:lnTo>
                    <a:pt x="116546" y="54239"/>
                  </a:lnTo>
                  <a:lnTo>
                    <a:pt x="155783" y="32914"/>
                  </a:lnTo>
                  <a:lnTo>
                    <a:pt x="199119" y="19433"/>
                  </a:lnTo>
                  <a:lnTo>
                    <a:pt x="245617" y="14732"/>
                  </a:lnTo>
                  <a:lnTo>
                    <a:pt x="1519794" y="14732"/>
                  </a:lnTo>
                  <a:lnTo>
                    <a:pt x="1495932" y="12319"/>
                  </a:lnTo>
                  <a:close/>
                </a:path>
                <a:path w="1741804" h="3686810">
                  <a:moveTo>
                    <a:pt x="1519794" y="14732"/>
                  </a:moveTo>
                  <a:lnTo>
                    <a:pt x="1495932" y="14732"/>
                  </a:lnTo>
                  <a:lnTo>
                    <a:pt x="1542431" y="19433"/>
                  </a:lnTo>
                  <a:lnTo>
                    <a:pt x="1585767" y="32914"/>
                  </a:lnTo>
                  <a:lnTo>
                    <a:pt x="1625004" y="54239"/>
                  </a:lnTo>
                  <a:lnTo>
                    <a:pt x="1659207" y="82470"/>
                  </a:lnTo>
                  <a:lnTo>
                    <a:pt x="1687438" y="116673"/>
                  </a:lnTo>
                  <a:lnTo>
                    <a:pt x="1708763" y="155910"/>
                  </a:lnTo>
                  <a:lnTo>
                    <a:pt x="1722244" y="199246"/>
                  </a:lnTo>
                  <a:lnTo>
                    <a:pt x="1726946" y="245745"/>
                  </a:lnTo>
                  <a:lnTo>
                    <a:pt x="1726933" y="3440938"/>
                  </a:lnTo>
                  <a:lnTo>
                    <a:pt x="1726226" y="3447923"/>
                  </a:lnTo>
                  <a:lnTo>
                    <a:pt x="1728639" y="3447923"/>
                  </a:lnTo>
                  <a:lnTo>
                    <a:pt x="1729346" y="3440938"/>
                  </a:lnTo>
                  <a:lnTo>
                    <a:pt x="1729358" y="245745"/>
                  </a:lnTo>
                  <a:lnTo>
                    <a:pt x="1724658" y="199246"/>
                  </a:lnTo>
                  <a:lnTo>
                    <a:pt x="1724610" y="198778"/>
                  </a:lnTo>
                  <a:lnTo>
                    <a:pt x="1710995" y="154997"/>
                  </a:lnTo>
                  <a:lnTo>
                    <a:pt x="1689456" y="115351"/>
                  </a:lnTo>
                  <a:lnTo>
                    <a:pt x="1660937" y="80787"/>
                  </a:lnTo>
                  <a:lnTo>
                    <a:pt x="1626382" y="52254"/>
                  </a:lnTo>
                  <a:lnTo>
                    <a:pt x="1586734" y="30700"/>
                  </a:lnTo>
                  <a:lnTo>
                    <a:pt x="1542936" y="17072"/>
                  </a:lnTo>
                  <a:lnTo>
                    <a:pt x="1519794" y="14732"/>
                  </a:lnTo>
                  <a:close/>
                </a:path>
                <a:path w="1741804" h="3686810">
                  <a:moveTo>
                    <a:pt x="1528313" y="2540"/>
                  </a:moveTo>
                  <a:lnTo>
                    <a:pt x="1503045" y="2540"/>
                  </a:lnTo>
                  <a:lnTo>
                    <a:pt x="1550564" y="7345"/>
                  </a:lnTo>
                  <a:lnTo>
                    <a:pt x="1594852" y="21121"/>
                  </a:lnTo>
                  <a:lnTo>
                    <a:pt x="1634952" y="42911"/>
                  </a:lnTo>
                  <a:lnTo>
                    <a:pt x="1669907" y="71754"/>
                  </a:lnTo>
                  <a:lnTo>
                    <a:pt x="1698760" y="106694"/>
                  </a:lnTo>
                  <a:lnTo>
                    <a:pt x="1720554" y="146772"/>
                  </a:lnTo>
                  <a:lnTo>
                    <a:pt x="1734332" y="191028"/>
                  </a:lnTo>
                  <a:lnTo>
                    <a:pt x="1739137" y="238506"/>
                  </a:lnTo>
                  <a:lnTo>
                    <a:pt x="1739137" y="3447923"/>
                  </a:lnTo>
                  <a:lnTo>
                    <a:pt x="1741677" y="3447923"/>
                  </a:lnTo>
                  <a:lnTo>
                    <a:pt x="1741677" y="238506"/>
                  </a:lnTo>
                  <a:lnTo>
                    <a:pt x="1736881" y="191028"/>
                  </a:lnTo>
                  <a:lnTo>
                    <a:pt x="1736829" y="190518"/>
                  </a:lnTo>
                  <a:lnTo>
                    <a:pt x="1722930" y="145786"/>
                  </a:lnTo>
                  <a:lnTo>
                    <a:pt x="1700935" y="105277"/>
                  </a:lnTo>
                  <a:lnTo>
                    <a:pt x="1671803" y="69961"/>
                  </a:lnTo>
                  <a:lnTo>
                    <a:pt x="1636497" y="40806"/>
                  </a:lnTo>
                  <a:lnTo>
                    <a:pt x="1595978" y="18782"/>
                  </a:lnTo>
                  <a:lnTo>
                    <a:pt x="1551212" y="4857"/>
                  </a:lnTo>
                  <a:lnTo>
                    <a:pt x="1528313" y="2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709410" y="1884755"/>
              <a:ext cx="1807210" cy="2951480"/>
            </a:xfrm>
            <a:custGeom>
              <a:avLst/>
              <a:gdLst/>
              <a:ahLst/>
              <a:cxnLst/>
              <a:rect l="l" t="t" r="r" b="b"/>
              <a:pathLst>
                <a:path w="1807209" h="2951479">
                  <a:moveTo>
                    <a:pt x="5384" y="88"/>
                  </a:moveTo>
                  <a:lnTo>
                    <a:pt x="0" y="88"/>
                  </a:lnTo>
                  <a:lnTo>
                    <a:pt x="0" y="269671"/>
                  </a:lnTo>
                  <a:lnTo>
                    <a:pt x="5384" y="269671"/>
                  </a:lnTo>
                  <a:lnTo>
                    <a:pt x="5384" y="88"/>
                  </a:lnTo>
                  <a:close/>
                </a:path>
                <a:path w="1807209" h="2951479">
                  <a:moveTo>
                    <a:pt x="1793633" y="2664980"/>
                  </a:moveTo>
                  <a:lnTo>
                    <a:pt x="1793367" y="2662605"/>
                  </a:lnTo>
                  <a:lnTo>
                    <a:pt x="1787829" y="2714955"/>
                  </a:lnTo>
                  <a:lnTo>
                    <a:pt x="1774964" y="2761577"/>
                  </a:lnTo>
                  <a:lnTo>
                    <a:pt x="1755470" y="2802598"/>
                  </a:lnTo>
                  <a:lnTo>
                    <a:pt x="1730006" y="2838132"/>
                  </a:lnTo>
                  <a:lnTo>
                    <a:pt x="1699285" y="2868307"/>
                  </a:lnTo>
                  <a:lnTo>
                    <a:pt x="1663979" y="2893237"/>
                  </a:lnTo>
                  <a:lnTo>
                    <a:pt x="1624787" y="2913062"/>
                  </a:lnTo>
                  <a:lnTo>
                    <a:pt x="1582381" y="2927883"/>
                  </a:lnTo>
                  <a:lnTo>
                    <a:pt x="1537462" y="2937840"/>
                  </a:lnTo>
                  <a:lnTo>
                    <a:pt x="1490726" y="2943021"/>
                  </a:lnTo>
                  <a:lnTo>
                    <a:pt x="275844" y="2945434"/>
                  </a:lnTo>
                  <a:lnTo>
                    <a:pt x="219405" y="2939707"/>
                  </a:lnTo>
                  <a:lnTo>
                    <a:pt x="167678" y="2922663"/>
                  </a:lnTo>
                  <a:lnTo>
                    <a:pt x="120980" y="2896768"/>
                  </a:lnTo>
                  <a:lnTo>
                    <a:pt x="79629" y="2864535"/>
                  </a:lnTo>
                  <a:lnTo>
                    <a:pt x="106273" y="2888526"/>
                  </a:lnTo>
                  <a:lnTo>
                    <a:pt x="137020" y="2911094"/>
                  </a:lnTo>
                  <a:lnTo>
                    <a:pt x="174205" y="2930182"/>
                  </a:lnTo>
                  <a:lnTo>
                    <a:pt x="220167" y="2943758"/>
                  </a:lnTo>
                  <a:lnTo>
                    <a:pt x="277241" y="2949752"/>
                  </a:lnTo>
                  <a:lnTo>
                    <a:pt x="326504" y="2950451"/>
                  </a:lnTo>
                  <a:lnTo>
                    <a:pt x="512191" y="2951315"/>
                  </a:lnTo>
                  <a:lnTo>
                    <a:pt x="1119378" y="2951264"/>
                  </a:lnTo>
                  <a:lnTo>
                    <a:pt x="1510665" y="2949752"/>
                  </a:lnTo>
                  <a:lnTo>
                    <a:pt x="1551419" y="2946006"/>
                  </a:lnTo>
                  <a:lnTo>
                    <a:pt x="1598676" y="2935719"/>
                  </a:lnTo>
                  <a:lnTo>
                    <a:pt x="1647063" y="2918396"/>
                  </a:lnTo>
                  <a:lnTo>
                    <a:pt x="1691259" y="2893491"/>
                  </a:lnTo>
                  <a:lnTo>
                    <a:pt x="1732457" y="2855493"/>
                  </a:lnTo>
                  <a:lnTo>
                    <a:pt x="1760867" y="2810624"/>
                  </a:lnTo>
                  <a:lnTo>
                    <a:pt x="1778838" y="2764028"/>
                  </a:lnTo>
                  <a:lnTo>
                    <a:pt x="1788718" y="2720797"/>
                  </a:lnTo>
                  <a:lnTo>
                    <a:pt x="1792871" y="2686075"/>
                  </a:lnTo>
                  <a:lnTo>
                    <a:pt x="1793633" y="2664980"/>
                  </a:lnTo>
                  <a:close/>
                </a:path>
                <a:path w="1807209" h="2951479">
                  <a:moveTo>
                    <a:pt x="1807210" y="3479"/>
                  </a:moveTo>
                  <a:lnTo>
                    <a:pt x="1805749" y="1689"/>
                  </a:lnTo>
                  <a:lnTo>
                    <a:pt x="1805749" y="0"/>
                  </a:lnTo>
                  <a:lnTo>
                    <a:pt x="1799463" y="0"/>
                  </a:lnTo>
                  <a:lnTo>
                    <a:pt x="1799463" y="400354"/>
                  </a:lnTo>
                  <a:lnTo>
                    <a:pt x="1804416" y="400354"/>
                  </a:lnTo>
                  <a:lnTo>
                    <a:pt x="1805749" y="400354"/>
                  </a:lnTo>
                  <a:lnTo>
                    <a:pt x="1805749" y="398665"/>
                  </a:lnTo>
                  <a:lnTo>
                    <a:pt x="1807210" y="396798"/>
                  </a:lnTo>
                  <a:lnTo>
                    <a:pt x="1806778" y="372872"/>
                  </a:lnTo>
                  <a:lnTo>
                    <a:pt x="1806282" y="267373"/>
                  </a:lnTo>
                  <a:lnTo>
                    <a:pt x="1806257" y="133019"/>
                  </a:lnTo>
                  <a:lnTo>
                    <a:pt x="1806752" y="27457"/>
                  </a:lnTo>
                  <a:lnTo>
                    <a:pt x="1807210" y="3479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06361" y="1884807"/>
              <a:ext cx="3175" cy="269875"/>
            </a:xfrm>
            <a:custGeom>
              <a:avLst/>
              <a:gdLst/>
              <a:ahLst/>
              <a:cxnLst/>
              <a:rect l="l" t="t" r="r" b="b"/>
              <a:pathLst>
                <a:path w="3175" h="269875">
                  <a:moveTo>
                    <a:pt x="2794" y="0"/>
                  </a:moveTo>
                  <a:lnTo>
                    <a:pt x="0" y="3555"/>
                  </a:lnTo>
                  <a:lnTo>
                    <a:pt x="658" y="39123"/>
                  </a:lnTo>
                  <a:lnTo>
                    <a:pt x="969" y="100092"/>
                  </a:lnTo>
                  <a:lnTo>
                    <a:pt x="950" y="169528"/>
                  </a:lnTo>
                  <a:lnTo>
                    <a:pt x="621" y="230497"/>
                  </a:lnTo>
                  <a:lnTo>
                    <a:pt x="0" y="266064"/>
                  </a:lnTo>
                  <a:lnTo>
                    <a:pt x="2794" y="269493"/>
                  </a:lnTo>
                  <a:lnTo>
                    <a:pt x="2794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706361" y="1884844"/>
              <a:ext cx="15240" cy="605155"/>
            </a:xfrm>
            <a:custGeom>
              <a:avLst/>
              <a:gdLst/>
              <a:ahLst/>
              <a:cxnLst/>
              <a:rect l="l" t="t" r="r" b="b"/>
              <a:pathLst>
                <a:path w="15240" h="605155">
                  <a:moveTo>
                    <a:pt x="2794" y="335241"/>
                  </a:moveTo>
                  <a:lnTo>
                    <a:pt x="0" y="338797"/>
                  </a:lnTo>
                  <a:lnTo>
                    <a:pt x="647" y="374370"/>
                  </a:lnTo>
                  <a:lnTo>
                    <a:pt x="965" y="435343"/>
                  </a:lnTo>
                  <a:lnTo>
                    <a:pt x="939" y="504774"/>
                  </a:lnTo>
                  <a:lnTo>
                    <a:pt x="609" y="565746"/>
                  </a:lnTo>
                  <a:lnTo>
                    <a:pt x="0" y="601306"/>
                  </a:lnTo>
                  <a:lnTo>
                    <a:pt x="2794" y="604735"/>
                  </a:lnTo>
                  <a:lnTo>
                    <a:pt x="2794" y="335241"/>
                  </a:lnTo>
                  <a:close/>
                </a:path>
                <a:path w="15240" h="605155">
                  <a:moveTo>
                    <a:pt x="8432" y="335292"/>
                  </a:moveTo>
                  <a:lnTo>
                    <a:pt x="3048" y="335292"/>
                  </a:lnTo>
                  <a:lnTo>
                    <a:pt x="3048" y="604862"/>
                  </a:lnTo>
                  <a:lnTo>
                    <a:pt x="8432" y="604862"/>
                  </a:lnTo>
                  <a:lnTo>
                    <a:pt x="8432" y="335292"/>
                  </a:lnTo>
                  <a:close/>
                </a:path>
                <a:path w="15240" h="605155">
                  <a:moveTo>
                    <a:pt x="14986" y="335292"/>
                  </a:moveTo>
                  <a:lnTo>
                    <a:pt x="9144" y="335292"/>
                  </a:lnTo>
                  <a:lnTo>
                    <a:pt x="9144" y="604862"/>
                  </a:lnTo>
                  <a:lnTo>
                    <a:pt x="14986" y="604862"/>
                  </a:lnTo>
                  <a:lnTo>
                    <a:pt x="14986" y="335292"/>
                  </a:lnTo>
                  <a:close/>
                </a:path>
                <a:path w="15240" h="605155">
                  <a:moveTo>
                    <a:pt x="14986" y="0"/>
                  </a:moveTo>
                  <a:lnTo>
                    <a:pt x="9144" y="0"/>
                  </a:lnTo>
                  <a:lnTo>
                    <a:pt x="9144" y="269582"/>
                  </a:lnTo>
                  <a:lnTo>
                    <a:pt x="14986" y="269582"/>
                  </a:lnTo>
                  <a:lnTo>
                    <a:pt x="14986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709409" y="1567726"/>
              <a:ext cx="5715" cy="144145"/>
            </a:xfrm>
            <a:custGeom>
              <a:avLst/>
              <a:gdLst/>
              <a:ahLst/>
              <a:cxnLst/>
              <a:rect l="l" t="t" r="r" b="b"/>
              <a:pathLst>
                <a:path w="5715" h="144144">
                  <a:moveTo>
                    <a:pt x="5394" y="0"/>
                  </a:moveTo>
                  <a:lnTo>
                    <a:pt x="0" y="0"/>
                  </a:lnTo>
                  <a:lnTo>
                    <a:pt x="0" y="144106"/>
                  </a:lnTo>
                  <a:lnTo>
                    <a:pt x="5394" y="144106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3A3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06361" y="1567688"/>
              <a:ext cx="3175" cy="144145"/>
            </a:xfrm>
            <a:custGeom>
              <a:avLst/>
              <a:gdLst/>
              <a:ahLst/>
              <a:cxnLst/>
              <a:rect l="l" t="t" r="r" b="b"/>
              <a:pathLst>
                <a:path w="3175" h="144144">
                  <a:moveTo>
                    <a:pt x="2794" y="0"/>
                  </a:moveTo>
                  <a:lnTo>
                    <a:pt x="0" y="3428"/>
                  </a:lnTo>
                  <a:lnTo>
                    <a:pt x="767" y="32843"/>
                  </a:lnTo>
                  <a:lnTo>
                    <a:pt x="1000" y="72056"/>
                  </a:lnTo>
                  <a:lnTo>
                    <a:pt x="732" y="111246"/>
                  </a:lnTo>
                  <a:lnTo>
                    <a:pt x="0" y="140588"/>
                  </a:lnTo>
                  <a:lnTo>
                    <a:pt x="2794" y="144017"/>
                  </a:lnTo>
                  <a:lnTo>
                    <a:pt x="2794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715506" y="1567726"/>
              <a:ext cx="6350" cy="144145"/>
            </a:xfrm>
            <a:custGeom>
              <a:avLst/>
              <a:gdLst/>
              <a:ahLst/>
              <a:cxnLst/>
              <a:rect l="l" t="t" r="r" b="b"/>
              <a:pathLst>
                <a:path w="6350" h="144144">
                  <a:moveTo>
                    <a:pt x="5851" y="0"/>
                  </a:moveTo>
                  <a:lnTo>
                    <a:pt x="0" y="0"/>
                  </a:lnTo>
                  <a:lnTo>
                    <a:pt x="0" y="144106"/>
                  </a:lnTo>
                  <a:lnTo>
                    <a:pt x="5851" y="144106"/>
                  </a:lnTo>
                  <a:lnTo>
                    <a:pt x="5851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5029" y="1217294"/>
              <a:ext cx="59690" cy="5702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739633" y="1229741"/>
              <a:ext cx="31115" cy="33655"/>
            </a:xfrm>
            <a:custGeom>
              <a:avLst/>
              <a:gdLst/>
              <a:ahLst/>
              <a:cxnLst/>
              <a:rect l="l" t="t" r="r" b="b"/>
              <a:pathLst>
                <a:path w="31115" h="33655">
                  <a:moveTo>
                    <a:pt x="24130" y="0"/>
                  </a:moveTo>
                  <a:lnTo>
                    <a:pt x="6985" y="0"/>
                  </a:lnTo>
                  <a:lnTo>
                    <a:pt x="0" y="7493"/>
                  </a:lnTo>
                  <a:lnTo>
                    <a:pt x="0" y="26035"/>
                  </a:lnTo>
                  <a:lnTo>
                    <a:pt x="6985" y="33655"/>
                  </a:lnTo>
                  <a:lnTo>
                    <a:pt x="24130" y="33655"/>
                  </a:lnTo>
                  <a:lnTo>
                    <a:pt x="31115" y="26035"/>
                  </a:lnTo>
                  <a:lnTo>
                    <a:pt x="31115" y="16763"/>
                  </a:lnTo>
                  <a:lnTo>
                    <a:pt x="31115" y="7493"/>
                  </a:lnTo>
                  <a:lnTo>
                    <a:pt x="24130" y="0"/>
                  </a:lnTo>
                  <a:close/>
                </a:path>
              </a:pathLst>
            </a:custGeom>
            <a:solidFill>
              <a:srgbClr val="0A12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740142" y="1232153"/>
              <a:ext cx="29845" cy="27305"/>
            </a:xfrm>
            <a:custGeom>
              <a:avLst/>
              <a:gdLst/>
              <a:ahLst/>
              <a:cxnLst/>
              <a:rect l="l" t="t" r="r" b="b"/>
              <a:pathLst>
                <a:path w="29845" h="27305">
                  <a:moveTo>
                    <a:pt x="29591" y="6096"/>
                  </a:moveTo>
                  <a:lnTo>
                    <a:pt x="22987" y="0"/>
                  </a:lnTo>
                  <a:lnTo>
                    <a:pt x="6604" y="0"/>
                  </a:lnTo>
                  <a:lnTo>
                    <a:pt x="0" y="6096"/>
                  </a:lnTo>
                  <a:lnTo>
                    <a:pt x="0" y="21209"/>
                  </a:lnTo>
                  <a:lnTo>
                    <a:pt x="6731" y="27305"/>
                  </a:lnTo>
                  <a:lnTo>
                    <a:pt x="22987" y="27305"/>
                  </a:lnTo>
                  <a:lnTo>
                    <a:pt x="29591" y="21082"/>
                  </a:lnTo>
                  <a:lnTo>
                    <a:pt x="29591" y="13589"/>
                  </a:lnTo>
                  <a:lnTo>
                    <a:pt x="29591" y="609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757921" y="1247394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59">
                  <a:moveTo>
                    <a:pt x="7493" y="0"/>
                  </a:moveTo>
                  <a:lnTo>
                    <a:pt x="2158" y="0"/>
                  </a:lnTo>
                  <a:lnTo>
                    <a:pt x="0" y="2158"/>
                  </a:lnTo>
                  <a:lnTo>
                    <a:pt x="0" y="7492"/>
                  </a:lnTo>
                  <a:lnTo>
                    <a:pt x="2158" y="9651"/>
                  </a:lnTo>
                  <a:lnTo>
                    <a:pt x="7493" y="9651"/>
                  </a:lnTo>
                  <a:lnTo>
                    <a:pt x="9651" y="7492"/>
                  </a:lnTo>
                  <a:lnTo>
                    <a:pt x="9651" y="4825"/>
                  </a:lnTo>
                  <a:lnTo>
                    <a:pt x="9651" y="2158"/>
                  </a:lnTo>
                  <a:lnTo>
                    <a:pt x="749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596247" y="1083182"/>
              <a:ext cx="1789430" cy="3733800"/>
            </a:xfrm>
            <a:custGeom>
              <a:avLst/>
              <a:gdLst/>
              <a:ahLst/>
              <a:cxnLst/>
              <a:rect l="l" t="t" r="r" b="b"/>
              <a:pathLst>
                <a:path w="1789429" h="3733800">
                  <a:moveTo>
                    <a:pt x="1789176" y="253111"/>
                  </a:moveTo>
                  <a:lnTo>
                    <a:pt x="1785086" y="207606"/>
                  </a:lnTo>
                  <a:lnTo>
                    <a:pt x="1773326" y="164782"/>
                  </a:lnTo>
                  <a:lnTo>
                    <a:pt x="1764411" y="146024"/>
                  </a:lnTo>
                  <a:lnTo>
                    <a:pt x="1764411" y="261874"/>
                  </a:lnTo>
                  <a:lnTo>
                    <a:pt x="1764411" y="3473196"/>
                  </a:lnTo>
                  <a:lnTo>
                    <a:pt x="1759712" y="3519767"/>
                  </a:lnTo>
                  <a:lnTo>
                    <a:pt x="1745869" y="3564318"/>
                  </a:lnTo>
                  <a:lnTo>
                    <a:pt x="1723974" y="3604628"/>
                  </a:lnTo>
                  <a:lnTo>
                    <a:pt x="1694980" y="3639769"/>
                  </a:lnTo>
                  <a:lnTo>
                    <a:pt x="1659839" y="3668750"/>
                  </a:lnTo>
                  <a:lnTo>
                    <a:pt x="1619491" y="3690632"/>
                  </a:lnTo>
                  <a:lnTo>
                    <a:pt x="1574914" y="3704475"/>
                  </a:lnTo>
                  <a:lnTo>
                    <a:pt x="1527048" y="3709289"/>
                  </a:lnTo>
                  <a:lnTo>
                    <a:pt x="262001" y="3709289"/>
                  </a:lnTo>
                  <a:lnTo>
                    <a:pt x="214160" y="3704475"/>
                  </a:lnTo>
                  <a:lnTo>
                    <a:pt x="169595" y="3690632"/>
                  </a:lnTo>
                  <a:lnTo>
                    <a:pt x="129260" y="3668750"/>
                  </a:lnTo>
                  <a:lnTo>
                    <a:pt x="94107" y="3639769"/>
                  </a:lnTo>
                  <a:lnTo>
                    <a:pt x="65087" y="3604628"/>
                  </a:lnTo>
                  <a:lnTo>
                    <a:pt x="43180" y="3564318"/>
                  </a:lnTo>
                  <a:lnTo>
                    <a:pt x="29337" y="3519767"/>
                  </a:lnTo>
                  <a:lnTo>
                    <a:pt x="29286" y="3519309"/>
                  </a:lnTo>
                  <a:lnTo>
                    <a:pt x="43040" y="3563556"/>
                  </a:lnTo>
                  <a:lnTo>
                    <a:pt x="64922" y="3603866"/>
                  </a:lnTo>
                  <a:lnTo>
                    <a:pt x="93916" y="3639007"/>
                  </a:lnTo>
                  <a:lnTo>
                    <a:pt x="129044" y="3667988"/>
                  </a:lnTo>
                  <a:lnTo>
                    <a:pt x="169354" y="3689870"/>
                  </a:lnTo>
                  <a:lnTo>
                    <a:pt x="213906" y="3703713"/>
                  </a:lnTo>
                  <a:lnTo>
                    <a:pt x="261747" y="3708527"/>
                  </a:lnTo>
                  <a:lnTo>
                    <a:pt x="1526286" y="3708527"/>
                  </a:lnTo>
                  <a:lnTo>
                    <a:pt x="1574114" y="3703713"/>
                  </a:lnTo>
                  <a:lnTo>
                    <a:pt x="1598244" y="3696208"/>
                  </a:lnTo>
                  <a:lnTo>
                    <a:pt x="1618665" y="3689870"/>
                  </a:lnTo>
                  <a:lnTo>
                    <a:pt x="1658975" y="3667988"/>
                  </a:lnTo>
                  <a:lnTo>
                    <a:pt x="1694116" y="3639007"/>
                  </a:lnTo>
                  <a:lnTo>
                    <a:pt x="1723097" y="3603866"/>
                  </a:lnTo>
                  <a:lnTo>
                    <a:pt x="1744980" y="3563556"/>
                  </a:lnTo>
                  <a:lnTo>
                    <a:pt x="1758823" y="3519005"/>
                  </a:lnTo>
                  <a:lnTo>
                    <a:pt x="1763649" y="3471164"/>
                  </a:lnTo>
                  <a:lnTo>
                    <a:pt x="1763649" y="261747"/>
                  </a:lnTo>
                  <a:lnTo>
                    <a:pt x="1758823" y="213918"/>
                  </a:lnTo>
                  <a:lnTo>
                    <a:pt x="1751457" y="190220"/>
                  </a:lnTo>
                  <a:lnTo>
                    <a:pt x="1751457" y="268859"/>
                  </a:lnTo>
                  <a:lnTo>
                    <a:pt x="1751330" y="3464052"/>
                  </a:lnTo>
                  <a:lnTo>
                    <a:pt x="1746605" y="3510864"/>
                  </a:lnTo>
                  <a:lnTo>
                    <a:pt x="1733067" y="3554450"/>
                  </a:lnTo>
                  <a:lnTo>
                    <a:pt x="1711655" y="3593884"/>
                  </a:lnTo>
                  <a:lnTo>
                    <a:pt x="1683283" y="3628237"/>
                  </a:lnTo>
                  <a:lnTo>
                    <a:pt x="1648904" y="3656584"/>
                  </a:lnTo>
                  <a:lnTo>
                    <a:pt x="1609445" y="3677983"/>
                  </a:lnTo>
                  <a:lnTo>
                    <a:pt x="1565846" y="3691496"/>
                  </a:lnTo>
                  <a:lnTo>
                    <a:pt x="1519047" y="3696208"/>
                  </a:lnTo>
                  <a:lnTo>
                    <a:pt x="268859" y="3696208"/>
                  </a:lnTo>
                  <a:lnTo>
                    <a:pt x="222046" y="3691496"/>
                  </a:lnTo>
                  <a:lnTo>
                    <a:pt x="178447" y="3677983"/>
                  </a:lnTo>
                  <a:lnTo>
                    <a:pt x="138988" y="3656584"/>
                  </a:lnTo>
                  <a:lnTo>
                    <a:pt x="104609" y="3628237"/>
                  </a:lnTo>
                  <a:lnTo>
                    <a:pt x="76238" y="3593884"/>
                  </a:lnTo>
                  <a:lnTo>
                    <a:pt x="54825" y="3554450"/>
                  </a:lnTo>
                  <a:lnTo>
                    <a:pt x="41287" y="3510864"/>
                  </a:lnTo>
                  <a:lnTo>
                    <a:pt x="36576" y="3464052"/>
                  </a:lnTo>
                  <a:lnTo>
                    <a:pt x="36576" y="268859"/>
                  </a:lnTo>
                  <a:lnTo>
                    <a:pt x="41287" y="222097"/>
                  </a:lnTo>
                  <a:lnTo>
                    <a:pt x="54813" y="178536"/>
                  </a:lnTo>
                  <a:lnTo>
                    <a:pt x="76212" y="139103"/>
                  </a:lnTo>
                  <a:lnTo>
                    <a:pt x="104571" y="104736"/>
                  </a:lnTo>
                  <a:lnTo>
                    <a:pt x="138950" y="76377"/>
                  </a:lnTo>
                  <a:lnTo>
                    <a:pt x="178409" y="54965"/>
                  </a:lnTo>
                  <a:lnTo>
                    <a:pt x="222021" y="41427"/>
                  </a:lnTo>
                  <a:lnTo>
                    <a:pt x="268859" y="36703"/>
                  </a:lnTo>
                  <a:lnTo>
                    <a:pt x="1519174" y="36703"/>
                  </a:lnTo>
                  <a:lnTo>
                    <a:pt x="1565973" y="41427"/>
                  </a:lnTo>
                  <a:lnTo>
                    <a:pt x="1609572" y="54965"/>
                  </a:lnTo>
                  <a:lnTo>
                    <a:pt x="1649031" y="76377"/>
                  </a:lnTo>
                  <a:lnTo>
                    <a:pt x="1683410" y="104736"/>
                  </a:lnTo>
                  <a:lnTo>
                    <a:pt x="1711782" y="139103"/>
                  </a:lnTo>
                  <a:lnTo>
                    <a:pt x="1733194" y="178536"/>
                  </a:lnTo>
                  <a:lnTo>
                    <a:pt x="1746732" y="222097"/>
                  </a:lnTo>
                  <a:lnTo>
                    <a:pt x="1751457" y="268859"/>
                  </a:lnTo>
                  <a:lnTo>
                    <a:pt x="1751457" y="190220"/>
                  </a:lnTo>
                  <a:lnTo>
                    <a:pt x="1723097" y="129057"/>
                  </a:lnTo>
                  <a:lnTo>
                    <a:pt x="1694116" y="93916"/>
                  </a:lnTo>
                  <a:lnTo>
                    <a:pt x="1658975" y="64935"/>
                  </a:lnTo>
                  <a:lnTo>
                    <a:pt x="1618665" y="43053"/>
                  </a:lnTo>
                  <a:lnTo>
                    <a:pt x="1574342" y="29286"/>
                  </a:lnTo>
                  <a:lnTo>
                    <a:pt x="1574876" y="29337"/>
                  </a:lnTo>
                  <a:lnTo>
                    <a:pt x="1619427" y="43180"/>
                  </a:lnTo>
                  <a:lnTo>
                    <a:pt x="1659737" y="65062"/>
                  </a:lnTo>
                  <a:lnTo>
                    <a:pt x="1694865" y="94056"/>
                  </a:lnTo>
                  <a:lnTo>
                    <a:pt x="1723859" y="129184"/>
                  </a:lnTo>
                  <a:lnTo>
                    <a:pt x="1745742" y="169494"/>
                  </a:lnTo>
                  <a:lnTo>
                    <a:pt x="1759585" y="214045"/>
                  </a:lnTo>
                  <a:lnTo>
                    <a:pt x="1764411" y="261874"/>
                  </a:lnTo>
                  <a:lnTo>
                    <a:pt x="1764411" y="146024"/>
                  </a:lnTo>
                  <a:lnTo>
                    <a:pt x="1729600" y="90030"/>
                  </a:lnTo>
                  <a:lnTo>
                    <a:pt x="1699082" y="59524"/>
                  </a:lnTo>
                  <a:lnTo>
                    <a:pt x="1663725" y="34556"/>
                  </a:lnTo>
                  <a:lnTo>
                    <a:pt x="1624279" y="15836"/>
                  </a:lnTo>
                  <a:lnTo>
                    <a:pt x="1581442" y="4089"/>
                  </a:lnTo>
                  <a:lnTo>
                    <a:pt x="1535938" y="0"/>
                  </a:lnTo>
                  <a:lnTo>
                    <a:pt x="253111" y="0"/>
                  </a:lnTo>
                  <a:lnTo>
                    <a:pt x="207632" y="4089"/>
                  </a:lnTo>
                  <a:lnTo>
                    <a:pt x="164820" y="15836"/>
                  </a:lnTo>
                  <a:lnTo>
                    <a:pt x="125399" y="34556"/>
                  </a:lnTo>
                  <a:lnTo>
                    <a:pt x="90068" y="59524"/>
                  </a:lnTo>
                  <a:lnTo>
                    <a:pt x="59550" y="90030"/>
                  </a:lnTo>
                  <a:lnTo>
                    <a:pt x="34569" y="125349"/>
                  </a:lnTo>
                  <a:lnTo>
                    <a:pt x="15836" y="164782"/>
                  </a:lnTo>
                  <a:lnTo>
                    <a:pt x="4076" y="207606"/>
                  </a:lnTo>
                  <a:lnTo>
                    <a:pt x="0" y="253111"/>
                  </a:lnTo>
                  <a:lnTo>
                    <a:pt x="0" y="3480816"/>
                  </a:lnTo>
                  <a:lnTo>
                    <a:pt x="4076" y="3526294"/>
                  </a:lnTo>
                  <a:lnTo>
                    <a:pt x="15836" y="3569093"/>
                  </a:lnTo>
                  <a:lnTo>
                    <a:pt x="34569" y="3608501"/>
                  </a:lnTo>
                  <a:lnTo>
                    <a:pt x="59550" y="3643807"/>
                  </a:lnTo>
                  <a:lnTo>
                    <a:pt x="90068" y="3674300"/>
                  </a:lnTo>
                  <a:lnTo>
                    <a:pt x="125399" y="3699268"/>
                  </a:lnTo>
                  <a:lnTo>
                    <a:pt x="164820" y="3717975"/>
                  </a:lnTo>
                  <a:lnTo>
                    <a:pt x="207632" y="3729736"/>
                  </a:lnTo>
                  <a:lnTo>
                    <a:pt x="253111" y="3733800"/>
                  </a:lnTo>
                  <a:lnTo>
                    <a:pt x="1535938" y="3733800"/>
                  </a:lnTo>
                  <a:lnTo>
                    <a:pt x="1581442" y="3729736"/>
                  </a:lnTo>
                  <a:lnTo>
                    <a:pt x="1624279" y="3717975"/>
                  </a:lnTo>
                  <a:lnTo>
                    <a:pt x="1642579" y="3709289"/>
                  </a:lnTo>
                  <a:lnTo>
                    <a:pt x="1663725" y="3699268"/>
                  </a:lnTo>
                  <a:lnTo>
                    <a:pt x="1699082" y="3674300"/>
                  </a:lnTo>
                  <a:lnTo>
                    <a:pt x="1729600" y="3643807"/>
                  </a:lnTo>
                  <a:lnTo>
                    <a:pt x="1754593" y="3608501"/>
                  </a:lnTo>
                  <a:lnTo>
                    <a:pt x="1773326" y="3569093"/>
                  </a:lnTo>
                  <a:lnTo>
                    <a:pt x="1785086" y="3526294"/>
                  </a:lnTo>
                  <a:lnTo>
                    <a:pt x="1789176" y="3480816"/>
                  </a:lnTo>
                  <a:lnTo>
                    <a:pt x="1789176" y="253111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620630" y="1107566"/>
              <a:ext cx="1839600" cy="3751200"/>
            </a:xfrm>
            <a:custGeom>
              <a:avLst/>
              <a:gdLst/>
              <a:ahLst/>
              <a:cxnLst/>
              <a:rect l="l" t="t" r="r" b="b"/>
              <a:pathLst>
                <a:path w="1741804" h="3686810">
                  <a:moveTo>
                    <a:pt x="1503172" y="0"/>
                  </a:moveTo>
                  <a:lnTo>
                    <a:pt x="238505" y="0"/>
                  </a:lnTo>
                  <a:lnTo>
                    <a:pt x="190476" y="4857"/>
                  </a:lnTo>
                  <a:lnTo>
                    <a:pt x="145714" y="18782"/>
                  </a:lnTo>
                  <a:lnTo>
                    <a:pt x="105187" y="40806"/>
                  </a:lnTo>
                  <a:lnTo>
                    <a:pt x="69865" y="69961"/>
                  </a:lnTo>
                  <a:lnTo>
                    <a:pt x="40717" y="105277"/>
                  </a:lnTo>
                  <a:lnTo>
                    <a:pt x="18710" y="145786"/>
                  </a:lnTo>
                  <a:lnTo>
                    <a:pt x="4815" y="190518"/>
                  </a:lnTo>
                  <a:lnTo>
                    <a:pt x="0" y="238506"/>
                  </a:lnTo>
                  <a:lnTo>
                    <a:pt x="0" y="3448050"/>
                  </a:lnTo>
                  <a:lnTo>
                    <a:pt x="4805" y="3495611"/>
                  </a:lnTo>
                  <a:lnTo>
                    <a:pt x="18764" y="3540823"/>
                  </a:lnTo>
                  <a:lnTo>
                    <a:pt x="40772" y="3581334"/>
                  </a:lnTo>
                  <a:lnTo>
                    <a:pt x="69913" y="3616642"/>
                  </a:lnTo>
                  <a:lnTo>
                    <a:pt x="105221" y="3645783"/>
                  </a:lnTo>
                  <a:lnTo>
                    <a:pt x="145732" y="3667791"/>
                  </a:lnTo>
                  <a:lnTo>
                    <a:pt x="190482" y="3681704"/>
                  </a:lnTo>
                  <a:lnTo>
                    <a:pt x="238505" y="3686556"/>
                  </a:lnTo>
                  <a:lnTo>
                    <a:pt x="1503172" y="3686556"/>
                  </a:lnTo>
                  <a:lnTo>
                    <a:pt x="1525773" y="3684270"/>
                  </a:lnTo>
                  <a:lnTo>
                    <a:pt x="238378" y="3684270"/>
                  </a:lnTo>
                  <a:lnTo>
                    <a:pt x="190911" y="3679464"/>
                  </a:lnTo>
                  <a:lnTo>
                    <a:pt x="146629" y="3665684"/>
                  </a:lnTo>
                  <a:lnTo>
                    <a:pt x="106533" y="3643885"/>
                  </a:lnTo>
                  <a:lnTo>
                    <a:pt x="71574" y="3615023"/>
                  </a:lnTo>
                  <a:lnTo>
                    <a:pt x="42709" y="3580053"/>
                  </a:lnTo>
                  <a:lnTo>
                    <a:pt x="20898" y="3539930"/>
                  </a:lnTo>
                  <a:lnTo>
                    <a:pt x="7102" y="3495611"/>
                  </a:lnTo>
                  <a:lnTo>
                    <a:pt x="2286" y="3448050"/>
                  </a:lnTo>
                  <a:lnTo>
                    <a:pt x="12911" y="3448050"/>
                  </a:lnTo>
                  <a:lnTo>
                    <a:pt x="2286" y="3447923"/>
                  </a:lnTo>
                  <a:lnTo>
                    <a:pt x="2286" y="3440938"/>
                  </a:lnTo>
                  <a:lnTo>
                    <a:pt x="12192" y="3440938"/>
                  </a:lnTo>
                  <a:lnTo>
                    <a:pt x="2286" y="3440811"/>
                  </a:lnTo>
                  <a:lnTo>
                    <a:pt x="2286" y="238506"/>
                  </a:lnTo>
                  <a:lnTo>
                    <a:pt x="7096" y="191028"/>
                  </a:lnTo>
                  <a:lnTo>
                    <a:pt x="20883" y="146772"/>
                  </a:lnTo>
                  <a:lnTo>
                    <a:pt x="42682" y="106694"/>
                  </a:lnTo>
                  <a:lnTo>
                    <a:pt x="71527" y="71754"/>
                  </a:lnTo>
                  <a:lnTo>
                    <a:pt x="106453" y="42911"/>
                  </a:lnTo>
                  <a:lnTo>
                    <a:pt x="146481" y="21121"/>
                  </a:lnTo>
                  <a:lnTo>
                    <a:pt x="146334" y="21121"/>
                  </a:lnTo>
                  <a:lnTo>
                    <a:pt x="190591" y="7345"/>
                  </a:lnTo>
                  <a:lnTo>
                    <a:pt x="189780" y="7345"/>
                  </a:lnTo>
                  <a:lnTo>
                    <a:pt x="237251" y="2540"/>
                  </a:lnTo>
                  <a:lnTo>
                    <a:pt x="1528313" y="2540"/>
                  </a:lnTo>
                  <a:lnTo>
                    <a:pt x="1503172" y="0"/>
                  </a:lnTo>
                  <a:close/>
                </a:path>
                <a:path w="1741804" h="3686810">
                  <a:moveTo>
                    <a:pt x="1741665" y="3448050"/>
                  </a:moveTo>
                  <a:lnTo>
                    <a:pt x="1739138" y="3448050"/>
                  </a:lnTo>
                  <a:lnTo>
                    <a:pt x="1734332" y="3495611"/>
                  </a:lnTo>
                  <a:lnTo>
                    <a:pt x="1720554" y="3539930"/>
                  </a:lnTo>
                  <a:lnTo>
                    <a:pt x="1698760" y="3580053"/>
                  </a:lnTo>
                  <a:lnTo>
                    <a:pt x="1669907" y="3615023"/>
                  </a:lnTo>
                  <a:lnTo>
                    <a:pt x="1634952" y="3643885"/>
                  </a:lnTo>
                  <a:lnTo>
                    <a:pt x="1594852" y="3665684"/>
                  </a:lnTo>
                  <a:lnTo>
                    <a:pt x="1550564" y="3679464"/>
                  </a:lnTo>
                  <a:lnTo>
                    <a:pt x="1503045" y="3684270"/>
                  </a:lnTo>
                  <a:lnTo>
                    <a:pt x="1525773" y="3684270"/>
                  </a:lnTo>
                  <a:lnTo>
                    <a:pt x="1595881" y="3667791"/>
                  </a:lnTo>
                  <a:lnTo>
                    <a:pt x="1636382" y="3645783"/>
                  </a:lnTo>
                  <a:lnTo>
                    <a:pt x="1671687" y="3616642"/>
                  </a:lnTo>
                  <a:lnTo>
                    <a:pt x="1700833" y="3581334"/>
                  </a:lnTo>
                  <a:lnTo>
                    <a:pt x="1722855" y="3540823"/>
                  </a:lnTo>
                  <a:lnTo>
                    <a:pt x="1736788" y="3496073"/>
                  </a:lnTo>
                  <a:lnTo>
                    <a:pt x="1736860" y="3495611"/>
                  </a:lnTo>
                  <a:lnTo>
                    <a:pt x="1741665" y="3448050"/>
                  </a:lnTo>
                  <a:close/>
                </a:path>
                <a:path w="1741804" h="3686810">
                  <a:moveTo>
                    <a:pt x="15336" y="3448050"/>
                  </a:moveTo>
                  <a:lnTo>
                    <a:pt x="12911" y="3448050"/>
                  </a:lnTo>
                  <a:lnTo>
                    <a:pt x="16880" y="3487309"/>
                  </a:lnTo>
                  <a:lnTo>
                    <a:pt x="30555" y="3531665"/>
                  </a:lnTo>
                  <a:lnTo>
                    <a:pt x="52094" y="3571291"/>
                  </a:lnTo>
                  <a:lnTo>
                    <a:pt x="80613" y="3605831"/>
                  </a:lnTo>
                  <a:lnTo>
                    <a:pt x="115168" y="3634341"/>
                  </a:lnTo>
                  <a:lnTo>
                    <a:pt x="154816" y="3655875"/>
                  </a:lnTo>
                  <a:lnTo>
                    <a:pt x="198614" y="3669489"/>
                  </a:lnTo>
                  <a:lnTo>
                    <a:pt x="245618" y="3674237"/>
                  </a:lnTo>
                  <a:lnTo>
                    <a:pt x="1495933" y="3674237"/>
                  </a:lnTo>
                  <a:lnTo>
                    <a:pt x="1519801" y="3671824"/>
                  </a:lnTo>
                  <a:lnTo>
                    <a:pt x="245618" y="3671824"/>
                  </a:lnTo>
                  <a:lnTo>
                    <a:pt x="199119" y="3667122"/>
                  </a:lnTo>
                  <a:lnTo>
                    <a:pt x="155783" y="3653641"/>
                  </a:lnTo>
                  <a:lnTo>
                    <a:pt x="116546" y="3632316"/>
                  </a:lnTo>
                  <a:lnTo>
                    <a:pt x="82343" y="3604085"/>
                  </a:lnTo>
                  <a:lnTo>
                    <a:pt x="54112" y="3569882"/>
                  </a:lnTo>
                  <a:lnTo>
                    <a:pt x="32787" y="3530645"/>
                  </a:lnTo>
                  <a:lnTo>
                    <a:pt x="19306" y="3487309"/>
                  </a:lnTo>
                  <a:lnTo>
                    <a:pt x="15336" y="3448050"/>
                  </a:lnTo>
                  <a:close/>
                </a:path>
                <a:path w="1741804" h="3686810">
                  <a:moveTo>
                    <a:pt x="1728626" y="3448050"/>
                  </a:moveTo>
                  <a:lnTo>
                    <a:pt x="1726214" y="3448050"/>
                  </a:lnTo>
                  <a:lnTo>
                    <a:pt x="1722244" y="3487309"/>
                  </a:lnTo>
                  <a:lnTo>
                    <a:pt x="1708763" y="3530645"/>
                  </a:lnTo>
                  <a:lnTo>
                    <a:pt x="1687438" y="3569882"/>
                  </a:lnTo>
                  <a:lnTo>
                    <a:pt x="1659207" y="3604085"/>
                  </a:lnTo>
                  <a:lnTo>
                    <a:pt x="1625004" y="3632316"/>
                  </a:lnTo>
                  <a:lnTo>
                    <a:pt x="1585767" y="3653641"/>
                  </a:lnTo>
                  <a:lnTo>
                    <a:pt x="1542431" y="3667122"/>
                  </a:lnTo>
                  <a:lnTo>
                    <a:pt x="1495933" y="3671824"/>
                  </a:lnTo>
                  <a:lnTo>
                    <a:pt x="1519801" y="3671824"/>
                  </a:lnTo>
                  <a:lnTo>
                    <a:pt x="1586674" y="3655875"/>
                  </a:lnTo>
                  <a:lnTo>
                    <a:pt x="1626314" y="3634341"/>
                  </a:lnTo>
                  <a:lnTo>
                    <a:pt x="1660870" y="3605831"/>
                  </a:lnTo>
                  <a:lnTo>
                    <a:pt x="1689397" y="3571291"/>
                  </a:lnTo>
                  <a:lnTo>
                    <a:pt x="1710948" y="3531665"/>
                  </a:lnTo>
                  <a:lnTo>
                    <a:pt x="1724579" y="3487899"/>
                  </a:lnTo>
                  <a:lnTo>
                    <a:pt x="1724656" y="3487309"/>
                  </a:lnTo>
                  <a:lnTo>
                    <a:pt x="1728626" y="3448050"/>
                  </a:lnTo>
                  <a:close/>
                </a:path>
                <a:path w="1741804" h="3686810">
                  <a:moveTo>
                    <a:pt x="1726226" y="3447923"/>
                  </a:moveTo>
                  <a:lnTo>
                    <a:pt x="15324" y="3447923"/>
                  </a:lnTo>
                  <a:lnTo>
                    <a:pt x="1726214" y="3448050"/>
                  </a:lnTo>
                  <a:close/>
                </a:path>
                <a:path w="1741804" h="3686810">
                  <a:moveTo>
                    <a:pt x="1739138" y="3447923"/>
                  </a:moveTo>
                  <a:lnTo>
                    <a:pt x="1728639" y="3447923"/>
                  </a:lnTo>
                  <a:lnTo>
                    <a:pt x="1739138" y="3448050"/>
                  </a:lnTo>
                  <a:close/>
                </a:path>
                <a:path w="1741804" h="3686810">
                  <a:moveTo>
                    <a:pt x="14617" y="3440938"/>
                  </a:moveTo>
                  <a:lnTo>
                    <a:pt x="12192" y="3440938"/>
                  </a:lnTo>
                  <a:lnTo>
                    <a:pt x="12898" y="3447923"/>
                  </a:lnTo>
                  <a:lnTo>
                    <a:pt x="15324" y="3447923"/>
                  </a:lnTo>
                  <a:lnTo>
                    <a:pt x="14617" y="3440938"/>
                  </a:lnTo>
                  <a:close/>
                </a:path>
                <a:path w="1741804" h="3686810">
                  <a:moveTo>
                    <a:pt x="1729346" y="3440938"/>
                  </a:moveTo>
                  <a:lnTo>
                    <a:pt x="1726933" y="3440938"/>
                  </a:lnTo>
                  <a:lnTo>
                    <a:pt x="1726226" y="3447923"/>
                  </a:lnTo>
                  <a:lnTo>
                    <a:pt x="1728639" y="3447923"/>
                  </a:lnTo>
                  <a:lnTo>
                    <a:pt x="1729346" y="3440938"/>
                  </a:lnTo>
                  <a:close/>
                </a:path>
                <a:path w="1741804" h="3686810">
                  <a:moveTo>
                    <a:pt x="1741677" y="3440938"/>
                  </a:moveTo>
                  <a:lnTo>
                    <a:pt x="1739138" y="3440938"/>
                  </a:lnTo>
                  <a:lnTo>
                    <a:pt x="1739138" y="3447923"/>
                  </a:lnTo>
                  <a:lnTo>
                    <a:pt x="1741677" y="3447923"/>
                  </a:lnTo>
                  <a:lnTo>
                    <a:pt x="1741677" y="3440938"/>
                  </a:lnTo>
                  <a:close/>
                </a:path>
                <a:path w="1741804" h="3686810">
                  <a:moveTo>
                    <a:pt x="1726946" y="3440811"/>
                  </a:moveTo>
                  <a:lnTo>
                    <a:pt x="14604" y="3440811"/>
                  </a:lnTo>
                  <a:lnTo>
                    <a:pt x="14617" y="3440938"/>
                  </a:lnTo>
                  <a:lnTo>
                    <a:pt x="1726933" y="3440938"/>
                  </a:lnTo>
                  <a:lnTo>
                    <a:pt x="1726946" y="3440811"/>
                  </a:lnTo>
                  <a:close/>
                </a:path>
                <a:path w="1741804" h="3686810">
                  <a:moveTo>
                    <a:pt x="1739138" y="3440811"/>
                  </a:moveTo>
                  <a:lnTo>
                    <a:pt x="1729359" y="3440811"/>
                  </a:lnTo>
                  <a:lnTo>
                    <a:pt x="1729346" y="3440938"/>
                  </a:lnTo>
                  <a:lnTo>
                    <a:pt x="1739138" y="3440938"/>
                  </a:lnTo>
                  <a:lnTo>
                    <a:pt x="1739138" y="3440811"/>
                  </a:lnTo>
                  <a:close/>
                </a:path>
                <a:path w="1741804" h="3686810">
                  <a:moveTo>
                    <a:pt x="1495933" y="12319"/>
                  </a:moveTo>
                  <a:lnTo>
                    <a:pt x="245618" y="12319"/>
                  </a:lnTo>
                  <a:lnTo>
                    <a:pt x="198651" y="17072"/>
                  </a:lnTo>
                  <a:lnTo>
                    <a:pt x="154870" y="30700"/>
                  </a:lnTo>
                  <a:lnTo>
                    <a:pt x="115224" y="52254"/>
                  </a:lnTo>
                  <a:lnTo>
                    <a:pt x="80660" y="80787"/>
                  </a:lnTo>
                  <a:lnTo>
                    <a:pt x="52127" y="115351"/>
                  </a:lnTo>
                  <a:lnTo>
                    <a:pt x="30573" y="154997"/>
                  </a:lnTo>
                  <a:lnTo>
                    <a:pt x="16945" y="198778"/>
                  </a:lnTo>
                  <a:lnTo>
                    <a:pt x="12192" y="245745"/>
                  </a:lnTo>
                  <a:lnTo>
                    <a:pt x="12192" y="3440811"/>
                  </a:lnTo>
                  <a:lnTo>
                    <a:pt x="14604" y="3440811"/>
                  </a:lnTo>
                  <a:lnTo>
                    <a:pt x="14604" y="245745"/>
                  </a:lnTo>
                  <a:lnTo>
                    <a:pt x="19306" y="199246"/>
                  </a:lnTo>
                  <a:lnTo>
                    <a:pt x="32787" y="155910"/>
                  </a:lnTo>
                  <a:lnTo>
                    <a:pt x="54112" y="116673"/>
                  </a:lnTo>
                  <a:lnTo>
                    <a:pt x="82343" y="82470"/>
                  </a:lnTo>
                  <a:lnTo>
                    <a:pt x="116546" y="54239"/>
                  </a:lnTo>
                  <a:lnTo>
                    <a:pt x="155783" y="32914"/>
                  </a:lnTo>
                  <a:lnTo>
                    <a:pt x="199119" y="19433"/>
                  </a:lnTo>
                  <a:lnTo>
                    <a:pt x="245618" y="14732"/>
                  </a:lnTo>
                  <a:lnTo>
                    <a:pt x="1519794" y="14732"/>
                  </a:lnTo>
                  <a:lnTo>
                    <a:pt x="1495933" y="12319"/>
                  </a:lnTo>
                  <a:close/>
                </a:path>
                <a:path w="1741804" h="3686810">
                  <a:moveTo>
                    <a:pt x="1519794" y="14732"/>
                  </a:moveTo>
                  <a:lnTo>
                    <a:pt x="1495933" y="14732"/>
                  </a:lnTo>
                  <a:lnTo>
                    <a:pt x="1542431" y="19433"/>
                  </a:lnTo>
                  <a:lnTo>
                    <a:pt x="1585767" y="32914"/>
                  </a:lnTo>
                  <a:lnTo>
                    <a:pt x="1625004" y="54239"/>
                  </a:lnTo>
                  <a:lnTo>
                    <a:pt x="1659207" y="82470"/>
                  </a:lnTo>
                  <a:lnTo>
                    <a:pt x="1687438" y="116673"/>
                  </a:lnTo>
                  <a:lnTo>
                    <a:pt x="1708763" y="155910"/>
                  </a:lnTo>
                  <a:lnTo>
                    <a:pt x="1722244" y="199246"/>
                  </a:lnTo>
                  <a:lnTo>
                    <a:pt x="1726946" y="245745"/>
                  </a:lnTo>
                  <a:lnTo>
                    <a:pt x="1726946" y="3440811"/>
                  </a:lnTo>
                  <a:lnTo>
                    <a:pt x="1729359" y="3440811"/>
                  </a:lnTo>
                  <a:lnTo>
                    <a:pt x="1729359" y="245745"/>
                  </a:lnTo>
                  <a:lnTo>
                    <a:pt x="1724658" y="199246"/>
                  </a:lnTo>
                  <a:lnTo>
                    <a:pt x="1724610" y="198778"/>
                  </a:lnTo>
                  <a:lnTo>
                    <a:pt x="1710995" y="154997"/>
                  </a:lnTo>
                  <a:lnTo>
                    <a:pt x="1689456" y="115351"/>
                  </a:lnTo>
                  <a:lnTo>
                    <a:pt x="1660937" y="80787"/>
                  </a:lnTo>
                  <a:lnTo>
                    <a:pt x="1626382" y="52254"/>
                  </a:lnTo>
                  <a:lnTo>
                    <a:pt x="1586734" y="30700"/>
                  </a:lnTo>
                  <a:lnTo>
                    <a:pt x="1542936" y="17072"/>
                  </a:lnTo>
                  <a:lnTo>
                    <a:pt x="1519794" y="14732"/>
                  </a:lnTo>
                  <a:close/>
                </a:path>
                <a:path w="1741804" h="3686810">
                  <a:moveTo>
                    <a:pt x="1528313" y="2540"/>
                  </a:moveTo>
                  <a:lnTo>
                    <a:pt x="1503045" y="2540"/>
                  </a:lnTo>
                  <a:lnTo>
                    <a:pt x="1550564" y="7345"/>
                  </a:lnTo>
                  <a:lnTo>
                    <a:pt x="1594852" y="21121"/>
                  </a:lnTo>
                  <a:lnTo>
                    <a:pt x="1634952" y="42911"/>
                  </a:lnTo>
                  <a:lnTo>
                    <a:pt x="1669907" y="71754"/>
                  </a:lnTo>
                  <a:lnTo>
                    <a:pt x="1698760" y="106694"/>
                  </a:lnTo>
                  <a:lnTo>
                    <a:pt x="1720554" y="146772"/>
                  </a:lnTo>
                  <a:lnTo>
                    <a:pt x="1734332" y="191028"/>
                  </a:lnTo>
                  <a:lnTo>
                    <a:pt x="1739138" y="238506"/>
                  </a:lnTo>
                  <a:lnTo>
                    <a:pt x="1739138" y="3440811"/>
                  </a:lnTo>
                  <a:lnTo>
                    <a:pt x="1741677" y="3440811"/>
                  </a:lnTo>
                  <a:lnTo>
                    <a:pt x="1741677" y="238506"/>
                  </a:lnTo>
                  <a:lnTo>
                    <a:pt x="1736881" y="191028"/>
                  </a:lnTo>
                  <a:lnTo>
                    <a:pt x="1736829" y="190518"/>
                  </a:lnTo>
                  <a:lnTo>
                    <a:pt x="1722930" y="145786"/>
                  </a:lnTo>
                  <a:lnTo>
                    <a:pt x="1700935" y="105277"/>
                  </a:lnTo>
                  <a:lnTo>
                    <a:pt x="1671803" y="69961"/>
                  </a:lnTo>
                  <a:lnTo>
                    <a:pt x="1636497" y="40806"/>
                  </a:lnTo>
                  <a:lnTo>
                    <a:pt x="1595978" y="18782"/>
                  </a:lnTo>
                  <a:lnTo>
                    <a:pt x="1551212" y="4857"/>
                  </a:lnTo>
                  <a:lnTo>
                    <a:pt x="1528313" y="2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584817" y="1863407"/>
              <a:ext cx="1809114" cy="2951480"/>
            </a:xfrm>
            <a:custGeom>
              <a:avLst/>
              <a:gdLst/>
              <a:ahLst/>
              <a:cxnLst/>
              <a:rect l="l" t="t" r="r" b="b"/>
              <a:pathLst>
                <a:path w="1809115" h="2951479">
                  <a:moveTo>
                    <a:pt x="6286" y="101"/>
                  </a:moveTo>
                  <a:lnTo>
                    <a:pt x="0" y="101"/>
                  </a:lnTo>
                  <a:lnTo>
                    <a:pt x="0" y="269684"/>
                  </a:lnTo>
                  <a:lnTo>
                    <a:pt x="6286" y="269684"/>
                  </a:lnTo>
                  <a:lnTo>
                    <a:pt x="6286" y="101"/>
                  </a:lnTo>
                  <a:close/>
                </a:path>
                <a:path w="1809115" h="2951479">
                  <a:moveTo>
                    <a:pt x="1795538" y="2664993"/>
                  </a:moveTo>
                  <a:lnTo>
                    <a:pt x="1795272" y="2662618"/>
                  </a:lnTo>
                  <a:lnTo>
                    <a:pt x="1789722" y="2714968"/>
                  </a:lnTo>
                  <a:lnTo>
                    <a:pt x="1776844" y="2761589"/>
                  </a:lnTo>
                  <a:lnTo>
                    <a:pt x="1757311" y="2802610"/>
                  </a:lnTo>
                  <a:lnTo>
                    <a:pt x="1731810" y="2838145"/>
                  </a:lnTo>
                  <a:lnTo>
                    <a:pt x="1701038" y="2868320"/>
                  </a:lnTo>
                  <a:lnTo>
                    <a:pt x="1665668" y="2893250"/>
                  </a:lnTo>
                  <a:lnTo>
                    <a:pt x="1626400" y="2913075"/>
                  </a:lnTo>
                  <a:lnTo>
                    <a:pt x="1583931" y="2927896"/>
                  </a:lnTo>
                  <a:lnTo>
                    <a:pt x="1538935" y="2937853"/>
                  </a:lnTo>
                  <a:lnTo>
                    <a:pt x="1492123" y="2943034"/>
                  </a:lnTo>
                  <a:lnTo>
                    <a:pt x="275082" y="2945447"/>
                  </a:lnTo>
                  <a:lnTo>
                    <a:pt x="218554" y="2939719"/>
                  </a:lnTo>
                  <a:lnTo>
                    <a:pt x="166725" y="2922676"/>
                  </a:lnTo>
                  <a:lnTo>
                    <a:pt x="119926" y="2896781"/>
                  </a:lnTo>
                  <a:lnTo>
                    <a:pt x="78486" y="2864548"/>
                  </a:lnTo>
                  <a:lnTo>
                    <a:pt x="105194" y="2888538"/>
                  </a:lnTo>
                  <a:lnTo>
                    <a:pt x="135991" y="2911106"/>
                  </a:lnTo>
                  <a:lnTo>
                    <a:pt x="173240" y="2930194"/>
                  </a:lnTo>
                  <a:lnTo>
                    <a:pt x="219278" y="2943771"/>
                  </a:lnTo>
                  <a:lnTo>
                    <a:pt x="276479" y="2949765"/>
                  </a:lnTo>
                  <a:lnTo>
                    <a:pt x="325843" y="2950464"/>
                  </a:lnTo>
                  <a:lnTo>
                    <a:pt x="511860" y="2951327"/>
                  </a:lnTo>
                  <a:lnTo>
                    <a:pt x="1120101" y="2951276"/>
                  </a:lnTo>
                  <a:lnTo>
                    <a:pt x="1512062" y="2949765"/>
                  </a:lnTo>
                  <a:lnTo>
                    <a:pt x="1552905" y="2946019"/>
                  </a:lnTo>
                  <a:lnTo>
                    <a:pt x="1600263" y="2935732"/>
                  </a:lnTo>
                  <a:lnTo>
                    <a:pt x="1648752" y="2918409"/>
                  </a:lnTo>
                  <a:lnTo>
                    <a:pt x="1693037" y="2893504"/>
                  </a:lnTo>
                  <a:lnTo>
                    <a:pt x="1734324" y="2855506"/>
                  </a:lnTo>
                  <a:lnTo>
                    <a:pt x="1762785" y="2810637"/>
                  </a:lnTo>
                  <a:lnTo>
                    <a:pt x="1780781" y="2764040"/>
                  </a:lnTo>
                  <a:lnTo>
                    <a:pt x="1790661" y="2720810"/>
                  </a:lnTo>
                  <a:lnTo>
                    <a:pt x="1794789" y="2686088"/>
                  </a:lnTo>
                  <a:lnTo>
                    <a:pt x="1795538" y="2664993"/>
                  </a:lnTo>
                  <a:close/>
                </a:path>
                <a:path w="1809115" h="2951479">
                  <a:moveTo>
                    <a:pt x="1805609" y="0"/>
                  </a:moveTo>
                  <a:lnTo>
                    <a:pt x="1800225" y="0"/>
                  </a:lnTo>
                  <a:lnTo>
                    <a:pt x="1800225" y="400367"/>
                  </a:lnTo>
                  <a:lnTo>
                    <a:pt x="1805609" y="400367"/>
                  </a:lnTo>
                  <a:lnTo>
                    <a:pt x="1805609" y="0"/>
                  </a:lnTo>
                  <a:close/>
                </a:path>
                <a:path w="1809115" h="2951479">
                  <a:moveTo>
                    <a:pt x="1809115" y="3492"/>
                  </a:moveTo>
                  <a:lnTo>
                    <a:pt x="1806321" y="63"/>
                  </a:lnTo>
                  <a:lnTo>
                    <a:pt x="1806321" y="400367"/>
                  </a:lnTo>
                  <a:lnTo>
                    <a:pt x="1809115" y="396811"/>
                  </a:lnTo>
                  <a:lnTo>
                    <a:pt x="1808683" y="372884"/>
                  </a:lnTo>
                  <a:lnTo>
                    <a:pt x="1808187" y="267385"/>
                  </a:lnTo>
                  <a:lnTo>
                    <a:pt x="1808162" y="133032"/>
                  </a:lnTo>
                  <a:lnTo>
                    <a:pt x="1808657" y="27470"/>
                  </a:lnTo>
                  <a:lnTo>
                    <a:pt x="1809115" y="3492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582911" y="1863470"/>
              <a:ext cx="3810" cy="269875"/>
            </a:xfrm>
            <a:custGeom>
              <a:avLst/>
              <a:gdLst/>
              <a:ahLst/>
              <a:cxnLst/>
              <a:rect l="l" t="t" r="r" b="b"/>
              <a:pathLst>
                <a:path w="3809" h="269875">
                  <a:moveTo>
                    <a:pt x="3683" y="0"/>
                  </a:moveTo>
                  <a:lnTo>
                    <a:pt x="0" y="3555"/>
                  </a:lnTo>
                  <a:lnTo>
                    <a:pt x="841" y="39123"/>
                  </a:lnTo>
                  <a:lnTo>
                    <a:pt x="1243" y="100092"/>
                  </a:lnTo>
                  <a:lnTo>
                    <a:pt x="1225" y="169528"/>
                  </a:lnTo>
                  <a:lnTo>
                    <a:pt x="804" y="230497"/>
                  </a:lnTo>
                  <a:lnTo>
                    <a:pt x="0" y="266064"/>
                  </a:lnTo>
                  <a:lnTo>
                    <a:pt x="3683" y="269493"/>
                  </a:lnTo>
                  <a:lnTo>
                    <a:pt x="368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582912" y="1863508"/>
              <a:ext cx="15240" cy="605155"/>
            </a:xfrm>
            <a:custGeom>
              <a:avLst/>
              <a:gdLst/>
              <a:ahLst/>
              <a:cxnLst/>
              <a:rect l="l" t="t" r="r" b="b"/>
              <a:pathLst>
                <a:path w="15240" h="605155">
                  <a:moveTo>
                    <a:pt x="14820" y="338201"/>
                  </a:moveTo>
                  <a:lnTo>
                    <a:pt x="8191" y="338201"/>
                  </a:lnTo>
                  <a:lnTo>
                    <a:pt x="8001" y="338201"/>
                  </a:lnTo>
                  <a:lnTo>
                    <a:pt x="3683" y="338201"/>
                  </a:lnTo>
                  <a:lnTo>
                    <a:pt x="1905" y="338201"/>
                  </a:lnTo>
                  <a:lnTo>
                    <a:pt x="1905" y="339890"/>
                  </a:lnTo>
                  <a:lnTo>
                    <a:pt x="0" y="341718"/>
                  </a:lnTo>
                  <a:lnTo>
                    <a:pt x="838" y="376872"/>
                  </a:lnTo>
                  <a:lnTo>
                    <a:pt x="1231" y="437172"/>
                  </a:lnTo>
                  <a:lnTo>
                    <a:pt x="1219" y="505853"/>
                  </a:lnTo>
                  <a:lnTo>
                    <a:pt x="800" y="566153"/>
                  </a:lnTo>
                  <a:lnTo>
                    <a:pt x="0" y="601306"/>
                  </a:lnTo>
                  <a:lnTo>
                    <a:pt x="1905" y="603084"/>
                  </a:lnTo>
                  <a:lnTo>
                    <a:pt x="1905" y="604862"/>
                  </a:lnTo>
                  <a:lnTo>
                    <a:pt x="8001" y="604862"/>
                  </a:lnTo>
                  <a:lnTo>
                    <a:pt x="8191" y="604862"/>
                  </a:lnTo>
                  <a:lnTo>
                    <a:pt x="14820" y="604862"/>
                  </a:lnTo>
                  <a:lnTo>
                    <a:pt x="14820" y="338201"/>
                  </a:lnTo>
                  <a:close/>
                </a:path>
                <a:path w="15240" h="605155">
                  <a:moveTo>
                    <a:pt x="14820" y="0"/>
                  </a:moveTo>
                  <a:lnTo>
                    <a:pt x="8001" y="0"/>
                  </a:lnTo>
                  <a:lnTo>
                    <a:pt x="8001" y="269582"/>
                  </a:lnTo>
                  <a:lnTo>
                    <a:pt x="14820" y="269582"/>
                  </a:lnTo>
                  <a:lnTo>
                    <a:pt x="14820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584817" y="1546555"/>
              <a:ext cx="6350" cy="147320"/>
            </a:xfrm>
            <a:custGeom>
              <a:avLst/>
              <a:gdLst/>
              <a:ahLst/>
              <a:cxnLst/>
              <a:rect l="l" t="t" r="r" b="b"/>
              <a:pathLst>
                <a:path w="6350" h="147319">
                  <a:moveTo>
                    <a:pt x="6295" y="0"/>
                  </a:moveTo>
                  <a:lnTo>
                    <a:pt x="0" y="0"/>
                  </a:lnTo>
                  <a:lnTo>
                    <a:pt x="0" y="146989"/>
                  </a:lnTo>
                  <a:lnTo>
                    <a:pt x="6295" y="146989"/>
                  </a:lnTo>
                  <a:lnTo>
                    <a:pt x="6295" y="0"/>
                  </a:lnTo>
                  <a:close/>
                </a:path>
              </a:pathLst>
            </a:custGeom>
            <a:solidFill>
              <a:srgbClr val="3A3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582911" y="1546478"/>
              <a:ext cx="3810" cy="147320"/>
            </a:xfrm>
            <a:custGeom>
              <a:avLst/>
              <a:gdLst/>
              <a:ahLst/>
              <a:cxnLst/>
              <a:rect l="l" t="t" r="r" b="b"/>
              <a:pathLst>
                <a:path w="3809" h="147319">
                  <a:moveTo>
                    <a:pt x="3683" y="0"/>
                  </a:moveTo>
                  <a:lnTo>
                    <a:pt x="0" y="3556"/>
                  </a:lnTo>
                  <a:lnTo>
                    <a:pt x="982" y="33531"/>
                  </a:lnTo>
                  <a:lnTo>
                    <a:pt x="1285" y="73533"/>
                  </a:lnTo>
                  <a:lnTo>
                    <a:pt x="946" y="113534"/>
                  </a:lnTo>
                  <a:lnTo>
                    <a:pt x="0" y="143510"/>
                  </a:lnTo>
                  <a:lnTo>
                    <a:pt x="3683" y="146938"/>
                  </a:lnTo>
                  <a:lnTo>
                    <a:pt x="368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590913" y="1546555"/>
              <a:ext cx="6985" cy="147320"/>
            </a:xfrm>
            <a:custGeom>
              <a:avLst/>
              <a:gdLst/>
              <a:ahLst/>
              <a:cxnLst/>
              <a:rect l="l" t="t" r="r" b="b"/>
              <a:pathLst>
                <a:path w="6984" h="147319">
                  <a:moveTo>
                    <a:pt x="6827" y="0"/>
                  </a:moveTo>
                  <a:lnTo>
                    <a:pt x="0" y="0"/>
                  </a:lnTo>
                  <a:lnTo>
                    <a:pt x="0" y="146989"/>
                  </a:lnTo>
                  <a:lnTo>
                    <a:pt x="6827" y="146989"/>
                  </a:lnTo>
                  <a:lnTo>
                    <a:pt x="6827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02086" y="1195958"/>
              <a:ext cx="59815" cy="60451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0614406" y="1208405"/>
              <a:ext cx="34290" cy="33655"/>
            </a:xfrm>
            <a:custGeom>
              <a:avLst/>
              <a:gdLst/>
              <a:ahLst/>
              <a:cxnLst/>
              <a:rect l="l" t="t" r="r" b="b"/>
              <a:pathLst>
                <a:path w="34290" h="33655">
                  <a:moveTo>
                    <a:pt x="26162" y="0"/>
                  </a:moveTo>
                  <a:lnTo>
                    <a:pt x="7620" y="0"/>
                  </a:lnTo>
                  <a:lnTo>
                    <a:pt x="0" y="7493"/>
                  </a:lnTo>
                  <a:lnTo>
                    <a:pt x="0" y="26035"/>
                  </a:lnTo>
                  <a:lnTo>
                    <a:pt x="7620" y="33655"/>
                  </a:lnTo>
                  <a:lnTo>
                    <a:pt x="26162" y="33655"/>
                  </a:lnTo>
                  <a:lnTo>
                    <a:pt x="33782" y="26035"/>
                  </a:lnTo>
                  <a:lnTo>
                    <a:pt x="33782" y="16764"/>
                  </a:lnTo>
                  <a:lnTo>
                    <a:pt x="33782" y="7493"/>
                  </a:lnTo>
                  <a:lnTo>
                    <a:pt x="26162" y="0"/>
                  </a:lnTo>
                  <a:close/>
                </a:path>
              </a:pathLst>
            </a:custGeom>
            <a:solidFill>
              <a:srgbClr val="0A12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0616946" y="1210817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7305" y="6096"/>
                  </a:moveTo>
                  <a:lnTo>
                    <a:pt x="21209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21209"/>
                  </a:lnTo>
                  <a:lnTo>
                    <a:pt x="6096" y="27305"/>
                  </a:lnTo>
                  <a:lnTo>
                    <a:pt x="21082" y="27305"/>
                  </a:lnTo>
                  <a:lnTo>
                    <a:pt x="27305" y="21082"/>
                  </a:lnTo>
                  <a:lnTo>
                    <a:pt x="27305" y="13589"/>
                  </a:lnTo>
                  <a:lnTo>
                    <a:pt x="27305" y="609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0633329" y="1227200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8763" y="0"/>
                  </a:moveTo>
                  <a:lnTo>
                    <a:pt x="2540" y="0"/>
                  </a:lnTo>
                  <a:lnTo>
                    <a:pt x="0" y="2539"/>
                  </a:lnTo>
                  <a:lnTo>
                    <a:pt x="0" y="8762"/>
                  </a:lnTo>
                  <a:lnTo>
                    <a:pt x="2540" y="11302"/>
                  </a:lnTo>
                  <a:lnTo>
                    <a:pt x="8763" y="11302"/>
                  </a:lnTo>
                  <a:lnTo>
                    <a:pt x="11302" y="8762"/>
                  </a:lnTo>
                  <a:lnTo>
                    <a:pt x="11302" y="5714"/>
                  </a:lnTo>
                  <a:lnTo>
                    <a:pt x="11302" y="2539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83639" y="1180591"/>
              <a:ext cx="454659" cy="3656329"/>
            </a:xfrm>
            <a:custGeom>
              <a:avLst/>
              <a:gdLst/>
              <a:ahLst/>
              <a:cxnLst/>
              <a:rect l="l" t="t" r="r" b="b"/>
              <a:pathLst>
                <a:path w="454660" h="3656329">
                  <a:moveTo>
                    <a:pt x="335788" y="3655314"/>
                  </a:moveTo>
                  <a:lnTo>
                    <a:pt x="334391" y="3654298"/>
                  </a:lnTo>
                  <a:lnTo>
                    <a:pt x="326517" y="3650488"/>
                  </a:lnTo>
                  <a:lnTo>
                    <a:pt x="325501" y="3649726"/>
                  </a:lnTo>
                  <a:lnTo>
                    <a:pt x="322326" y="3649345"/>
                  </a:lnTo>
                  <a:lnTo>
                    <a:pt x="318643" y="3649345"/>
                  </a:lnTo>
                  <a:lnTo>
                    <a:pt x="137287" y="3649345"/>
                  </a:lnTo>
                  <a:lnTo>
                    <a:pt x="134112" y="3649853"/>
                  </a:lnTo>
                  <a:lnTo>
                    <a:pt x="125349" y="3654298"/>
                  </a:lnTo>
                  <a:lnTo>
                    <a:pt x="123825" y="3655314"/>
                  </a:lnTo>
                  <a:lnTo>
                    <a:pt x="127762" y="3656330"/>
                  </a:lnTo>
                  <a:lnTo>
                    <a:pt x="331978" y="3656330"/>
                  </a:lnTo>
                  <a:lnTo>
                    <a:pt x="335788" y="3655314"/>
                  </a:lnTo>
                  <a:close/>
                </a:path>
                <a:path w="454660" h="3656329">
                  <a:moveTo>
                    <a:pt x="454279" y="65151"/>
                  </a:moveTo>
                  <a:lnTo>
                    <a:pt x="449122" y="39814"/>
                  </a:lnTo>
                  <a:lnTo>
                    <a:pt x="435063" y="19100"/>
                  </a:lnTo>
                  <a:lnTo>
                    <a:pt x="414197" y="5130"/>
                  </a:lnTo>
                  <a:lnTo>
                    <a:pt x="388620" y="0"/>
                  </a:lnTo>
                  <a:lnTo>
                    <a:pt x="65786" y="0"/>
                  </a:lnTo>
                  <a:lnTo>
                    <a:pt x="40182" y="5130"/>
                  </a:lnTo>
                  <a:lnTo>
                    <a:pt x="19265" y="19100"/>
                  </a:lnTo>
                  <a:lnTo>
                    <a:pt x="5168" y="39814"/>
                  </a:lnTo>
                  <a:lnTo>
                    <a:pt x="0" y="65151"/>
                  </a:lnTo>
                  <a:lnTo>
                    <a:pt x="5168" y="90474"/>
                  </a:lnTo>
                  <a:lnTo>
                    <a:pt x="19265" y="111150"/>
                  </a:lnTo>
                  <a:lnTo>
                    <a:pt x="40182" y="125069"/>
                  </a:lnTo>
                  <a:lnTo>
                    <a:pt x="65786" y="130175"/>
                  </a:lnTo>
                  <a:lnTo>
                    <a:pt x="388620" y="130175"/>
                  </a:lnTo>
                  <a:lnTo>
                    <a:pt x="414108" y="125069"/>
                  </a:lnTo>
                  <a:lnTo>
                    <a:pt x="434987" y="111150"/>
                  </a:lnTo>
                  <a:lnTo>
                    <a:pt x="449084" y="90474"/>
                  </a:lnTo>
                  <a:lnTo>
                    <a:pt x="454279" y="651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5415" rIns="0" bIns="0" rtlCol="0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59" name="Рисунок 58"/>
          <p:cNvPicPr>
            <a:picLocks/>
          </p:cNvPicPr>
          <p:nvPr/>
        </p:nvPicPr>
        <p:blipFill rotWithShape="1">
          <a:blip r:embed="rId8"/>
          <a:srcRect t="11495"/>
          <a:stretch/>
        </p:blipFill>
        <p:spPr>
          <a:xfrm>
            <a:off x="1008843" y="1123480"/>
            <a:ext cx="1836000" cy="3672000"/>
          </a:xfrm>
          <a:prstGeom prst="roundRect">
            <a:avLst/>
          </a:prstGeom>
        </p:spPr>
      </p:pic>
      <p:pic>
        <p:nvPicPr>
          <p:cNvPr id="62" name="Рисунок 61"/>
          <p:cNvPicPr>
            <a:picLocks/>
          </p:cNvPicPr>
          <p:nvPr/>
        </p:nvPicPr>
        <p:blipFill rotWithShape="1">
          <a:blip r:embed="rId9"/>
          <a:srcRect t="11111"/>
          <a:stretch/>
        </p:blipFill>
        <p:spPr>
          <a:xfrm>
            <a:off x="3750954" y="1168556"/>
            <a:ext cx="1836000" cy="3672000"/>
          </a:xfrm>
          <a:prstGeom prst="roundRect">
            <a:avLst/>
          </a:prstGeom>
        </p:spPr>
      </p:pic>
      <p:pic>
        <p:nvPicPr>
          <p:cNvPr id="63" name="Рисунок 62"/>
          <p:cNvPicPr>
            <a:picLocks/>
          </p:cNvPicPr>
          <p:nvPr/>
        </p:nvPicPr>
        <p:blipFill rotWithShape="1">
          <a:blip r:embed="rId10"/>
          <a:srcRect t="11111"/>
          <a:stretch/>
        </p:blipFill>
        <p:spPr>
          <a:xfrm>
            <a:off x="6719062" y="1148782"/>
            <a:ext cx="1800000" cy="3636000"/>
          </a:xfrm>
          <a:prstGeom prst="roundRect">
            <a:avLst/>
          </a:prstGeom>
        </p:spPr>
      </p:pic>
      <p:pic>
        <p:nvPicPr>
          <p:cNvPr id="64" name="Рисунок 63"/>
          <p:cNvPicPr>
            <a:picLocks/>
          </p:cNvPicPr>
          <p:nvPr/>
        </p:nvPicPr>
        <p:blipFill rotWithShape="1">
          <a:blip r:embed="rId11"/>
          <a:srcRect t="4445"/>
          <a:stretch/>
        </p:blipFill>
        <p:spPr>
          <a:xfrm>
            <a:off x="9578167" y="1104518"/>
            <a:ext cx="1836000" cy="3672000"/>
          </a:xfrm>
          <a:prstGeom prst="round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57200" y="5321551"/>
            <a:ext cx="2561292" cy="68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lang="ru-RU" sz="1600" b="1" dirty="0" smtClean="0">
                <a:solidFill>
                  <a:srgbClr val="520978"/>
                </a:solidFill>
                <a:latin typeface="Montserrat"/>
              </a:rPr>
              <a:t>Главная страница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lang="ru-RU" sz="1600" b="1" dirty="0" smtClean="0">
                <a:solidFill>
                  <a:srgbClr val="FF0053"/>
                </a:solidFill>
                <a:latin typeface="Montserrat"/>
              </a:rPr>
              <a:t>Светлая тема</a:t>
            </a:r>
            <a:endParaRPr sz="1600" b="1" dirty="0">
              <a:solidFill>
                <a:srgbClr val="FF0053"/>
              </a:solidFill>
              <a:latin typeface="Montserrat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215521" y="5137853"/>
            <a:ext cx="2561292" cy="958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lang="ru-RU" sz="1600" b="1" dirty="0" smtClean="0">
                <a:solidFill>
                  <a:srgbClr val="520978"/>
                </a:solidFill>
                <a:latin typeface="Montserrat"/>
              </a:rPr>
              <a:t>Страница с руководством проекта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lang="ru-RU" sz="1600" b="1" dirty="0" smtClean="0">
                <a:solidFill>
                  <a:srgbClr val="FF0053"/>
                </a:solidFill>
                <a:latin typeface="Montserrat"/>
              </a:rPr>
              <a:t>Светлая тема</a:t>
            </a:r>
            <a:endParaRPr sz="1600" b="1" dirty="0">
              <a:solidFill>
                <a:srgbClr val="FF0053"/>
              </a:solidFill>
              <a:latin typeface="Montserrat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319577" y="5349277"/>
            <a:ext cx="2561292" cy="68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lang="ru-RU" sz="1600" b="1" dirty="0" smtClean="0">
                <a:solidFill>
                  <a:srgbClr val="520978"/>
                </a:solidFill>
                <a:latin typeface="Montserrat"/>
              </a:rPr>
              <a:t>Страница с отчётами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lang="ru-RU" sz="1600" b="1" dirty="0" smtClean="0">
                <a:solidFill>
                  <a:srgbClr val="FF0053"/>
                </a:solidFill>
                <a:latin typeface="Montserrat"/>
              </a:rPr>
              <a:t>Светлая тема</a:t>
            </a:r>
            <a:endParaRPr sz="1600" b="1" dirty="0">
              <a:solidFill>
                <a:srgbClr val="FF0053"/>
              </a:solidFill>
              <a:latin typeface="Montserrat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323292" y="5349277"/>
            <a:ext cx="2561292" cy="68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lang="ru-RU" sz="1600" b="1" dirty="0" smtClean="0">
                <a:solidFill>
                  <a:srgbClr val="520978"/>
                </a:solidFill>
                <a:latin typeface="Montserrat"/>
              </a:rPr>
              <a:t>Главная страница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lang="ru-RU" sz="1600" b="1" dirty="0" smtClean="0">
                <a:solidFill>
                  <a:srgbClr val="FF0053"/>
                </a:solidFill>
                <a:latin typeface="Montserrat"/>
              </a:rPr>
              <a:t>Тёмная тема</a:t>
            </a:r>
            <a:endParaRPr sz="1600" b="1" dirty="0">
              <a:solidFill>
                <a:srgbClr val="FF0053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883135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29768" y="3008375"/>
              <a:ext cx="11524615" cy="3657600"/>
            </a:xfrm>
            <a:custGeom>
              <a:avLst/>
              <a:gdLst/>
              <a:ahLst/>
              <a:cxnLst/>
              <a:rect l="l" t="t" r="r" b="b"/>
              <a:pathLst>
                <a:path w="11524615" h="3657600">
                  <a:moveTo>
                    <a:pt x="3727704" y="188341"/>
                  </a:moveTo>
                  <a:lnTo>
                    <a:pt x="3720973" y="138277"/>
                  </a:lnTo>
                  <a:lnTo>
                    <a:pt x="3701986" y="93294"/>
                  </a:lnTo>
                  <a:lnTo>
                    <a:pt x="3672535" y="55168"/>
                  </a:lnTo>
                  <a:lnTo>
                    <a:pt x="3634409" y="25717"/>
                  </a:lnTo>
                  <a:lnTo>
                    <a:pt x="3589426" y="6731"/>
                  </a:lnTo>
                  <a:lnTo>
                    <a:pt x="3539363" y="0"/>
                  </a:lnTo>
                  <a:lnTo>
                    <a:pt x="188404" y="0"/>
                  </a:lnTo>
                  <a:lnTo>
                    <a:pt x="138315" y="6731"/>
                  </a:lnTo>
                  <a:lnTo>
                    <a:pt x="93306" y="25717"/>
                  </a:lnTo>
                  <a:lnTo>
                    <a:pt x="55181" y="55168"/>
                  </a:lnTo>
                  <a:lnTo>
                    <a:pt x="25717" y="93294"/>
                  </a:lnTo>
                  <a:lnTo>
                    <a:pt x="6718" y="138277"/>
                  </a:lnTo>
                  <a:lnTo>
                    <a:pt x="0" y="188341"/>
                  </a:lnTo>
                  <a:lnTo>
                    <a:pt x="0" y="3469195"/>
                  </a:lnTo>
                  <a:lnTo>
                    <a:pt x="6718" y="3519284"/>
                  </a:lnTo>
                  <a:lnTo>
                    <a:pt x="25717" y="3564293"/>
                  </a:lnTo>
                  <a:lnTo>
                    <a:pt x="55181" y="3602418"/>
                  </a:lnTo>
                  <a:lnTo>
                    <a:pt x="93306" y="3631882"/>
                  </a:lnTo>
                  <a:lnTo>
                    <a:pt x="138315" y="3650881"/>
                  </a:lnTo>
                  <a:lnTo>
                    <a:pt x="188404" y="3657600"/>
                  </a:lnTo>
                  <a:lnTo>
                    <a:pt x="3539363" y="3657600"/>
                  </a:lnTo>
                  <a:lnTo>
                    <a:pt x="3589426" y="3650881"/>
                  </a:lnTo>
                  <a:lnTo>
                    <a:pt x="3634409" y="3631882"/>
                  </a:lnTo>
                  <a:lnTo>
                    <a:pt x="3672535" y="3602418"/>
                  </a:lnTo>
                  <a:lnTo>
                    <a:pt x="3701986" y="3564293"/>
                  </a:lnTo>
                  <a:lnTo>
                    <a:pt x="3720973" y="3519284"/>
                  </a:lnTo>
                  <a:lnTo>
                    <a:pt x="3727704" y="3469195"/>
                  </a:lnTo>
                  <a:lnTo>
                    <a:pt x="3727704" y="188341"/>
                  </a:lnTo>
                  <a:close/>
                </a:path>
                <a:path w="11524615" h="3657600">
                  <a:moveTo>
                    <a:pt x="7626096" y="188341"/>
                  </a:moveTo>
                  <a:lnTo>
                    <a:pt x="7619365" y="138277"/>
                  </a:lnTo>
                  <a:lnTo>
                    <a:pt x="7600378" y="93294"/>
                  </a:lnTo>
                  <a:lnTo>
                    <a:pt x="7570927" y="55168"/>
                  </a:lnTo>
                  <a:lnTo>
                    <a:pt x="7532802" y="25717"/>
                  </a:lnTo>
                  <a:lnTo>
                    <a:pt x="7487818" y="6731"/>
                  </a:lnTo>
                  <a:lnTo>
                    <a:pt x="7437755" y="0"/>
                  </a:lnTo>
                  <a:lnTo>
                    <a:pt x="4086733" y="0"/>
                  </a:lnTo>
                  <a:lnTo>
                    <a:pt x="4036657" y="6731"/>
                  </a:lnTo>
                  <a:lnTo>
                    <a:pt x="3991673" y="25717"/>
                  </a:lnTo>
                  <a:lnTo>
                    <a:pt x="3953548" y="55168"/>
                  </a:lnTo>
                  <a:lnTo>
                    <a:pt x="3924096" y="93294"/>
                  </a:lnTo>
                  <a:lnTo>
                    <a:pt x="3905110" y="138277"/>
                  </a:lnTo>
                  <a:lnTo>
                    <a:pt x="3898392" y="188341"/>
                  </a:lnTo>
                  <a:lnTo>
                    <a:pt x="3898392" y="3469195"/>
                  </a:lnTo>
                  <a:lnTo>
                    <a:pt x="3905110" y="3519284"/>
                  </a:lnTo>
                  <a:lnTo>
                    <a:pt x="3924096" y="3564293"/>
                  </a:lnTo>
                  <a:lnTo>
                    <a:pt x="3953548" y="3602418"/>
                  </a:lnTo>
                  <a:lnTo>
                    <a:pt x="3991673" y="3631882"/>
                  </a:lnTo>
                  <a:lnTo>
                    <a:pt x="4036657" y="3650881"/>
                  </a:lnTo>
                  <a:lnTo>
                    <a:pt x="4086733" y="3657600"/>
                  </a:lnTo>
                  <a:lnTo>
                    <a:pt x="7437755" y="3657600"/>
                  </a:lnTo>
                  <a:lnTo>
                    <a:pt x="7487818" y="3650881"/>
                  </a:lnTo>
                  <a:lnTo>
                    <a:pt x="7532802" y="3631882"/>
                  </a:lnTo>
                  <a:lnTo>
                    <a:pt x="7570927" y="3602418"/>
                  </a:lnTo>
                  <a:lnTo>
                    <a:pt x="7600378" y="3564293"/>
                  </a:lnTo>
                  <a:lnTo>
                    <a:pt x="7619365" y="3519284"/>
                  </a:lnTo>
                  <a:lnTo>
                    <a:pt x="7626096" y="3469195"/>
                  </a:lnTo>
                  <a:lnTo>
                    <a:pt x="7626096" y="188341"/>
                  </a:lnTo>
                  <a:close/>
                </a:path>
                <a:path w="11524615" h="3657600">
                  <a:moveTo>
                    <a:pt x="11524488" y="188341"/>
                  </a:moveTo>
                  <a:lnTo>
                    <a:pt x="11517757" y="138277"/>
                  </a:lnTo>
                  <a:lnTo>
                    <a:pt x="11498771" y="93294"/>
                  </a:lnTo>
                  <a:lnTo>
                    <a:pt x="11469319" y="55168"/>
                  </a:lnTo>
                  <a:lnTo>
                    <a:pt x="11431194" y="25717"/>
                  </a:lnTo>
                  <a:lnTo>
                    <a:pt x="11386210" y="6731"/>
                  </a:lnTo>
                  <a:lnTo>
                    <a:pt x="11336147" y="0"/>
                  </a:lnTo>
                  <a:lnTo>
                    <a:pt x="7985125" y="0"/>
                  </a:lnTo>
                  <a:lnTo>
                    <a:pt x="7935049" y="6731"/>
                  </a:lnTo>
                  <a:lnTo>
                    <a:pt x="7890065" y="25717"/>
                  </a:lnTo>
                  <a:lnTo>
                    <a:pt x="7851940" y="55168"/>
                  </a:lnTo>
                  <a:lnTo>
                    <a:pt x="7822489" y="93294"/>
                  </a:lnTo>
                  <a:lnTo>
                    <a:pt x="7803502" y="138277"/>
                  </a:lnTo>
                  <a:lnTo>
                    <a:pt x="7796784" y="188341"/>
                  </a:lnTo>
                  <a:lnTo>
                    <a:pt x="7796784" y="3469195"/>
                  </a:lnTo>
                  <a:lnTo>
                    <a:pt x="7803502" y="3519284"/>
                  </a:lnTo>
                  <a:lnTo>
                    <a:pt x="7822489" y="3564293"/>
                  </a:lnTo>
                  <a:lnTo>
                    <a:pt x="7851940" y="3602418"/>
                  </a:lnTo>
                  <a:lnTo>
                    <a:pt x="7890065" y="3631882"/>
                  </a:lnTo>
                  <a:lnTo>
                    <a:pt x="7935049" y="3650881"/>
                  </a:lnTo>
                  <a:lnTo>
                    <a:pt x="7985125" y="3657600"/>
                  </a:lnTo>
                  <a:lnTo>
                    <a:pt x="11336147" y="3657600"/>
                  </a:lnTo>
                  <a:lnTo>
                    <a:pt x="11386210" y="3650881"/>
                  </a:lnTo>
                  <a:lnTo>
                    <a:pt x="11431194" y="3631882"/>
                  </a:lnTo>
                  <a:lnTo>
                    <a:pt x="11469319" y="3602418"/>
                  </a:lnTo>
                  <a:lnTo>
                    <a:pt x="11498771" y="3564293"/>
                  </a:lnTo>
                  <a:lnTo>
                    <a:pt x="11517757" y="3519284"/>
                  </a:lnTo>
                  <a:lnTo>
                    <a:pt x="11524488" y="3469195"/>
                  </a:lnTo>
                  <a:lnTo>
                    <a:pt x="11524488" y="1883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347472" y="323088"/>
              <a:ext cx="3108960" cy="622300"/>
            </a:xfrm>
            <a:custGeom>
              <a:avLst/>
              <a:gdLst/>
              <a:ahLst/>
              <a:cxnLst/>
              <a:rect l="l" t="t" r="r" b="b"/>
              <a:pathLst>
                <a:path w="3108960" h="622300">
                  <a:moveTo>
                    <a:pt x="2992628" y="0"/>
                  </a:moveTo>
                  <a:lnTo>
                    <a:pt x="116319" y="0"/>
                  </a:lnTo>
                  <a:lnTo>
                    <a:pt x="71039" y="9140"/>
                  </a:lnTo>
                  <a:lnTo>
                    <a:pt x="34066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6" y="587724"/>
                  </a:lnTo>
                  <a:lnTo>
                    <a:pt x="71039" y="612651"/>
                  </a:lnTo>
                  <a:lnTo>
                    <a:pt x="116319" y="621791"/>
                  </a:lnTo>
                  <a:lnTo>
                    <a:pt x="2992628" y="621791"/>
                  </a:lnTo>
                  <a:lnTo>
                    <a:pt x="3037915" y="612651"/>
                  </a:lnTo>
                  <a:lnTo>
                    <a:pt x="3074892" y="587724"/>
                  </a:lnTo>
                  <a:lnTo>
                    <a:pt x="3099819" y="550747"/>
                  </a:lnTo>
                  <a:lnTo>
                    <a:pt x="3108960" y="505459"/>
                  </a:lnTo>
                  <a:lnTo>
                    <a:pt x="3108960" y="116331"/>
                  </a:lnTo>
                  <a:lnTo>
                    <a:pt x="3099819" y="71044"/>
                  </a:lnTo>
                  <a:lnTo>
                    <a:pt x="3074892" y="34067"/>
                  </a:lnTo>
                  <a:lnTo>
                    <a:pt x="3037915" y="9140"/>
                  </a:lnTo>
                  <a:lnTo>
                    <a:pt x="2992628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42288" y="1365503"/>
              <a:ext cx="5303520" cy="1402080"/>
            </a:xfrm>
            <a:custGeom>
              <a:avLst/>
              <a:gdLst/>
              <a:ahLst/>
              <a:cxnLst/>
              <a:rect l="l" t="t" r="r" b="b"/>
              <a:pathLst>
                <a:path w="5303520" h="1402080">
                  <a:moveTo>
                    <a:pt x="3797808" y="233680"/>
                  </a:moveTo>
                  <a:lnTo>
                    <a:pt x="3802556" y="186592"/>
                  </a:lnTo>
                  <a:lnTo>
                    <a:pt x="3816175" y="142732"/>
                  </a:lnTo>
                  <a:lnTo>
                    <a:pt x="3837723" y="103038"/>
                  </a:lnTo>
                  <a:lnTo>
                    <a:pt x="3866261" y="68453"/>
                  </a:lnTo>
                  <a:lnTo>
                    <a:pt x="3900846" y="39915"/>
                  </a:lnTo>
                  <a:lnTo>
                    <a:pt x="3940540" y="18367"/>
                  </a:lnTo>
                  <a:lnTo>
                    <a:pt x="3984400" y="4748"/>
                  </a:lnTo>
                  <a:lnTo>
                    <a:pt x="4031488" y="0"/>
                  </a:lnTo>
                  <a:lnTo>
                    <a:pt x="5069840" y="0"/>
                  </a:lnTo>
                  <a:lnTo>
                    <a:pt x="5116927" y="4748"/>
                  </a:lnTo>
                  <a:lnTo>
                    <a:pt x="5160787" y="18367"/>
                  </a:lnTo>
                  <a:lnTo>
                    <a:pt x="5200481" y="39915"/>
                  </a:lnTo>
                  <a:lnTo>
                    <a:pt x="5235067" y="68453"/>
                  </a:lnTo>
                  <a:lnTo>
                    <a:pt x="5263604" y="103038"/>
                  </a:lnTo>
                  <a:lnTo>
                    <a:pt x="5285152" y="142732"/>
                  </a:lnTo>
                  <a:lnTo>
                    <a:pt x="5298771" y="186592"/>
                  </a:lnTo>
                  <a:lnTo>
                    <a:pt x="5303520" y="233680"/>
                  </a:lnTo>
                  <a:lnTo>
                    <a:pt x="5303520" y="1168400"/>
                  </a:lnTo>
                  <a:lnTo>
                    <a:pt x="5298771" y="1215487"/>
                  </a:lnTo>
                  <a:lnTo>
                    <a:pt x="5285152" y="1259347"/>
                  </a:lnTo>
                  <a:lnTo>
                    <a:pt x="5263604" y="1299041"/>
                  </a:lnTo>
                  <a:lnTo>
                    <a:pt x="5235067" y="1333627"/>
                  </a:lnTo>
                  <a:lnTo>
                    <a:pt x="5200481" y="1362164"/>
                  </a:lnTo>
                  <a:lnTo>
                    <a:pt x="5160787" y="1383712"/>
                  </a:lnTo>
                  <a:lnTo>
                    <a:pt x="5116927" y="1397331"/>
                  </a:lnTo>
                  <a:lnTo>
                    <a:pt x="5069840" y="1402080"/>
                  </a:lnTo>
                  <a:lnTo>
                    <a:pt x="4031488" y="1402080"/>
                  </a:lnTo>
                  <a:lnTo>
                    <a:pt x="3984400" y="1397331"/>
                  </a:lnTo>
                  <a:lnTo>
                    <a:pt x="3940540" y="1383712"/>
                  </a:lnTo>
                  <a:lnTo>
                    <a:pt x="3900846" y="1362164"/>
                  </a:lnTo>
                  <a:lnTo>
                    <a:pt x="3866261" y="1333627"/>
                  </a:lnTo>
                  <a:lnTo>
                    <a:pt x="3837723" y="1299041"/>
                  </a:lnTo>
                  <a:lnTo>
                    <a:pt x="3816175" y="1259347"/>
                  </a:lnTo>
                  <a:lnTo>
                    <a:pt x="3802556" y="1215487"/>
                  </a:lnTo>
                  <a:lnTo>
                    <a:pt x="3797808" y="1168400"/>
                  </a:lnTo>
                  <a:lnTo>
                    <a:pt x="3797808" y="233680"/>
                  </a:lnTo>
                  <a:close/>
                </a:path>
                <a:path w="5303520" h="1402080">
                  <a:moveTo>
                    <a:pt x="0" y="233680"/>
                  </a:moveTo>
                  <a:lnTo>
                    <a:pt x="4748" y="186592"/>
                  </a:lnTo>
                  <a:lnTo>
                    <a:pt x="18367" y="142732"/>
                  </a:lnTo>
                  <a:lnTo>
                    <a:pt x="39915" y="103038"/>
                  </a:lnTo>
                  <a:lnTo>
                    <a:pt x="68453" y="68453"/>
                  </a:lnTo>
                  <a:lnTo>
                    <a:pt x="103038" y="39915"/>
                  </a:lnTo>
                  <a:lnTo>
                    <a:pt x="142732" y="18367"/>
                  </a:lnTo>
                  <a:lnTo>
                    <a:pt x="186592" y="4748"/>
                  </a:lnTo>
                  <a:lnTo>
                    <a:pt x="233680" y="0"/>
                  </a:lnTo>
                  <a:lnTo>
                    <a:pt x="1268984" y="0"/>
                  </a:lnTo>
                  <a:lnTo>
                    <a:pt x="1316071" y="4748"/>
                  </a:lnTo>
                  <a:lnTo>
                    <a:pt x="1359931" y="18367"/>
                  </a:lnTo>
                  <a:lnTo>
                    <a:pt x="1399625" y="39915"/>
                  </a:lnTo>
                  <a:lnTo>
                    <a:pt x="1434210" y="68453"/>
                  </a:lnTo>
                  <a:lnTo>
                    <a:pt x="1462748" y="103038"/>
                  </a:lnTo>
                  <a:lnTo>
                    <a:pt x="1484296" y="142732"/>
                  </a:lnTo>
                  <a:lnTo>
                    <a:pt x="1497915" y="186592"/>
                  </a:lnTo>
                  <a:lnTo>
                    <a:pt x="1502664" y="233680"/>
                  </a:lnTo>
                  <a:lnTo>
                    <a:pt x="1502664" y="1168400"/>
                  </a:lnTo>
                  <a:lnTo>
                    <a:pt x="1497915" y="1215487"/>
                  </a:lnTo>
                  <a:lnTo>
                    <a:pt x="1484296" y="1259347"/>
                  </a:lnTo>
                  <a:lnTo>
                    <a:pt x="1462748" y="1299041"/>
                  </a:lnTo>
                  <a:lnTo>
                    <a:pt x="1434211" y="1333627"/>
                  </a:lnTo>
                  <a:lnTo>
                    <a:pt x="1399625" y="1362164"/>
                  </a:lnTo>
                  <a:lnTo>
                    <a:pt x="1359931" y="1383712"/>
                  </a:lnTo>
                  <a:lnTo>
                    <a:pt x="1316071" y="1397331"/>
                  </a:lnTo>
                  <a:lnTo>
                    <a:pt x="1268984" y="1402080"/>
                  </a:lnTo>
                  <a:lnTo>
                    <a:pt x="233680" y="1402080"/>
                  </a:lnTo>
                  <a:lnTo>
                    <a:pt x="186592" y="1397331"/>
                  </a:lnTo>
                  <a:lnTo>
                    <a:pt x="142732" y="1383712"/>
                  </a:lnTo>
                  <a:lnTo>
                    <a:pt x="103038" y="1362164"/>
                  </a:lnTo>
                  <a:lnTo>
                    <a:pt x="68453" y="1333627"/>
                  </a:lnTo>
                  <a:lnTo>
                    <a:pt x="39915" y="1299041"/>
                  </a:lnTo>
                  <a:lnTo>
                    <a:pt x="18367" y="1259347"/>
                  </a:lnTo>
                  <a:lnTo>
                    <a:pt x="4748" y="1215487"/>
                  </a:lnTo>
                  <a:lnTo>
                    <a:pt x="0" y="1168400"/>
                  </a:lnTo>
                  <a:lnTo>
                    <a:pt x="0" y="233680"/>
                  </a:lnTo>
                  <a:close/>
                </a:path>
                <a:path w="5303520" h="1402080">
                  <a:moveTo>
                    <a:pt x="1499616" y="767334"/>
                  </a:moveTo>
                  <a:lnTo>
                    <a:pt x="3788156" y="755904"/>
                  </a:lnTo>
                </a:path>
              </a:pathLst>
            </a:custGeom>
            <a:ln w="12192">
              <a:solidFill>
                <a:srgbClr val="FF00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99030" y="1752726"/>
              <a:ext cx="737870" cy="688975"/>
            </a:xfrm>
            <a:custGeom>
              <a:avLst/>
              <a:gdLst/>
              <a:ahLst/>
              <a:cxnLst/>
              <a:rect l="l" t="t" r="r" b="b"/>
              <a:pathLst>
                <a:path w="737869" h="688975">
                  <a:moveTo>
                    <a:pt x="499744" y="610997"/>
                  </a:moveTo>
                  <a:lnTo>
                    <a:pt x="237617" y="610997"/>
                  </a:lnTo>
                  <a:lnTo>
                    <a:pt x="227986" y="612882"/>
                  </a:lnTo>
                  <a:lnTo>
                    <a:pt x="220297" y="618077"/>
                  </a:lnTo>
                  <a:lnTo>
                    <a:pt x="215203" y="625891"/>
                  </a:lnTo>
                  <a:lnTo>
                    <a:pt x="213360" y="635635"/>
                  </a:lnTo>
                  <a:lnTo>
                    <a:pt x="213360" y="663956"/>
                  </a:lnTo>
                  <a:lnTo>
                    <a:pt x="215203" y="673752"/>
                  </a:lnTo>
                  <a:lnTo>
                    <a:pt x="220297" y="681561"/>
                  </a:lnTo>
                  <a:lnTo>
                    <a:pt x="227986" y="686726"/>
                  </a:lnTo>
                  <a:lnTo>
                    <a:pt x="237617" y="688594"/>
                  </a:lnTo>
                  <a:lnTo>
                    <a:pt x="499744" y="688594"/>
                  </a:lnTo>
                  <a:lnTo>
                    <a:pt x="509375" y="686726"/>
                  </a:lnTo>
                  <a:lnTo>
                    <a:pt x="517064" y="681561"/>
                  </a:lnTo>
                  <a:lnTo>
                    <a:pt x="522158" y="673752"/>
                  </a:lnTo>
                  <a:lnTo>
                    <a:pt x="523332" y="667512"/>
                  </a:lnTo>
                  <a:lnTo>
                    <a:pt x="235966" y="667512"/>
                  </a:lnTo>
                  <a:lnTo>
                    <a:pt x="234187" y="665734"/>
                  </a:lnTo>
                  <a:lnTo>
                    <a:pt x="234187" y="633857"/>
                  </a:lnTo>
                  <a:lnTo>
                    <a:pt x="235966" y="632078"/>
                  </a:lnTo>
                  <a:lnTo>
                    <a:pt x="523329" y="632078"/>
                  </a:lnTo>
                  <a:lnTo>
                    <a:pt x="522158" y="625891"/>
                  </a:lnTo>
                  <a:lnTo>
                    <a:pt x="517064" y="618077"/>
                  </a:lnTo>
                  <a:lnTo>
                    <a:pt x="509375" y="612882"/>
                  </a:lnTo>
                  <a:lnTo>
                    <a:pt x="499744" y="610997"/>
                  </a:lnTo>
                  <a:close/>
                </a:path>
                <a:path w="737869" h="688975">
                  <a:moveTo>
                    <a:pt x="523329" y="632078"/>
                  </a:moveTo>
                  <a:lnTo>
                    <a:pt x="501395" y="632078"/>
                  </a:lnTo>
                  <a:lnTo>
                    <a:pt x="503174" y="633857"/>
                  </a:lnTo>
                  <a:lnTo>
                    <a:pt x="503174" y="665734"/>
                  </a:lnTo>
                  <a:lnTo>
                    <a:pt x="501395" y="667512"/>
                  </a:lnTo>
                  <a:lnTo>
                    <a:pt x="523332" y="667512"/>
                  </a:lnTo>
                  <a:lnTo>
                    <a:pt x="524001" y="663956"/>
                  </a:lnTo>
                  <a:lnTo>
                    <a:pt x="524001" y="635635"/>
                  </a:lnTo>
                  <a:lnTo>
                    <a:pt x="523329" y="632078"/>
                  </a:lnTo>
                  <a:close/>
                </a:path>
                <a:path w="737869" h="688975">
                  <a:moveTo>
                    <a:pt x="294894" y="519175"/>
                  </a:moveTo>
                  <a:lnTo>
                    <a:pt x="274066" y="519175"/>
                  </a:lnTo>
                  <a:lnTo>
                    <a:pt x="265430" y="610997"/>
                  </a:lnTo>
                  <a:lnTo>
                    <a:pt x="288036" y="610997"/>
                  </a:lnTo>
                  <a:lnTo>
                    <a:pt x="294894" y="519175"/>
                  </a:lnTo>
                  <a:close/>
                </a:path>
                <a:path w="737869" h="688975">
                  <a:moveTo>
                    <a:pt x="463295" y="519175"/>
                  </a:moveTo>
                  <a:lnTo>
                    <a:pt x="442468" y="519175"/>
                  </a:lnTo>
                  <a:lnTo>
                    <a:pt x="449452" y="610997"/>
                  </a:lnTo>
                  <a:lnTo>
                    <a:pt x="471931" y="610997"/>
                  </a:lnTo>
                  <a:lnTo>
                    <a:pt x="463295" y="519175"/>
                  </a:lnTo>
                  <a:close/>
                </a:path>
                <a:path w="737869" h="688975">
                  <a:moveTo>
                    <a:pt x="347091" y="519175"/>
                  </a:moveTo>
                  <a:lnTo>
                    <a:pt x="326136" y="519175"/>
                  </a:lnTo>
                  <a:lnTo>
                    <a:pt x="326136" y="533273"/>
                  </a:lnTo>
                  <a:lnTo>
                    <a:pt x="329483" y="550626"/>
                  </a:lnTo>
                  <a:lnTo>
                    <a:pt x="338534" y="564657"/>
                  </a:lnTo>
                  <a:lnTo>
                    <a:pt x="351799" y="574045"/>
                  </a:lnTo>
                  <a:lnTo>
                    <a:pt x="367792" y="577469"/>
                  </a:lnTo>
                  <a:lnTo>
                    <a:pt x="384865" y="574045"/>
                  </a:lnTo>
                  <a:lnTo>
                    <a:pt x="398652" y="564657"/>
                  </a:lnTo>
                  <a:lnTo>
                    <a:pt x="405336" y="554482"/>
                  </a:lnTo>
                  <a:lnTo>
                    <a:pt x="367792" y="554482"/>
                  </a:lnTo>
                  <a:lnTo>
                    <a:pt x="360217" y="552918"/>
                  </a:lnTo>
                  <a:lnTo>
                    <a:pt x="353583" y="548544"/>
                  </a:lnTo>
                  <a:lnTo>
                    <a:pt x="348878" y="541837"/>
                  </a:lnTo>
                  <a:lnTo>
                    <a:pt x="347091" y="533273"/>
                  </a:lnTo>
                  <a:lnTo>
                    <a:pt x="347091" y="519175"/>
                  </a:lnTo>
                  <a:close/>
                </a:path>
                <a:path w="737869" h="688975">
                  <a:moveTo>
                    <a:pt x="411225" y="519175"/>
                  </a:moveTo>
                  <a:lnTo>
                    <a:pt x="388619" y="519175"/>
                  </a:lnTo>
                  <a:lnTo>
                    <a:pt x="388619" y="533273"/>
                  </a:lnTo>
                  <a:lnTo>
                    <a:pt x="387080" y="541837"/>
                  </a:lnTo>
                  <a:lnTo>
                    <a:pt x="382777" y="548544"/>
                  </a:lnTo>
                  <a:lnTo>
                    <a:pt x="376189" y="552918"/>
                  </a:lnTo>
                  <a:lnTo>
                    <a:pt x="367792" y="554482"/>
                  </a:lnTo>
                  <a:lnTo>
                    <a:pt x="405336" y="554482"/>
                  </a:lnTo>
                  <a:lnTo>
                    <a:pt x="407868" y="550626"/>
                  </a:lnTo>
                  <a:lnTo>
                    <a:pt x="411225" y="533273"/>
                  </a:lnTo>
                  <a:lnTo>
                    <a:pt x="411225" y="519175"/>
                  </a:lnTo>
                  <a:close/>
                </a:path>
                <a:path w="737869" h="688975">
                  <a:moveTo>
                    <a:pt x="17271" y="148209"/>
                  </a:moveTo>
                  <a:lnTo>
                    <a:pt x="5080" y="148209"/>
                  </a:lnTo>
                  <a:lnTo>
                    <a:pt x="0" y="151764"/>
                  </a:lnTo>
                  <a:lnTo>
                    <a:pt x="0" y="478536"/>
                  </a:lnTo>
                  <a:lnTo>
                    <a:pt x="3051" y="494583"/>
                  </a:lnTo>
                  <a:lnTo>
                    <a:pt x="11461" y="507476"/>
                  </a:lnTo>
                  <a:lnTo>
                    <a:pt x="24110" y="516058"/>
                  </a:lnTo>
                  <a:lnTo>
                    <a:pt x="39877" y="519175"/>
                  </a:lnTo>
                  <a:lnTo>
                    <a:pt x="697611" y="519175"/>
                  </a:lnTo>
                  <a:lnTo>
                    <a:pt x="712628" y="516058"/>
                  </a:lnTo>
                  <a:lnTo>
                    <a:pt x="725360" y="507476"/>
                  </a:lnTo>
                  <a:lnTo>
                    <a:pt x="731870" y="497967"/>
                  </a:lnTo>
                  <a:lnTo>
                    <a:pt x="39877" y="497967"/>
                  </a:lnTo>
                  <a:lnTo>
                    <a:pt x="32508" y="496413"/>
                  </a:lnTo>
                  <a:lnTo>
                    <a:pt x="26447" y="492204"/>
                  </a:lnTo>
                  <a:lnTo>
                    <a:pt x="22340" y="486019"/>
                  </a:lnTo>
                  <a:lnTo>
                    <a:pt x="20827" y="478536"/>
                  </a:lnTo>
                  <a:lnTo>
                    <a:pt x="20827" y="443230"/>
                  </a:lnTo>
                  <a:lnTo>
                    <a:pt x="586486" y="443230"/>
                  </a:lnTo>
                  <a:lnTo>
                    <a:pt x="591693" y="437896"/>
                  </a:lnTo>
                  <a:lnTo>
                    <a:pt x="591693" y="425576"/>
                  </a:lnTo>
                  <a:lnTo>
                    <a:pt x="586486" y="420243"/>
                  </a:lnTo>
                  <a:lnTo>
                    <a:pt x="20827" y="420243"/>
                  </a:lnTo>
                  <a:lnTo>
                    <a:pt x="20827" y="151764"/>
                  </a:lnTo>
                  <a:lnTo>
                    <a:pt x="17271" y="148209"/>
                  </a:lnTo>
                  <a:close/>
                </a:path>
                <a:path w="737869" h="688975">
                  <a:moveTo>
                    <a:pt x="733285" y="22860"/>
                  </a:moveTo>
                  <a:lnTo>
                    <a:pt x="708025" y="22860"/>
                  </a:lnTo>
                  <a:lnTo>
                    <a:pt x="714882" y="29972"/>
                  </a:lnTo>
                  <a:lnTo>
                    <a:pt x="714882" y="420243"/>
                  </a:lnTo>
                  <a:lnTo>
                    <a:pt x="622935" y="420243"/>
                  </a:lnTo>
                  <a:lnTo>
                    <a:pt x="617727" y="425576"/>
                  </a:lnTo>
                  <a:lnTo>
                    <a:pt x="617727" y="437896"/>
                  </a:lnTo>
                  <a:lnTo>
                    <a:pt x="622935" y="443230"/>
                  </a:lnTo>
                  <a:lnTo>
                    <a:pt x="714882" y="443230"/>
                  </a:lnTo>
                  <a:lnTo>
                    <a:pt x="714882" y="478536"/>
                  </a:lnTo>
                  <a:lnTo>
                    <a:pt x="713648" y="486019"/>
                  </a:lnTo>
                  <a:lnTo>
                    <a:pt x="710152" y="492204"/>
                  </a:lnTo>
                  <a:lnTo>
                    <a:pt x="704703" y="496413"/>
                  </a:lnTo>
                  <a:lnTo>
                    <a:pt x="697611" y="497967"/>
                  </a:lnTo>
                  <a:lnTo>
                    <a:pt x="731870" y="497967"/>
                  </a:lnTo>
                  <a:lnTo>
                    <a:pt x="734187" y="494583"/>
                  </a:lnTo>
                  <a:lnTo>
                    <a:pt x="737488" y="478536"/>
                  </a:lnTo>
                  <a:lnTo>
                    <a:pt x="737488" y="40639"/>
                  </a:lnTo>
                  <a:lnTo>
                    <a:pt x="734419" y="24592"/>
                  </a:lnTo>
                  <a:lnTo>
                    <a:pt x="733285" y="22860"/>
                  </a:lnTo>
                  <a:close/>
                </a:path>
                <a:path w="737869" h="688975">
                  <a:moveTo>
                    <a:pt x="452881" y="22860"/>
                  </a:moveTo>
                  <a:lnTo>
                    <a:pt x="430275" y="22860"/>
                  </a:lnTo>
                  <a:lnTo>
                    <a:pt x="430275" y="420243"/>
                  </a:lnTo>
                  <a:lnTo>
                    <a:pt x="452881" y="420243"/>
                  </a:lnTo>
                  <a:lnTo>
                    <a:pt x="452881" y="22860"/>
                  </a:lnTo>
                  <a:close/>
                </a:path>
                <a:path w="737869" h="688975">
                  <a:moveTo>
                    <a:pt x="697611" y="0"/>
                  </a:moveTo>
                  <a:lnTo>
                    <a:pt x="39877" y="0"/>
                  </a:lnTo>
                  <a:lnTo>
                    <a:pt x="24110" y="3117"/>
                  </a:lnTo>
                  <a:lnTo>
                    <a:pt x="11461" y="11699"/>
                  </a:lnTo>
                  <a:lnTo>
                    <a:pt x="3051" y="24592"/>
                  </a:lnTo>
                  <a:lnTo>
                    <a:pt x="0" y="40639"/>
                  </a:lnTo>
                  <a:lnTo>
                    <a:pt x="0" y="116459"/>
                  </a:lnTo>
                  <a:lnTo>
                    <a:pt x="5080" y="121793"/>
                  </a:lnTo>
                  <a:lnTo>
                    <a:pt x="15493" y="121793"/>
                  </a:lnTo>
                  <a:lnTo>
                    <a:pt x="20827" y="116459"/>
                  </a:lnTo>
                  <a:lnTo>
                    <a:pt x="20827" y="40639"/>
                  </a:lnTo>
                  <a:lnTo>
                    <a:pt x="22340" y="33361"/>
                  </a:lnTo>
                  <a:lnTo>
                    <a:pt x="26447" y="27749"/>
                  </a:lnTo>
                  <a:lnTo>
                    <a:pt x="32508" y="24137"/>
                  </a:lnTo>
                  <a:lnTo>
                    <a:pt x="39877" y="22860"/>
                  </a:lnTo>
                  <a:lnTo>
                    <a:pt x="733285" y="22860"/>
                  </a:lnTo>
                  <a:lnTo>
                    <a:pt x="725979" y="11699"/>
                  </a:lnTo>
                  <a:lnTo>
                    <a:pt x="713325" y="3117"/>
                  </a:lnTo>
                  <a:lnTo>
                    <a:pt x="697611" y="0"/>
                  </a:lnTo>
                  <a:close/>
                </a:path>
              </a:pathLst>
            </a:custGeom>
            <a:solidFill>
              <a:srgbClr val="FC0C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75231" y="1810638"/>
              <a:ext cx="311150" cy="323215"/>
            </a:xfrm>
            <a:custGeom>
              <a:avLst/>
              <a:gdLst/>
              <a:ahLst/>
              <a:cxnLst/>
              <a:rect l="l" t="t" r="r" b="b"/>
              <a:pathLst>
                <a:path w="311150" h="323214">
                  <a:moveTo>
                    <a:pt x="60706" y="5207"/>
                  </a:moveTo>
                  <a:lnTo>
                    <a:pt x="55372" y="0"/>
                  </a:lnTo>
                  <a:lnTo>
                    <a:pt x="10668" y="0"/>
                  </a:lnTo>
                  <a:lnTo>
                    <a:pt x="5334" y="0"/>
                  </a:lnTo>
                  <a:lnTo>
                    <a:pt x="0" y="5207"/>
                  </a:lnTo>
                  <a:lnTo>
                    <a:pt x="0" y="17653"/>
                  </a:lnTo>
                  <a:lnTo>
                    <a:pt x="5334" y="21209"/>
                  </a:lnTo>
                  <a:lnTo>
                    <a:pt x="55372" y="21209"/>
                  </a:lnTo>
                  <a:lnTo>
                    <a:pt x="60706" y="17653"/>
                  </a:lnTo>
                  <a:lnTo>
                    <a:pt x="60706" y="5207"/>
                  </a:lnTo>
                  <a:close/>
                </a:path>
                <a:path w="311150" h="323214">
                  <a:moveTo>
                    <a:pt x="88138" y="133350"/>
                  </a:moveTo>
                  <a:lnTo>
                    <a:pt x="84709" y="127889"/>
                  </a:lnTo>
                  <a:lnTo>
                    <a:pt x="77597" y="127889"/>
                  </a:lnTo>
                  <a:lnTo>
                    <a:pt x="72263" y="127889"/>
                  </a:lnTo>
                  <a:lnTo>
                    <a:pt x="67056" y="133350"/>
                  </a:lnTo>
                  <a:lnTo>
                    <a:pt x="67056" y="154813"/>
                  </a:lnTo>
                  <a:lnTo>
                    <a:pt x="72263" y="158242"/>
                  </a:lnTo>
                  <a:lnTo>
                    <a:pt x="84709" y="158242"/>
                  </a:lnTo>
                  <a:lnTo>
                    <a:pt x="88138" y="154813"/>
                  </a:lnTo>
                  <a:lnTo>
                    <a:pt x="88138" y="133350"/>
                  </a:lnTo>
                  <a:close/>
                </a:path>
                <a:path w="311150" h="323214">
                  <a:moveTo>
                    <a:pt x="103505" y="47498"/>
                  </a:moveTo>
                  <a:lnTo>
                    <a:pt x="98171" y="42545"/>
                  </a:lnTo>
                  <a:lnTo>
                    <a:pt x="10541" y="42545"/>
                  </a:lnTo>
                  <a:lnTo>
                    <a:pt x="5207" y="42545"/>
                  </a:lnTo>
                  <a:lnTo>
                    <a:pt x="0" y="47498"/>
                  </a:lnTo>
                  <a:lnTo>
                    <a:pt x="0" y="58928"/>
                  </a:lnTo>
                  <a:lnTo>
                    <a:pt x="5207" y="63754"/>
                  </a:lnTo>
                  <a:lnTo>
                    <a:pt x="98171" y="63754"/>
                  </a:lnTo>
                  <a:lnTo>
                    <a:pt x="103505" y="58928"/>
                  </a:lnTo>
                  <a:lnTo>
                    <a:pt x="103505" y="47498"/>
                  </a:lnTo>
                  <a:close/>
                </a:path>
                <a:path w="311150" h="323214">
                  <a:moveTo>
                    <a:pt x="194945" y="102870"/>
                  </a:moveTo>
                  <a:lnTo>
                    <a:pt x="189992" y="97536"/>
                  </a:lnTo>
                  <a:lnTo>
                    <a:pt x="183388" y="97536"/>
                  </a:lnTo>
                  <a:lnTo>
                    <a:pt x="178562" y="97536"/>
                  </a:lnTo>
                  <a:lnTo>
                    <a:pt x="173609" y="102870"/>
                  </a:lnTo>
                  <a:lnTo>
                    <a:pt x="173609" y="122428"/>
                  </a:lnTo>
                  <a:lnTo>
                    <a:pt x="178562" y="127762"/>
                  </a:lnTo>
                  <a:lnTo>
                    <a:pt x="189992" y="127762"/>
                  </a:lnTo>
                  <a:lnTo>
                    <a:pt x="194945" y="122428"/>
                  </a:lnTo>
                  <a:lnTo>
                    <a:pt x="194945" y="102870"/>
                  </a:lnTo>
                  <a:close/>
                </a:path>
                <a:path w="311150" h="323214">
                  <a:moveTo>
                    <a:pt x="295402" y="36957"/>
                  </a:moveTo>
                  <a:lnTo>
                    <a:pt x="290576" y="33401"/>
                  </a:lnTo>
                  <a:lnTo>
                    <a:pt x="285623" y="33401"/>
                  </a:lnTo>
                  <a:lnTo>
                    <a:pt x="279146" y="33401"/>
                  </a:lnTo>
                  <a:lnTo>
                    <a:pt x="274193" y="36957"/>
                  </a:lnTo>
                  <a:lnTo>
                    <a:pt x="274193" y="58420"/>
                  </a:lnTo>
                  <a:lnTo>
                    <a:pt x="279146" y="63754"/>
                  </a:lnTo>
                  <a:lnTo>
                    <a:pt x="290576" y="63754"/>
                  </a:lnTo>
                  <a:lnTo>
                    <a:pt x="295402" y="58420"/>
                  </a:lnTo>
                  <a:lnTo>
                    <a:pt x="295402" y="36957"/>
                  </a:lnTo>
                  <a:close/>
                </a:path>
                <a:path w="311150" h="323214">
                  <a:moveTo>
                    <a:pt x="310642" y="307086"/>
                  </a:moveTo>
                  <a:lnTo>
                    <a:pt x="307213" y="301752"/>
                  </a:lnTo>
                  <a:lnTo>
                    <a:pt x="295148" y="301752"/>
                  </a:lnTo>
                  <a:lnTo>
                    <a:pt x="295148" y="234823"/>
                  </a:lnTo>
                  <a:lnTo>
                    <a:pt x="289941" y="229616"/>
                  </a:lnTo>
                  <a:lnTo>
                    <a:pt x="277749" y="229616"/>
                  </a:lnTo>
                  <a:lnTo>
                    <a:pt x="272542" y="234823"/>
                  </a:lnTo>
                  <a:lnTo>
                    <a:pt x="272542" y="301752"/>
                  </a:lnTo>
                  <a:lnTo>
                    <a:pt x="246507" y="301752"/>
                  </a:lnTo>
                  <a:lnTo>
                    <a:pt x="246507" y="287782"/>
                  </a:lnTo>
                  <a:lnTo>
                    <a:pt x="241300" y="282448"/>
                  </a:lnTo>
                  <a:lnTo>
                    <a:pt x="229108" y="282448"/>
                  </a:lnTo>
                  <a:lnTo>
                    <a:pt x="223901" y="286004"/>
                  </a:lnTo>
                  <a:lnTo>
                    <a:pt x="223901" y="301752"/>
                  </a:lnTo>
                  <a:lnTo>
                    <a:pt x="187452" y="301752"/>
                  </a:lnTo>
                  <a:lnTo>
                    <a:pt x="187452" y="287782"/>
                  </a:lnTo>
                  <a:lnTo>
                    <a:pt x="184023" y="282448"/>
                  </a:lnTo>
                  <a:lnTo>
                    <a:pt x="171831" y="282448"/>
                  </a:lnTo>
                  <a:lnTo>
                    <a:pt x="166624" y="286004"/>
                  </a:lnTo>
                  <a:lnTo>
                    <a:pt x="166624" y="301752"/>
                  </a:lnTo>
                  <a:lnTo>
                    <a:pt x="130175" y="301752"/>
                  </a:lnTo>
                  <a:lnTo>
                    <a:pt x="130175" y="287782"/>
                  </a:lnTo>
                  <a:lnTo>
                    <a:pt x="124968" y="282448"/>
                  </a:lnTo>
                  <a:lnTo>
                    <a:pt x="112776" y="282448"/>
                  </a:lnTo>
                  <a:lnTo>
                    <a:pt x="109347" y="286004"/>
                  </a:lnTo>
                  <a:lnTo>
                    <a:pt x="109347" y="301752"/>
                  </a:lnTo>
                  <a:lnTo>
                    <a:pt x="72898" y="301752"/>
                  </a:lnTo>
                  <a:lnTo>
                    <a:pt x="72898" y="287782"/>
                  </a:lnTo>
                  <a:lnTo>
                    <a:pt x="67564" y="282448"/>
                  </a:lnTo>
                  <a:lnTo>
                    <a:pt x="55499" y="282448"/>
                  </a:lnTo>
                  <a:lnTo>
                    <a:pt x="50292" y="286004"/>
                  </a:lnTo>
                  <a:lnTo>
                    <a:pt x="50292" y="301752"/>
                  </a:lnTo>
                  <a:lnTo>
                    <a:pt x="20701" y="301752"/>
                  </a:lnTo>
                  <a:lnTo>
                    <a:pt x="20701" y="234823"/>
                  </a:lnTo>
                  <a:lnTo>
                    <a:pt x="76327" y="201422"/>
                  </a:lnTo>
                  <a:lnTo>
                    <a:pt x="131953" y="224282"/>
                  </a:lnTo>
                  <a:lnTo>
                    <a:pt x="132842" y="224790"/>
                  </a:lnTo>
                  <a:lnTo>
                    <a:pt x="133858" y="225044"/>
                  </a:lnTo>
                  <a:lnTo>
                    <a:pt x="137922" y="225044"/>
                  </a:lnTo>
                  <a:lnTo>
                    <a:pt x="140970" y="223393"/>
                  </a:lnTo>
                  <a:lnTo>
                    <a:pt x="142240" y="220853"/>
                  </a:lnTo>
                  <a:lnTo>
                    <a:pt x="184023" y="175006"/>
                  </a:lnTo>
                  <a:lnTo>
                    <a:pt x="201295" y="189103"/>
                  </a:lnTo>
                  <a:lnTo>
                    <a:pt x="203708" y="191389"/>
                  </a:lnTo>
                  <a:lnTo>
                    <a:pt x="206121" y="192405"/>
                  </a:lnTo>
                  <a:lnTo>
                    <a:pt x="211201" y="192405"/>
                  </a:lnTo>
                  <a:lnTo>
                    <a:pt x="214122" y="191008"/>
                  </a:lnTo>
                  <a:lnTo>
                    <a:pt x="216916" y="189103"/>
                  </a:lnTo>
                  <a:lnTo>
                    <a:pt x="272542" y="120269"/>
                  </a:lnTo>
                  <a:lnTo>
                    <a:pt x="272542" y="199644"/>
                  </a:lnTo>
                  <a:lnTo>
                    <a:pt x="277749" y="203200"/>
                  </a:lnTo>
                  <a:lnTo>
                    <a:pt x="289941" y="203200"/>
                  </a:lnTo>
                  <a:lnTo>
                    <a:pt x="295148" y="199644"/>
                  </a:lnTo>
                  <a:lnTo>
                    <a:pt x="295148" y="85090"/>
                  </a:lnTo>
                  <a:lnTo>
                    <a:pt x="291592" y="81534"/>
                  </a:lnTo>
                  <a:lnTo>
                    <a:pt x="286766" y="79375"/>
                  </a:lnTo>
                  <a:lnTo>
                    <a:pt x="283972" y="79121"/>
                  </a:lnTo>
                  <a:lnTo>
                    <a:pt x="280416" y="79121"/>
                  </a:lnTo>
                  <a:lnTo>
                    <a:pt x="277241" y="80772"/>
                  </a:lnTo>
                  <a:lnTo>
                    <a:pt x="275971" y="83312"/>
                  </a:lnTo>
                  <a:lnTo>
                    <a:pt x="206629" y="166116"/>
                  </a:lnTo>
                  <a:lnTo>
                    <a:pt x="189103" y="152019"/>
                  </a:lnTo>
                  <a:lnTo>
                    <a:pt x="187452" y="150241"/>
                  </a:lnTo>
                  <a:lnTo>
                    <a:pt x="184912" y="149352"/>
                  </a:lnTo>
                  <a:lnTo>
                    <a:pt x="179578" y="149352"/>
                  </a:lnTo>
                  <a:lnTo>
                    <a:pt x="177038" y="150241"/>
                  </a:lnTo>
                  <a:lnTo>
                    <a:pt x="131953" y="199644"/>
                  </a:lnTo>
                  <a:lnTo>
                    <a:pt x="79756" y="180213"/>
                  </a:lnTo>
                  <a:lnTo>
                    <a:pt x="78867" y="179324"/>
                  </a:lnTo>
                  <a:lnTo>
                    <a:pt x="77597" y="178943"/>
                  </a:lnTo>
                  <a:lnTo>
                    <a:pt x="74549" y="178943"/>
                  </a:lnTo>
                  <a:lnTo>
                    <a:pt x="72898" y="179324"/>
                  </a:lnTo>
                  <a:lnTo>
                    <a:pt x="71120" y="180213"/>
                  </a:lnTo>
                  <a:lnTo>
                    <a:pt x="20701" y="210185"/>
                  </a:lnTo>
                  <a:lnTo>
                    <a:pt x="20701" y="108077"/>
                  </a:lnTo>
                  <a:lnTo>
                    <a:pt x="17272" y="102743"/>
                  </a:lnTo>
                  <a:lnTo>
                    <a:pt x="5080" y="102743"/>
                  </a:lnTo>
                  <a:lnTo>
                    <a:pt x="0" y="108077"/>
                  </a:lnTo>
                  <a:lnTo>
                    <a:pt x="0" y="317754"/>
                  </a:lnTo>
                  <a:lnTo>
                    <a:pt x="5080" y="322961"/>
                  </a:lnTo>
                  <a:lnTo>
                    <a:pt x="305562" y="322961"/>
                  </a:lnTo>
                  <a:lnTo>
                    <a:pt x="310642" y="317754"/>
                  </a:lnTo>
                  <a:lnTo>
                    <a:pt x="310642" y="307086"/>
                  </a:lnTo>
                  <a:close/>
                </a:path>
              </a:pathLst>
            </a:custGeom>
            <a:solidFill>
              <a:srgbClr val="E3EA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5854" y="1810639"/>
              <a:ext cx="179577" cy="1856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86711" y="2023871"/>
              <a:ext cx="189230" cy="109855"/>
            </a:xfrm>
            <a:custGeom>
              <a:avLst/>
              <a:gdLst/>
              <a:ahLst/>
              <a:cxnLst/>
              <a:rect l="l" t="t" r="r" b="b"/>
              <a:pathLst>
                <a:path w="189230" h="109855">
                  <a:moveTo>
                    <a:pt x="60706" y="48006"/>
                  </a:moveTo>
                  <a:lnTo>
                    <a:pt x="57404" y="42799"/>
                  </a:lnTo>
                  <a:lnTo>
                    <a:pt x="10033" y="42799"/>
                  </a:lnTo>
                  <a:lnTo>
                    <a:pt x="3302" y="42799"/>
                  </a:lnTo>
                  <a:lnTo>
                    <a:pt x="0" y="46228"/>
                  </a:lnTo>
                  <a:lnTo>
                    <a:pt x="0" y="58674"/>
                  </a:lnTo>
                  <a:lnTo>
                    <a:pt x="3302" y="64008"/>
                  </a:lnTo>
                  <a:lnTo>
                    <a:pt x="55753" y="64008"/>
                  </a:lnTo>
                  <a:lnTo>
                    <a:pt x="60706" y="58674"/>
                  </a:lnTo>
                  <a:lnTo>
                    <a:pt x="60706" y="48006"/>
                  </a:lnTo>
                  <a:close/>
                </a:path>
                <a:path w="189230" h="109855">
                  <a:moveTo>
                    <a:pt x="97282" y="4953"/>
                  </a:moveTo>
                  <a:lnTo>
                    <a:pt x="93980" y="0"/>
                  </a:lnTo>
                  <a:lnTo>
                    <a:pt x="10160" y="0"/>
                  </a:lnTo>
                  <a:lnTo>
                    <a:pt x="3302" y="0"/>
                  </a:lnTo>
                  <a:lnTo>
                    <a:pt x="0" y="4953"/>
                  </a:lnTo>
                  <a:lnTo>
                    <a:pt x="0" y="16383"/>
                  </a:lnTo>
                  <a:lnTo>
                    <a:pt x="3302" y="21209"/>
                  </a:lnTo>
                  <a:lnTo>
                    <a:pt x="92202" y="21209"/>
                  </a:lnTo>
                  <a:lnTo>
                    <a:pt x="97282" y="16383"/>
                  </a:lnTo>
                  <a:lnTo>
                    <a:pt x="97282" y="4953"/>
                  </a:lnTo>
                  <a:close/>
                </a:path>
                <a:path w="189230" h="109855">
                  <a:moveTo>
                    <a:pt x="118618" y="48006"/>
                  </a:moveTo>
                  <a:lnTo>
                    <a:pt x="113411" y="42799"/>
                  </a:lnTo>
                  <a:lnTo>
                    <a:pt x="86741" y="42799"/>
                  </a:lnTo>
                  <a:lnTo>
                    <a:pt x="81407" y="42799"/>
                  </a:lnTo>
                  <a:lnTo>
                    <a:pt x="76073" y="46228"/>
                  </a:lnTo>
                  <a:lnTo>
                    <a:pt x="76073" y="58674"/>
                  </a:lnTo>
                  <a:lnTo>
                    <a:pt x="81407" y="64008"/>
                  </a:lnTo>
                  <a:lnTo>
                    <a:pt x="113411" y="64008"/>
                  </a:lnTo>
                  <a:lnTo>
                    <a:pt x="118618" y="58674"/>
                  </a:lnTo>
                  <a:lnTo>
                    <a:pt x="118618" y="48006"/>
                  </a:lnTo>
                  <a:close/>
                </a:path>
                <a:path w="189230" h="109855">
                  <a:moveTo>
                    <a:pt x="185801" y="91059"/>
                  </a:moveTo>
                  <a:lnTo>
                    <a:pt x="182372" y="85344"/>
                  </a:lnTo>
                  <a:lnTo>
                    <a:pt x="10287" y="85344"/>
                  </a:lnTo>
                  <a:lnTo>
                    <a:pt x="3302" y="85344"/>
                  </a:lnTo>
                  <a:lnTo>
                    <a:pt x="0" y="91059"/>
                  </a:lnTo>
                  <a:lnTo>
                    <a:pt x="0" y="104140"/>
                  </a:lnTo>
                  <a:lnTo>
                    <a:pt x="3302" y="109728"/>
                  </a:lnTo>
                  <a:lnTo>
                    <a:pt x="182372" y="109728"/>
                  </a:lnTo>
                  <a:lnTo>
                    <a:pt x="185801" y="104140"/>
                  </a:lnTo>
                  <a:lnTo>
                    <a:pt x="185801" y="91059"/>
                  </a:lnTo>
                  <a:close/>
                </a:path>
                <a:path w="189230" h="109855">
                  <a:moveTo>
                    <a:pt x="188849" y="48006"/>
                  </a:moveTo>
                  <a:lnTo>
                    <a:pt x="183642" y="42799"/>
                  </a:lnTo>
                  <a:lnTo>
                    <a:pt x="144272" y="42799"/>
                  </a:lnTo>
                  <a:lnTo>
                    <a:pt x="137414" y="42799"/>
                  </a:lnTo>
                  <a:lnTo>
                    <a:pt x="134112" y="46228"/>
                  </a:lnTo>
                  <a:lnTo>
                    <a:pt x="134112" y="58674"/>
                  </a:lnTo>
                  <a:lnTo>
                    <a:pt x="137414" y="64008"/>
                  </a:lnTo>
                  <a:lnTo>
                    <a:pt x="183642" y="64008"/>
                  </a:lnTo>
                  <a:lnTo>
                    <a:pt x="188849" y="58674"/>
                  </a:lnTo>
                  <a:lnTo>
                    <a:pt x="188849" y="48006"/>
                  </a:lnTo>
                  <a:close/>
                </a:path>
              </a:pathLst>
            </a:custGeom>
            <a:solidFill>
              <a:srgbClr val="E3EA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9175" y="1874647"/>
              <a:ext cx="66928" cy="1096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11952" y="1722120"/>
              <a:ext cx="737870" cy="731520"/>
            </a:xfrm>
            <a:custGeom>
              <a:avLst/>
              <a:gdLst/>
              <a:ahLst/>
              <a:cxnLst/>
              <a:rect l="l" t="t" r="r" b="b"/>
              <a:pathLst>
                <a:path w="737870" h="731519">
                  <a:moveTo>
                    <a:pt x="330200" y="0"/>
                  </a:moveTo>
                  <a:lnTo>
                    <a:pt x="327533" y="0"/>
                  </a:lnTo>
                  <a:lnTo>
                    <a:pt x="326263" y="380"/>
                  </a:lnTo>
                  <a:lnTo>
                    <a:pt x="324612" y="1269"/>
                  </a:lnTo>
                  <a:lnTo>
                    <a:pt x="62484" y="112394"/>
                  </a:lnTo>
                  <a:lnTo>
                    <a:pt x="54445" y="118151"/>
                  </a:lnTo>
                  <a:lnTo>
                    <a:pt x="49037" y="126539"/>
                  </a:lnTo>
                  <a:lnTo>
                    <a:pt x="46892" y="136237"/>
                  </a:lnTo>
                  <a:lnTo>
                    <a:pt x="48640" y="145922"/>
                  </a:lnTo>
                  <a:lnTo>
                    <a:pt x="50292" y="151256"/>
                  </a:lnTo>
                  <a:lnTo>
                    <a:pt x="39877" y="151256"/>
                  </a:lnTo>
                  <a:lnTo>
                    <a:pt x="24163" y="154354"/>
                  </a:lnTo>
                  <a:lnTo>
                    <a:pt x="11509" y="162893"/>
                  </a:lnTo>
                  <a:lnTo>
                    <a:pt x="3069" y="175742"/>
                  </a:lnTo>
                  <a:lnTo>
                    <a:pt x="0" y="191769"/>
                  </a:lnTo>
                  <a:lnTo>
                    <a:pt x="0" y="664463"/>
                  </a:lnTo>
                  <a:lnTo>
                    <a:pt x="5173" y="690512"/>
                  </a:lnTo>
                  <a:lnTo>
                    <a:pt x="19288" y="711787"/>
                  </a:lnTo>
                  <a:lnTo>
                    <a:pt x="40237" y="726132"/>
                  </a:lnTo>
                  <a:lnTo>
                    <a:pt x="65912" y="731392"/>
                  </a:lnTo>
                  <a:lnTo>
                    <a:pt x="669925" y="731392"/>
                  </a:lnTo>
                  <a:lnTo>
                    <a:pt x="696608" y="726132"/>
                  </a:lnTo>
                  <a:lnTo>
                    <a:pt x="718042" y="711787"/>
                  </a:lnTo>
                  <a:lnTo>
                    <a:pt x="719032" y="710310"/>
                  </a:lnTo>
                  <a:lnTo>
                    <a:pt x="65912" y="710310"/>
                  </a:lnTo>
                  <a:lnTo>
                    <a:pt x="48635" y="706862"/>
                  </a:lnTo>
                  <a:lnTo>
                    <a:pt x="34274" y="697293"/>
                  </a:lnTo>
                  <a:lnTo>
                    <a:pt x="24461" y="682771"/>
                  </a:lnTo>
                  <a:lnTo>
                    <a:pt x="20827" y="664463"/>
                  </a:lnTo>
                  <a:lnTo>
                    <a:pt x="20827" y="191769"/>
                  </a:lnTo>
                  <a:lnTo>
                    <a:pt x="22340" y="184286"/>
                  </a:lnTo>
                  <a:lnTo>
                    <a:pt x="26447" y="178101"/>
                  </a:lnTo>
                  <a:lnTo>
                    <a:pt x="32508" y="173892"/>
                  </a:lnTo>
                  <a:lnTo>
                    <a:pt x="39877" y="172338"/>
                  </a:lnTo>
                  <a:lnTo>
                    <a:pt x="83332" y="172338"/>
                  </a:lnTo>
                  <a:lnTo>
                    <a:pt x="69469" y="138937"/>
                  </a:lnTo>
                  <a:lnTo>
                    <a:pt x="67690" y="137159"/>
                  </a:lnTo>
                  <a:lnTo>
                    <a:pt x="69469" y="133603"/>
                  </a:lnTo>
                  <a:lnTo>
                    <a:pt x="71247" y="133603"/>
                  </a:lnTo>
                  <a:lnTo>
                    <a:pt x="322834" y="26034"/>
                  </a:lnTo>
                  <a:lnTo>
                    <a:pt x="392999" y="26034"/>
                  </a:lnTo>
                  <a:lnTo>
                    <a:pt x="333248" y="1269"/>
                  </a:lnTo>
                  <a:lnTo>
                    <a:pt x="331470" y="380"/>
                  </a:lnTo>
                  <a:lnTo>
                    <a:pt x="330200" y="0"/>
                  </a:lnTo>
                  <a:close/>
                </a:path>
                <a:path w="737870" h="731519">
                  <a:moveTo>
                    <a:pt x="128524" y="533907"/>
                  </a:moveTo>
                  <a:lnTo>
                    <a:pt x="116332" y="533907"/>
                  </a:lnTo>
                  <a:lnTo>
                    <a:pt x="110998" y="539241"/>
                  </a:lnTo>
                  <a:lnTo>
                    <a:pt x="110998" y="664463"/>
                  </a:lnTo>
                  <a:lnTo>
                    <a:pt x="107614" y="682771"/>
                  </a:lnTo>
                  <a:lnTo>
                    <a:pt x="98218" y="697293"/>
                  </a:lnTo>
                  <a:lnTo>
                    <a:pt x="83941" y="706862"/>
                  </a:lnTo>
                  <a:lnTo>
                    <a:pt x="65912" y="710310"/>
                  </a:lnTo>
                  <a:lnTo>
                    <a:pt x="116332" y="710310"/>
                  </a:lnTo>
                  <a:lnTo>
                    <a:pt x="123424" y="700414"/>
                  </a:lnTo>
                  <a:lnTo>
                    <a:pt x="128873" y="689340"/>
                  </a:lnTo>
                  <a:lnTo>
                    <a:pt x="132369" y="677289"/>
                  </a:lnTo>
                  <a:lnTo>
                    <a:pt x="133603" y="664463"/>
                  </a:lnTo>
                  <a:lnTo>
                    <a:pt x="133603" y="539241"/>
                  </a:lnTo>
                  <a:lnTo>
                    <a:pt x="128524" y="533907"/>
                  </a:lnTo>
                  <a:close/>
                </a:path>
                <a:path w="737870" h="731519">
                  <a:moveTo>
                    <a:pt x="670413" y="87756"/>
                  </a:moveTo>
                  <a:lnTo>
                    <a:pt x="472059" y="87756"/>
                  </a:lnTo>
                  <a:lnTo>
                    <a:pt x="555371" y="292353"/>
                  </a:lnTo>
                  <a:lnTo>
                    <a:pt x="498094" y="292353"/>
                  </a:lnTo>
                  <a:lnTo>
                    <a:pt x="492887" y="295909"/>
                  </a:lnTo>
                  <a:lnTo>
                    <a:pt x="492887" y="308228"/>
                  </a:lnTo>
                  <a:lnTo>
                    <a:pt x="498094" y="313435"/>
                  </a:lnTo>
                  <a:lnTo>
                    <a:pt x="708151" y="313435"/>
                  </a:lnTo>
                  <a:lnTo>
                    <a:pt x="715010" y="322325"/>
                  </a:lnTo>
                  <a:lnTo>
                    <a:pt x="715010" y="664463"/>
                  </a:lnTo>
                  <a:lnTo>
                    <a:pt x="711626" y="682771"/>
                  </a:lnTo>
                  <a:lnTo>
                    <a:pt x="702230" y="697293"/>
                  </a:lnTo>
                  <a:lnTo>
                    <a:pt x="687953" y="706862"/>
                  </a:lnTo>
                  <a:lnTo>
                    <a:pt x="669925" y="710310"/>
                  </a:lnTo>
                  <a:lnTo>
                    <a:pt x="719032" y="710310"/>
                  </a:lnTo>
                  <a:lnTo>
                    <a:pt x="732307" y="690512"/>
                  </a:lnTo>
                  <a:lnTo>
                    <a:pt x="737488" y="664463"/>
                  </a:lnTo>
                  <a:lnTo>
                    <a:pt x="737488" y="331088"/>
                  </a:lnTo>
                  <a:lnTo>
                    <a:pt x="734206" y="315114"/>
                  </a:lnTo>
                  <a:lnTo>
                    <a:pt x="725424" y="302260"/>
                  </a:lnTo>
                  <a:lnTo>
                    <a:pt x="712735" y="293691"/>
                  </a:lnTo>
                  <a:lnTo>
                    <a:pt x="697738" y="290575"/>
                  </a:lnTo>
                  <a:lnTo>
                    <a:pt x="579627" y="290575"/>
                  </a:lnTo>
                  <a:lnTo>
                    <a:pt x="550163" y="218185"/>
                  </a:lnTo>
                  <a:lnTo>
                    <a:pt x="598677" y="218185"/>
                  </a:lnTo>
                  <a:lnTo>
                    <a:pt x="609667" y="216030"/>
                  </a:lnTo>
                  <a:lnTo>
                    <a:pt x="618489" y="210089"/>
                  </a:lnTo>
                  <a:lnTo>
                    <a:pt x="624359" y="201148"/>
                  </a:lnTo>
                  <a:lnTo>
                    <a:pt x="625132" y="197103"/>
                  </a:lnTo>
                  <a:lnTo>
                    <a:pt x="539750" y="197103"/>
                  </a:lnTo>
                  <a:lnTo>
                    <a:pt x="522350" y="153034"/>
                  </a:lnTo>
                  <a:lnTo>
                    <a:pt x="625472" y="153034"/>
                  </a:lnTo>
                  <a:lnTo>
                    <a:pt x="624359" y="147212"/>
                  </a:lnTo>
                  <a:lnTo>
                    <a:pt x="618489" y="138271"/>
                  </a:lnTo>
                  <a:lnTo>
                    <a:pt x="609667" y="132330"/>
                  </a:lnTo>
                  <a:lnTo>
                    <a:pt x="598677" y="130175"/>
                  </a:lnTo>
                  <a:lnTo>
                    <a:pt x="513714" y="130175"/>
                  </a:lnTo>
                  <a:lnTo>
                    <a:pt x="498094" y="94741"/>
                  </a:lnTo>
                  <a:lnTo>
                    <a:pt x="674999" y="94741"/>
                  </a:lnTo>
                  <a:lnTo>
                    <a:pt x="670413" y="87756"/>
                  </a:lnTo>
                  <a:close/>
                </a:path>
                <a:path w="737870" h="731519">
                  <a:moveTo>
                    <a:pt x="674999" y="94741"/>
                  </a:moveTo>
                  <a:lnTo>
                    <a:pt x="640461" y="94741"/>
                  </a:lnTo>
                  <a:lnTo>
                    <a:pt x="647830" y="96295"/>
                  </a:lnTo>
                  <a:lnTo>
                    <a:pt x="653891" y="100504"/>
                  </a:lnTo>
                  <a:lnTo>
                    <a:pt x="657998" y="106689"/>
                  </a:lnTo>
                  <a:lnTo>
                    <a:pt x="659511" y="114172"/>
                  </a:lnTo>
                  <a:lnTo>
                    <a:pt x="659511" y="290575"/>
                  </a:lnTo>
                  <a:lnTo>
                    <a:pt x="680338" y="290575"/>
                  </a:lnTo>
                  <a:lnTo>
                    <a:pt x="680338" y="114172"/>
                  </a:lnTo>
                  <a:lnTo>
                    <a:pt x="677269" y="98198"/>
                  </a:lnTo>
                  <a:lnTo>
                    <a:pt x="674999" y="94741"/>
                  </a:lnTo>
                  <a:close/>
                </a:path>
                <a:path w="737870" h="731519">
                  <a:moveTo>
                    <a:pt x="83332" y="172338"/>
                  </a:moveTo>
                  <a:lnTo>
                    <a:pt x="60833" y="172338"/>
                  </a:lnTo>
                  <a:lnTo>
                    <a:pt x="81661" y="227075"/>
                  </a:lnTo>
                  <a:lnTo>
                    <a:pt x="84200" y="231012"/>
                  </a:lnTo>
                  <a:lnTo>
                    <a:pt x="87757" y="233044"/>
                  </a:lnTo>
                  <a:lnTo>
                    <a:pt x="92837" y="233044"/>
                  </a:lnTo>
                  <a:lnTo>
                    <a:pt x="94107" y="232790"/>
                  </a:lnTo>
                  <a:lnTo>
                    <a:pt x="95503" y="232409"/>
                  </a:lnTo>
                  <a:lnTo>
                    <a:pt x="100711" y="230631"/>
                  </a:lnTo>
                  <a:lnTo>
                    <a:pt x="104139" y="223519"/>
                  </a:lnTo>
                  <a:lnTo>
                    <a:pt x="102362" y="218185"/>
                  </a:lnTo>
                  <a:lnTo>
                    <a:pt x="83332" y="172338"/>
                  </a:lnTo>
                  <a:close/>
                </a:path>
                <a:path w="737870" h="731519">
                  <a:moveTo>
                    <a:pt x="625472" y="153034"/>
                  </a:moveTo>
                  <a:lnTo>
                    <a:pt x="602234" y="153034"/>
                  </a:lnTo>
                  <a:lnTo>
                    <a:pt x="605663" y="154812"/>
                  </a:lnTo>
                  <a:lnTo>
                    <a:pt x="605663" y="193547"/>
                  </a:lnTo>
                  <a:lnTo>
                    <a:pt x="602234" y="197103"/>
                  </a:lnTo>
                  <a:lnTo>
                    <a:pt x="625132" y="197103"/>
                  </a:lnTo>
                  <a:lnTo>
                    <a:pt x="626490" y="189991"/>
                  </a:lnTo>
                  <a:lnTo>
                    <a:pt x="626490" y="158368"/>
                  </a:lnTo>
                  <a:lnTo>
                    <a:pt x="625472" y="153034"/>
                  </a:lnTo>
                  <a:close/>
                </a:path>
                <a:path w="737870" h="731519">
                  <a:moveTo>
                    <a:pt x="392999" y="26034"/>
                  </a:moveTo>
                  <a:lnTo>
                    <a:pt x="322834" y="26034"/>
                  </a:lnTo>
                  <a:lnTo>
                    <a:pt x="357505" y="108965"/>
                  </a:lnTo>
                  <a:lnTo>
                    <a:pt x="361072" y="115893"/>
                  </a:lnTo>
                  <a:lnTo>
                    <a:pt x="366236" y="120856"/>
                  </a:lnTo>
                  <a:lnTo>
                    <a:pt x="372685" y="123842"/>
                  </a:lnTo>
                  <a:lnTo>
                    <a:pt x="380111" y="124840"/>
                  </a:lnTo>
                  <a:lnTo>
                    <a:pt x="386969" y="124840"/>
                  </a:lnTo>
                  <a:lnTo>
                    <a:pt x="390525" y="123062"/>
                  </a:lnTo>
                  <a:lnTo>
                    <a:pt x="437744" y="102615"/>
                  </a:lnTo>
                  <a:lnTo>
                    <a:pt x="379095" y="102615"/>
                  </a:lnTo>
                  <a:lnTo>
                    <a:pt x="376555" y="100075"/>
                  </a:lnTo>
                  <a:lnTo>
                    <a:pt x="348869" y="31368"/>
                  </a:lnTo>
                  <a:lnTo>
                    <a:pt x="405868" y="31368"/>
                  </a:lnTo>
                  <a:lnTo>
                    <a:pt x="392999" y="26034"/>
                  </a:lnTo>
                  <a:close/>
                </a:path>
                <a:path w="737870" h="731519">
                  <a:moveTo>
                    <a:pt x="405868" y="31368"/>
                  </a:moveTo>
                  <a:lnTo>
                    <a:pt x="348869" y="31368"/>
                  </a:lnTo>
                  <a:lnTo>
                    <a:pt x="449452" y="73659"/>
                  </a:lnTo>
                  <a:lnTo>
                    <a:pt x="381888" y="101853"/>
                  </a:lnTo>
                  <a:lnTo>
                    <a:pt x="381381" y="102362"/>
                  </a:lnTo>
                  <a:lnTo>
                    <a:pt x="380873" y="102615"/>
                  </a:lnTo>
                  <a:lnTo>
                    <a:pt x="437744" y="102615"/>
                  </a:lnTo>
                  <a:lnTo>
                    <a:pt x="472059" y="87756"/>
                  </a:lnTo>
                  <a:lnTo>
                    <a:pt x="670413" y="87756"/>
                  </a:lnTo>
                  <a:lnTo>
                    <a:pt x="668829" y="85343"/>
                  </a:lnTo>
                  <a:lnTo>
                    <a:pt x="656175" y="76775"/>
                  </a:lnTo>
                  <a:lnTo>
                    <a:pt x="640461" y="73659"/>
                  </a:lnTo>
                  <a:lnTo>
                    <a:pt x="489458" y="73659"/>
                  </a:lnTo>
                  <a:lnTo>
                    <a:pt x="487680" y="68325"/>
                  </a:lnTo>
                  <a:lnTo>
                    <a:pt x="485901" y="66547"/>
                  </a:lnTo>
                  <a:lnTo>
                    <a:pt x="484250" y="63118"/>
                  </a:lnTo>
                  <a:lnTo>
                    <a:pt x="482473" y="63118"/>
                  </a:lnTo>
                  <a:lnTo>
                    <a:pt x="405868" y="31368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06566" y="1880616"/>
              <a:ext cx="372110" cy="350520"/>
            </a:xfrm>
            <a:custGeom>
              <a:avLst/>
              <a:gdLst/>
              <a:ahLst/>
              <a:cxnLst/>
              <a:rect l="l" t="t" r="r" b="b"/>
              <a:pathLst>
                <a:path w="372110" h="350519">
                  <a:moveTo>
                    <a:pt x="17577" y="97282"/>
                  </a:moveTo>
                  <a:lnTo>
                    <a:pt x="11175" y="97282"/>
                  </a:lnTo>
                  <a:lnTo>
                    <a:pt x="9715" y="97647"/>
                  </a:lnTo>
                  <a:lnTo>
                    <a:pt x="9993" y="97647"/>
                  </a:lnTo>
                  <a:lnTo>
                    <a:pt x="8636" y="98551"/>
                  </a:lnTo>
                  <a:lnTo>
                    <a:pt x="3429" y="100330"/>
                  </a:lnTo>
                  <a:lnTo>
                    <a:pt x="0" y="107314"/>
                  </a:lnTo>
                  <a:lnTo>
                    <a:pt x="3429" y="112775"/>
                  </a:lnTo>
                  <a:lnTo>
                    <a:pt x="19177" y="151764"/>
                  </a:lnTo>
                  <a:lnTo>
                    <a:pt x="15621" y="158876"/>
                  </a:lnTo>
                  <a:lnTo>
                    <a:pt x="13843" y="165988"/>
                  </a:lnTo>
                  <a:lnTo>
                    <a:pt x="13843" y="345186"/>
                  </a:lnTo>
                  <a:lnTo>
                    <a:pt x="19177" y="350520"/>
                  </a:lnTo>
                  <a:lnTo>
                    <a:pt x="31369" y="350520"/>
                  </a:lnTo>
                  <a:lnTo>
                    <a:pt x="36575" y="345186"/>
                  </a:lnTo>
                  <a:lnTo>
                    <a:pt x="36575" y="162306"/>
                  </a:lnTo>
                  <a:lnTo>
                    <a:pt x="43561" y="155321"/>
                  </a:lnTo>
                  <a:lnTo>
                    <a:pt x="366395" y="155321"/>
                  </a:lnTo>
                  <a:lnTo>
                    <a:pt x="371602" y="149987"/>
                  </a:lnTo>
                  <a:lnTo>
                    <a:pt x="371602" y="137541"/>
                  </a:lnTo>
                  <a:lnTo>
                    <a:pt x="369866" y="135762"/>
                  </a:lnTo>
                  <a:lnTo>
                    <a:pt x="36575" y="135762"/>
                  </a:lnTo>
                  <a:lnTo>
                    <a:pt x="22606" y="103886"/>
                  </a:lnTo>
                  <a:lnTo>
                    <a:pt x="21458" y="100330"/>
                  </a:lnTo>
                  <a:lnTo>
                    <a:pt x="21336" y="99949"/>
                  </a:lnTo>
                  <a:lnTo>
                    <a:pt x="17577" y="97282"/>
                  </a:lnTo>
                  <a:close/>
                </a:path>
                <a:path w="372110" h="350519">
                  <a:moveTo>
                    <a:pt x="366395" y="132207"/>
                  </a:moveTo>
                  <a:lnTo>
                    <a:pt x="47117" y="132207"/>
                  </a:lnTo>
                  <a:lnTo>
                    <a:pt x="36575" y="135762"/>
                  </a:lnTo>
                  <a:lnTo>
                    <a:pt x="369866" y="135762"/>
                  </a:lnTo>
                  <a:lnTo>
                    <a:pt x="366395" y="132207"/>
                  </a:lnTo>
                  <a:close/>
                </a:path>
                <a:path w="372110" h="350519">
                  <a:moveTo>
                    <a:pt x="200660" y="0"/>
                  </a:moveTo>
                  <a:lnTo>
                    <a:pt x="162306" y="8000"/>
                  </a:lnTo>
                  <a:lnTo>
                    <a:pt x="128412" y="30162"/>
                  </a:lnTo>
                  <a:lnTo>
                    <a:pt x="106425" y="62992"/>
                  </a:lnTo>
                  <a:lnTo>
                    <a:pt x="99000" y="96774"/>
                  </a:lnTo>
                  <a:lnTo>
                    <a:pt x="99054" y="107314"/>
                  </a:lnTo>
                  <a:lnTo>
                    <a:pt x="99162" y="110998"/>
                  </a:lnTo>
                  <a:lnTo>
                    <a:pt x="99214" y="112775"/>
                  </a:lnTo>
                  <a:lnTo>
                    <a:pt x="99300" y="115695"/>
                  </a:lnTo>
                  <a:lnTo>
                    <a:pt x="102870" y="132207"/>
                  </a:lnTo>
                  <a:lnTo>
                    <a:pt x="127381" y="132207"/>
                  </a:lnTo>
                  <a:lnTo>
                    <a:pt x="122462" y="117367"/>
                  </a:lnTo>
                  <a:lnTo>
                    <a:pt x="120808" y="102092"/>
                  </a:lnTo>
                  <a:lnTo>
                    <a:pt x="134161" y="57983"/>
                  </a:lnTo>
                  <a:lnTo>
                    <a:pt x="169291" y="29337"/>
                  </a:lnTo>
                  <a:lnTo>
                    <a:pt x="202184" y="22479"/>
                  </a:lnTo>
                  <a:lnTo>
                    <a:pt x="262731" y="22479"/>
                  </a:lnTo>
                  <a:lnTo>
                    <a:pt x="256674" y="17593"/>
                  </a:lnTo>
                  <a:lnTo>
                    <a:pt x="239141" y="8000"/>
                  </a:lnTo>
                  <a:lnTo>
                    <a:pt x="229770" y="4500"/>
                  </a:lnTo>
                  <a:lnTo>
                    <a:pt x="220186" y="2000"/>
                  </a:lnTo>
                  <a:lnTo>
                    <a:pt x="210458" y="500"/>
                  </a:lnTo>
                  <a:lnTo>
                    <a:pt x="200660" y="0"/>
                  </a:lnTo>
                  <a:close/>
                </a:path>
                <a:path w="372110" h="350519">
                  <a:moveTo>
                    <a:pt x="192944" y="126567"/>
                  </a:moveTo>
                  <a:lnTo>
                    <a:pt x="186890" y="126567"/>
                  </a:lnTo>
                  <a:lnTo>
                    <a:pt x="184023" y="127762"/>
                  </a:lnTo>
                  <a:lnTo>
                    <a:pt x="181483" y="130429"/>
                  </a:lnTo>
                  <a:lnTo>
                    <a:pt x="181483" y="132207"/>
                  </a:lnTo>
                  <a:lnTo>
                    <a:pt x="198882" y="132207"/>
                  </a:lnTo>
                  <a:lnTo>
                    <a:pt x="197104" y="130429"/>
                  </a:lnTo>
                  <a:lnTo>
                    <a:pt x="195453" y="127762"/>
                  </a:lnTo>
                  <a:lnTo>
                    <a:pt x="192944" y="126567"/>
                  </a:lnTo>
                  <a:close/>
                </a:path>
                <a:path w="372110" h="350519">
                  <a:moveTo>
                    <a:pt x="243485" y="110998"/>
                  </a:moveTo>
                  <a:lnTo>
                    <a:pt x="218059" y="110998"/>
                  </a:lnTo>
                  <a:lnTo>
                    <a:pt x="221615" y="114554"/>
                  </a:lnTo>
                  <a:lnTo>
                    <a:pt x="221615" y="116205"/>
                  </a:lnTo>
                  <a:lnTo>
                    <a:pt x="223266" y="119761"/>
                  </a:lnTo>
                  <a:lnTo>
                    <a:pt x="221615" y="125095"/>
                  </a:lnTo>
                  <a:lnTo>
                    <a:pt x="218059" y="126873"/>
                  </a:lnTo>
                  <a:lnTo>
                    <a:pt x="205867" y="132207"/>
                  </a:lnTo>
                  <a:lnTo>
                    <a:pt x="240792" y="132207"/>
                  </a:lnTo>
                  <a:lnTo>
                    <a:pt x="242879" y="126873"/>
                  </a:lnTo>
                  <a:lnTo>
                    <a:pt x="242998" y="126567"/>
                  </a:lnTo>
                  <a:lnTo>
                    <a:pt x="244252" y="120427"/>
                  </a:lnTo>
                  <a:lnTo>
                    <a:pt x="244221" y="113954"/>
                  </a:lnTo>
                  <a:lnTo>
                    <a:pt x="243485" y="110998"/>
                  </a:lnTo>
                  <a:close/>
                </a:path>
                <a:path w="372110" h="350519">
                  <a:moveTo>
                    <a:pt x="262731" y="22479"/>
                  </a:moveTo>
                  <a:lnTo>
                    <a:pt x="202184" y="22479"/>
                  </a:lnTo>
                  <a:lnTo>
                    <a:pt x="211149" y="22889"/>
                  </a:lnTo>
                  <a:lnTo>
                    <a:pt x="209965" y="22889"/>
                  </a:lnTo>
                  <a:lnTo>
                    <a:pt x="257333" y="45719"/>
                  </a:lnTo>
                  <a:lnTo>
                    <a:pt x="278895" y="86826"/>
                  </a:lnTo>
                  <a:lnTo>
                    <a:pt x="280733" y="102092"/>
                  </a:lnTo>
                  <a:lnTo>
                    <a:pt x="279951" y="112775"/>
                  </a:lnTo>
                  <a:lnTo>
                    <a:pt x="279896" y="113538"/>
                  </a:lnTo>
                  <a:lnTo>
                    <a:pt x="279821" y="114554"/>
                  </a:lnTo>
                  <a:lnTo>
                    <a:pt x="279700" y="116205"/>
                  </a:lnTo>
                  <a:lnTo>
                    <a:pt x="279609" y="117367"/>
                  </a:lnTo>
                  <a:lnTo>
                    <a:pt x="275717" y="132207"/>
                  </a:lnTo>
                  <a:lnTo>
                    <a:pt x="298323" y="132207"/>
                  </a:lnTo>
                  <a:lnTo>
                    <a:pt x="301966" y="114944"/>
                  </a:lnTo>
                  <a:lnTo>
                    <a:pt x="302091" y="110998"/>
                  </a:lnTo>
                  <a:lnTo>
                    <a:pt x="302207" y="107314"/>
                  </a:lnTo>
                  <a:lnTo>
                    <a:pt x="302316" y="103886"/>
                  </a:lnTo>
                  <a:lnTo>
                    <a:pt x="302392" y="96774"/>
                  </a:lnTo>
                  <a:lnTo>
                    <a:pt x="300170" y="80772"/>
                  </a:lnTo>
                  <a:lnTo>
                    <a:pt x="300108" y="80325"/>
                  </a:lnTo>
                  <a:lnTo>
                    <a:pt x="294894" y="62992"/>
                  </a:lnTo>
                  <a:lnTo>
                    <a:pt x="285218" y="45398"/>
                  </a:lnTo>
                  <a:lnTo>
                    <a:pt x="272256" y="30162"/>
                  </a:lnTo>
                  <a:lnTo>
                    <a:pt x="262731" y="22479"/>
                  </a:lnTo>
                  <a:close/>
                </a:path>
                <a:path w="372110" h="350519">
                  <a:moveTo>
                    <a:pt x="183967" y="43180"/>
                  </a:moveTo>
                  <a:lnTo>
                    <a:pt x="177165" y="43180"/>
                  </a:lnTo>
                  <a:lnTo>
                    <a:pt x="176149" y="43561"/>
                  </a:lnTo>
                  <a:lnTo>
                    <a:pt x="170942" y="47117"/>
                  </a:lnTo>
                  <a:lnTo>
                    <a:pt x="169291" y="52324"/>
                  </a:lnTo>
                  <a:lnTo>
                    <a:pt x="170942" y="57658"/>
                  </a:lnTo>
                  <a:lnTo>
                    <a:pt x="172720" y="61213"/>
                  </a:lnTo>
                  <a:lnTo>
                    <a:pt x="164921" y="69076"/>
                  </a:lnTo>
                  <a:lnTo>
                    <a:pt x="160051" y="78771"/>
                  </a:lnTo>
                  <a:lnTo>
                    <a:pt x="158571" y="88773"/>
                  </a:lnTo>
                  <a:lnTo>
                    <a:pt x="158505" y="89662"/>
                  </a:lnTo>
                  <a:lnTo>
                    <a:pt x="160455" y="99949"/>
                  </a:lnTo>
                  <a:lnTo>
                    <a:pt x="189103" y="118745"/>
                  </a:lnTo>
                  <a:lnTo>
                    <a:pt x="193040" y="118745"/>
                  </a:lnTo>
                  <a:lnTo>
                    <a:pt x="196850" y="117983"/>
                  </a:lnTo>
                  <a:lnTo>
                    <a:pt x="200660" y="116205"/>
                  </a:lnTo>
                  <a:lnTo>
                    <a:pt x="211074" y="110998"/>
                  </a:lnTo>
                  <a:lnTo>
                    <a:pt x="243485" y="110998"/>
                  </a:lnTo>
                  <a:lnTo>
                    <a:pt x="242667" y="107707"/>
                  </a:lnTo>
                  <a:lnTo>
                    <a:pt x="242570" y="107314"/>
                  </a:lnTo>
                  <a:lnTo>
                    <a:pt x="239141" y="100330"/>
                  </a:lnTo>
                  <a:lnTo>
                    <a:pt x="235077" y="97282"/>
                  </a:lnTo>
                  <a:lnTo>
                    <a:pt x="184785" y="97282"/>
                  </a:lnTo>
                  <a:lnTo>
                    <a:pt x="181102" y="94361"/>
                  </a:lnTo>
                  <a:lnTo>
                    <a:pt x="179705" y="91439"/>
                  </a:lnTo>
                  <a:lnTo>
                    <a:pt x="177927" y="86106"/>
                  </a:lnTo>
                  <a:lnTo>
                    <a:pt x="181483" y="82550"/>
                  </a:lnTo>
                  <a:lnTo>
                    <a:pt x="184912" y="80772"/>
                  </a:lnTo>
                  <a:lnTo>
                    <a:pt x="195453" y="75437"/>
                  </a:lnTo>
                  <a:lnTo>
                    <a:pt x="197104" y="74549"/>
                  </a:lnTo>
                  <a:lnTo>
                    <a:pt x="198500" y="74168"/>
                  </a:lnTo>
                  <a:lnTo>
                    <a:pt x="217550" y="74168"/>
                  </a:lnTo>
                  <a:lnTo>
                    <a:pt x="218059" y="73660"/>
                  </a:lnTo>
                  <a:lnTo>
                    <a:pt x="221615" y="68325"/>
                  </a:lnTo>
                  <a:lnTo>
                    <a:pt x="219837" y="61213"/>
                  </a:lnTo>
                  <a:lnTo>
                    <a:pt x="216408" y="57658"/>
                  </a:lnTo>
                  <a:lnTo>
                    <a:pt x="211836" y="54229"/>
                  </a:lnTo>
                  <a:lnTo>
                    <a:pt x="191897" y="54229"/>
                  </a:lnTo>
                  <a:lnTo>
                    <a:pt x="190246" y="50546"/>
                  </a:lnTo>
                  <a:lnTo>
                    <a:pt x="188722" y="46228"/>
                  </a:lnTo>
                  <a:lnTo>
                    <a:pt x="183967" y="43180"/>
                  </a:lnTo>
                  <a:close/>
                </a:path>
                <a:path w="372110" h="350519">
                  <a:moveTo>
                    <a:pt x="217678" y="88773"/>
                  </a:moveTo>
                  <a:lnTo>
                    <a:pt x="209804" y="88773"/>
                  </a:lnTo>
                  <a:lnTo>
                    <a:pt x="205867" y="89662"/>
                  </a:lnTo>
                  <a:lnTo>
                    <a:pt x="202311" y="91439"/>
                  </a:lnTo>
                  <a:lnTo>
                    <a:pt x="191897" y="96774"/>
                  </a:lnTo>
                  <a:lnTo>
                    <a:pt x="190542" y="97282"/>
                  </a:lnTo>
                  <a:lnTo>
                    <a:pt x="235077" y="97282"/>
                  </a:lnTo>
                  <a:lnTo>
                    <a:pt x="232029" y="94996"/>
                  </a:lnTo>
                  <a:lnTo>
                    <a:pt x="221615" y="89662"/>
                  </a:lnTo>
                  <a:lnTo>
                    <a:pt x="217678" y="88773"/>
                  </a:lnTo>
                  <a:close/>
                </a:path>
                <a:path w="372110" h="350519">
                  <a:moveTo>
                    <a:pt x="217550" y="74168"/>
                  </a:moveTo>
                  <a:lnTo>
                    <a:pt x="201168" y="74168"/>
                  </a:lnTo>
                  <a:lnTo>
                    <a:pt x="202311" y="74549"/>
                  </a:lnTo>
                  <a:lnTo>
                    <a:pt x="204088" y="75437"/>
                  </a:lnTo>
                  <a:lnTo>
                    <a:pt x="206121" y="76835"/>
                  </a:lnTo>
                  <a:lnTo>
                    <a:pt x="208153" y="77470"/>
                  </a:lnTo>
                  <a:lnTo>
                    <a:pt x="213106" y="77470"/>
                  </a:lnTo>
                  <a:lnTo>
                    <a:pt x="215900" y="75819"/>
                  </a:lnTo>
                  <a:lnTo>
                    <a:pt x="217550" y="74168"/>
                  </a:lnTo>
                  <a:close/>
                </a:path>
                <a:path w="372110" h="350519">
                  <a:moveTo>
                    <a:pt x="206629" y="52324"/>
                  </a:moveTo>
                  <a:lnTo>
                    <a:pt x="198120" y="52324"/>
                  </a:lnTo>
                  <a:lnTo>
                    <a:pt x="195072" y="52959"/>
                  </a:lnTo>
                  <a:lnTo>
                    <a:pt x="191897" y="54229"/>
                  </a:lnTo>
                  <a:lnTo>
                    <a:pt x="211836" y="54229"/>
                  </a:lnTo>
                  <a:lnTo>
                    <a:pt x="206629" y="52324"/>
                  </a:lnTo>
                  <a:close/>
                </a:path>
              </a:pathLst>
            </a:custGeom>
            <a:solidFill>
              <a:srgbClr val="FC0C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24728" y="1838070"/>
              <a:ext cx="100457" cy="8826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88735" y="2334895"/>
              <a:ext cx="176656" cy="637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756775" y="1749551"/>
              <a:ext cx="740410" cy="695325"/>
            </a:xfrm>
            <a:custGeom>
              <a:avLst/>
              <a:gdLst/>
              <a:ahLst/>
              <a:cxnLst/>
              <a:rect l="l" t="t" r="r" b="b"/>
              <a:pathLst>
                <a:path w="740409" h="695325">
                  <a:moveTo>
                    <a:pt x="381507" y="567817"/>
                  </a:moveTo>
                  <a:lnTo>
                    <a:pt x="358901" y="567817"/>
                  </a:lnTo>
                  <a:lnTo>
                    <a:pt x="358901" y="612013"/>
                  </a:lnTo>
                  <a:lnTo>
                    <a:pt x="346938" y="617825"/>
                  </a:lnTo>
                  <a:lnTo>
                    <a:pt x="337581" y="626983"/>
                  </a:lnTo>
                  <a:lnTo>
                    <a:pt x="331487" y="638784"/>
                  </a:lnTo>
                  <a:lnTo>
                    <a:pt x="329310" y="652526"/>
                  </a:lnTo>
                  <a:lnTo>
                    <a:pt x="332410" y="668831"/>
                  </a:lnTo>
                  <a:lnTo>
                    <a:pt x="341058" y="682291"/>
                  </a:lnTo>
                  <a:lnTo>
                    <a:pt x="354278" y="691441"/>
                  </a:lnTo>
                  <a:lnTo>
                    <a:pt x="371094" y="694817"/>
                  </a:lnTo>
                  <a:lnTo>
                    <a:pt x="386881" y="691441"/>
                  </a:lnTo>
                  <a:lnTo>
                    <a:pt x="399573" y="682291"/>
                  </a:lnTo>
                  <a:lnTo>
                    <a:pt x="404947" y="673735"/>
                  </a:lnTo>
                  <a:lnTo>
                    <a:pt x="371094" y="673735"/>
                  </a:lnTo>
                  <a:lnTo>
                    <a:pt x="362676" y="671903"/>
                  </a:lnTo>
                  <a:lnTo>
                    <a:pt x="356044" y="667083"/>
                  </a:lnTo>
                  <a:lnTo>
                    <a:pt x="351698" y="660286"/>
                  </a:lnTo>
                  <a:lnTo>
                    <a:pt x="350139" y="652526"/>
                  </a:lnTo>
                  <a:lnTo>
                    <a:pt x="351698" y="645062"/>
                  </a:lnTo>
                  <a:lnTo>
                    <a:pt x="356044" y="638921"/>
                  </a:lnTo>
                  <a:lnTo>
                    <a:pt x="362676" y="634755"/>
                  </a:lnTo>
                  <a:lnTo>
                    <a:pt x="371094" y="633222"/>
                  </a:lnTo>
                  <a:lnTo>
                    <a:pt x="406049" y="633222"/>
                  </a:lnTo>
                  <a:lnTo>
                    <a:pt x="402828" y="626983"/>
                  </a:lnTo>
                  <a:lnTo>
                    <a:pt x="393471" y="617825"/>
                  </a:lnTo>
                  <a:lnTo>
                    <a:pt x="381507" y="612013"/>
                  </a:lnTo>
                  <a:lnTo>
                    <a:pt x="381507" y="567817"/>
                  </a:lnTo>
                  <a:close/>
                </a:path>
                <a:path w="740409" h="695325">
                  <a:moveTo>
                    <a:pt x="406049" y="633222"/>
                  </a:moveTo>
                  <a:lnTo>
                    <a:pt x="371094" y="633222"/>
                  </a:lnTo>
                  <a:lnTo>
                    <a:pt x="378483" y="634755"/>
                  </a:lnTo>
                  <a:lnTo>
                    <a:pt x="384587" y="638921"/>
                  </a:lnTo>
                  <a:lnTo>
                    <a:pt x="388739" y="645062"/>
                  </a:lnTo>
                  <a:lnTo>
                    <a:pt x="390271" y="652526"/>
                  </a:lnTo>
                  <a:lnTo>
                    <a:pt x="388739" y="660286"/>
                  </a:lnTo>
                  <a:lnTo>
                    <a:pt x="384587" y="667083"/>
                  </a:lnTo>
                  <a:lnTo>
                    <a:pt x="378483" y="671903"/>
                  </a:lnTo>
                  <a:lnTo>
                    <a:pt x="371094" y="673735"/>
                  </a:lnTo>
                  <a:lnTo>
                    <a:pt x="404947" y="673735"/>
                  </a:lnTo>
                  <a:lnTo>
                    <a:pt x="408027" y="668831"/>
                  </a:lnTo>
                  <a:lnTo>
                    <a:pt x="411099" y="652526"/>
                  </a:lnTo>
                  <a:lnTo>
                    <a:pt x="408943" y="638921"/>
                  </a:lnTo>
                  <a:lnTo>
                    <a:pt x="408922" y="638784"/>
                  </a:lnTo>
                  <a:lnTo>
                    <a:pt x="406049" y="633222"/>
                  </a:lnTo>
                  <a:close/>
                </a:path>
                <a:path w="740409" h="695325">
                  <a:moveTo>
                    <a:pt x="41782" y="421513"/>
                  </a:moveTo>
                  <a:lnTo>
                    <a:pt x="29591" y="421513"/>
                  </a:lnTo>
                  <a:lnTo>
                    <a:pt x="24256" y="425069"/>
                  </a:lnTo>
                  <a:lnTo>
                    <a:pt x="24256" y="543178"/>
                  </a:lnTo>
                  <a:lnTo>
                    <a:pt x="26400" y="553029"/>
                  </a:lnTo>
                  <a:lnTo>
                    <a:pt x="32162" y="560832"/>
                  </a:lnTo>
                  <a:lnTo>
                    <a:pt x="40544" y="565967"/>
                  </a:lnTo>
                  <a:lnTo>
                    <a:pt x="50546" y="567817"/>
                  </a:lnTo>
                  <a:lnTo>
                    <a:pt x="689864" y="567817"/>
                  </a:lnTo>
                  <a:lnTo>
                    <a:pt x="699865" y="565967"/>
                  </a:lnTo>
                  <a:lnTo>
                    <a:pt x="708247" y="560832"/>
                  </a:lnTo>
                  <a:lnTo>
                    <a:pt x="714009" y="553029"/>
                  </a:lnTo>
                  <a:lnTo>
                    <a:pt x="715379" y="546735"/>
                  </a:lnTo>
                  <a:lnTo>
                    <a:pt x="48768" y="546735"/>
                  </a:lnTo>
                  <a:lnTo>
                    <a:pt x="46990" y="544957"/>
                  </a:lnTo>
                  <a:lnTo>
                    <a:pt x="46990" y="425069"/>
                  </a:lnTo>
                  <a:lnTo>
                    <a:pt x="41782" y="421513"/>
                  </a:lnTo>
                  <a:close/>
                </a:path>
                <a:path w="740409" h="695325">
                  <a:moveTo>
                    <a:pt x="739457" y="21209"/>
                  </a:moveTo>
                  <a:lnTo>
                    <a:pt x="717803" y="21209"/>
                  </a:lnTo>
                  <a:lnTo>
                    <a:pt x="719581" y="24764"/>
                  </a:lnTo>
                  <a:lnTo>
                    <a:pt x="719581" y="72389"/>
                  </a:lnTo>
                  <a:lnTo>
                    <a:pt x="717803" y="74040"/>
                  </a:lnTo>
                  <a:lnTo>
                    <a:pt x="608076" y="74040"/>
                  </a:lnTo>
                  <a:lnTo>
                    <a:pt x="602869" y="79375"/>
                  </a:lnTo>
                  <a:lnTo>
                    <a:pt x="602869" y="91694"/>
                  </a:lnTo>
                  <a:lnTo>
                    <a:pt x="608076" y="95250"/>
                  </a:lnTo>
                  <a:lnTo>
                    <a:pt x="695198" y="95250"/>
                  </a:lnTo>
                  <a:lnTo>
                    <a:pt x="695198" y="544957"/>
                  </a:lnTo>
                  <a:lnTo>
                    <a:pt x="693420" y="546735"/>
                  </a:lnTo>
                  <a:lnTo>
                    <a:pt x="715379" y="546735"/>
                  </a:lnTo>
                  <a:lnTo>
                    <a:pt x="716152" y="543178"/>
                  </a:lnTo>
                  <a:lnTo>
                    <a:pt x="716152" y="95250"/>
                  </a:lnTo>
                  <a:lnTo>
                    <a:pt x="725783" y="93382"/>
                  </a:lnTo>
                  <a:lnTo>
                    <a:pt x="733472" y="88217"/>
                  </a:lnTo>
                  <a:lnTo>
                    <a:pt x="738566" y="80408"/>
                  </a:lnTo>
                  <a:lnTo>
                    <a:pt x="740409" y="70612"/>
                  </a:lnTo>
                  <a:lnTo>
                    <a:pt x="740409" y="26415"/>
                  </a:lnTo>
                  <a:lnTo>
                    <a:pt x="739457" y="21209"/>
                  </a:lnTo>
                  <a:close/>
                </a:path>
                <a:path w="740409" h="695325">
                  <a:moveTo>
                    <a:pt x="716152" y="0"/>
                  </a:moveTo>
                  <a:lnTo>
                    <a:pt x="26034" y="0"/>
                  </a:lnTo>
                  <a:lnTo>
                    <a:pt x="16127" y="2145"/>
                  </a:lnTo>
                  <a:lnTo>
                    <a:pt x="7826" y="7921"/>
                  </a:lnTo>
                  <a:lnTo>
                    <a:pt x="2121" y="16341"/>
                  </a:lnTo>
                  <a:lnTo>
                    <a:pt x="0" y="26415"/>
                  </a:lnTo>
                  <a:lnTo>
                    <a:pt x="0" y="70612"/>
                  </a:lnTo>
                  <a:lnTo>
                    <a:pt x="1843" y="80408"/>
                  </a:lnTo>
                  <a:lnTo>
                    <a:pt x="6937" y="88217"/>
                  </a:lnTo>
                  <a:lnTo>
                    <a:pt x="14626" y="93382"/>
                  </a:lnTo>
                  <a:lnTo>
                    <a:pt x="24256" y="95250"/>
                  </a:lnTo>
                  <a:lnTo>
                    <a:pt x="24256" y="387985"/>
                  </a:lnTo>
                  <a:lnTo>
                    <a:pt x="29591" y="393319"/>
                  </a:lnTo>
                  <a:lnTo>
                    <a:pt x="41782" y="393319"/>
                  </a:lnTo>
                  <a:lnTo>
                    <a:pt x="46990" y="389763"/>
                  </a:lnTo>
                  <a:lnTo>
                    <a:pt x="46990" y="95250"/>
                  </a:lnTo>
                  <a:lnTo>
                    <a:pt x="571500" y="95250"/>
                  </a:lnTo>
                  <a:lnTo>
                    <a:pt x="576706" y="91694"/>
                  </a:lnTo>
                  <a:lnTo>
                    <a:pt x="576706" y="79375"/>
                  </a:lnTo>
                  <a:lnTo>
                    <a:pt x="571500" y="74040"/>
                  </a:lnTo>
                  <a:lnTo>
                    <a:pt x="24256" y="74040"/>
                  </a:lnTo>
                  <a:lnTo>
                    <a:pt x="22605" y="72389"/>
                  </a:lnTo>
                  <a:lnTo>
                    <a:pt x="22605" y="22987"/>
                  </a:lnTo>
                  <a:lnTo>
                    <a:pt x="24256" y="21209"/>
                  </a:lnTo>
                  <a:lnTo>
                    <a:pt x="739457" y="21209"/>
                  </a:lnTo>
                  <a:lnTo>
                    <a:pt x="738566" y="16341"/>
                  </a:lnTo>
                  <a:lnTo>
                    <a:pt x="733472" y="7921"/>
                  </a:lnTo>
                  <a:lnTo>
                    <a:pt x="725783" y="2145"/>
                  </a:lnTo>
                  <a:lnTo>
                    <a:pt x="716152" y="0"/>
                  </a:lnTo>
                  <a:close/>
                </a:path>
              </a:pathLst>
            </a:custGeom>
            <a:solidFill>
              <a:srgbClr val="FC0C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41280" y="2191639"/>
              <a:ext cx="173736" cy="6375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41280" y="1901951"/>
              <a:ext cx="173736" cy="640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41280" y="2008758"/>
              <a:ext cx="173736" cy="13995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832975" y="1886838"/>
              <a:ext cx="372110" cy="377825"/>
            </a:xfrm>
            <a:custGeom>
              <a:avLst/>
              <a:gdLst/>
              <a:ahLst/>
              <a:cxnLst/>
              <a:rect l="l" t="t" r="r" b="b"/>
              <a:pathLst>
                <a:path w="372109" h="377825">
                  <a:moveTo>
                    <a:pt x="63754" y="348615"/>
                  </a:moveTo>
                  <a:lnTo>
                    <a:pt x="57785" y="342646"/>
                  </a:lnTo>
                  <a:lnTo>
                    <a:pt x="54737" y="341376"/>
                  </a:lnTo>
                  <a:lnTo>
                    <a:pt x="49149" y="341376"/>
                  </a:lnTo>
                  <a:lnTo>
                    <a:pt x="46609" y="342646"/>
                  </a:lnTo>
                  <a:lnTo>
                    <a:pt x="44831" y="345186"/>
                  </a:lnTo>
                  <a:lnTo>
                    <a:pt x="37973" y="352044"/>
                  </a:lnTo>
                  <a:lnTo>
                    <a:pt x="31115" y="345186"/>
                  </a:lnTo>
                  <a:lnTo>
                    <a:pt x="29337" y="342646"/>
                  </a:lnTo>
                  <a:lnTo>
                    <a:pt x="26797" y="341376"/>
                  </a:lnTo>
                  <a:lnTo>
                    <a:pt x="24130" y="341376"/>
                  </a:lnTo>
                  <a:lnTo>
                    <a:pt x="21590" y="341376"/>
                  </a:lnTo>
                  <a:lnTo>
                    <a:pt x="19050" y="342646"/>
                  </a:lnTo>
                  <a:lnTo>
                    <a:pt x="17272" y="345186"/>
                  </a:lnTo>
                  <a:lnTo>
                    <a:pt x="12192" y="348615"/>
                  </a:lnTo>
                  <a:lnTo>
                    <a:pt x="12192" y="355473"/>
                  </a:lnTo>
                  <a:lnTo>
                    <a:pt x="17272" y="358902"/>
                  </a:lnTo>
                  <a:lnTo>
                    <a:pt x="32766" y="376047"/>
                  </a:lnTo>
                  <a:lnTo>
                    <a:pt x="36195" y="377698"/>
                  </a:lnTo>
                  <a:lnTo>
                    <a:pt x="41402" y="377698"/>
                  </a:lnTo>
                  <a:lnTo>
                    <a:pt x="43053" y="376047"/>
                  </a:lnTo>
                  <a:lnTo>
                    <a:pt x="46609" y="374269"/>
                  </a:lnTo>
                  <a:lnTo>
                    <a:pt x="60325" y="358902"/>
                  </a:lnTo>
                  <a:lnTo>
                    <a:pt x="63754" y="355473"/>
                  </a:lnTo>
                  <a:lnTo>
                    <a:pt x="63754" y="348615"/>
                  </a:lnTo>
                  <a:close/>
                </a:path>
                <a:path w="372109" h="377825">
                  <a:moveTo>
                    <a:pt x="255778" y="195072"/>
                  </a:moveTo>
                  <a:lnTo>
                    <a:pt x="252476" y="191643"/>
                  </a:lnTo>
                  <a:lnTo>
                    <a:pt x="249809" y="189865"/>
                  </a:lnTo>
                  <a:lnTo>
                    <a:pt x="246761" y="188976"/>
                  </a:lnTo>
                  <a:lnTo>
                    <a:pt x="241173" y="188976"/>
                  </a:lnTo>
                  <a:lnTo>
                    <a:pt x="238633" y="189865"/>
                  </a:lnTo>
                  <a:lnTo>
                    <a:pt x="229997" y="198755"/>
                  </a:lnTo>
                  <a:lnTo>
                    <a:pt x="221361" y="189865"/>
                  </a:lnTo>
                  <a:lnTo>
                    <a:pt x="218694" y="188976"/>
                  </a:lnTo>
                  <a:lnTo>
                    <a:pt x="216027" y="188976"/>
                  </a:lnTo>
                  <a:lnTo>
                    <a:pt x="213106" y="188976"/>
                  </a:lnTo>
                  <a:lnTo>
                    <a:pt x="210058" y="189865"/>
                  </a:lnTo>
                  <a:lnTo>
                    <a:pt x="207518" y="191643"/>
                  </a:lnTo>
                  <a:lnTo>
                    <a:pt x="204089" y="195072"/>
                  </a:lnTo>
                  <a:lnTo>
                    <a:pt x="204089" y="202311"/>
                  </a:lnTo>
                  <a:lnTo>
                    <a:pt x="207518" y="207645"/>
                  </a:lnTo>
                  <a:lnTo>
                    <a:pt x="221361" y="221869"/>
                  </a:lnTo>
                  <a:lnTo>
                    <a:pt x="224790" y="223520"/>
                  </a:lnTo>
                  <a:lnTo>
                    <a:pt x="226568" y="225298"/>
                  </a:lnTo>
                  <a:lnTo>
                    <a:pt x="231648" y="225298"/>
                  </a:lnTo>
                  <a:lnTo>
                    <a:pt x="235204" y="223520"/>
                  </a:lnTo>
                  <a:lnTo>
                    <a:pt x="236855" y="221869"/>
                  </a:lnTo>
                  <a:lnTo>
                    <a:pt x="252476" y="207645"/>
                  </a:lnTo>
                  <a:lnTo>
                    <a:pt x="255778" y="202311"/>
                  </a:lnTo>
                  <a:lnTo>
                    <a:pt x="255778" y="195072"/>
                  </a:lnTo>
                  <a:close/>
                </a:path>
                <a:path w="372109" h="377825">
                  <a:moveTo>
                    <a:pt x="365633" y="184277"/>
                  </a:moveTo>
                  <a:lnTo>
                    <a:pt x="364807" y="173863"/>
                  </a:lnTo>
                  <a:lnTo>
                    <a:pt x="363372" y="155702"/>
                  </a:lnTo>
                  <a:lnTo>
                    <a:pt x="356704" y="128092"/>
                  </a:lnTo>
                  <a:lnTo>
                    <a:pt x="345884" y="102019"/>
                  </a:lnTo>
                  <a:lnTo>
                    <a:pt x="345808" y="101803"/>
                  </a:lnTo>
                  <a:lnTo>
                    <a:pt x="330835" y="77216"/>
                  </a:lnTo>
                  <a:lnTo>
                    <a:pt x="328803" y="74295"/>
                  </a:lnTo>
                  <a:lnTo>
                    <a:pt x="325882" y="73025"/>
                  </a:lnTo>
                  <a:lnTo>
                    <a:pt x="320167" y="73025"/>
                  </a:lnTo>
                  <a:lnTo>
                    <a:pt x="317500" y="73914"/>
                  </a:lnTo>
                  <a:lnTo>
                    <a:pt x="315087" y="75438"/>
                  </a:lnTo>
                  <a:lnTo>
                    <a:pt x="311658" y="78994"/>
                  </a:lnTo>
                  <a:lnTo>
                    <a:pt x="309880" y="84201"/>
                  </a:lnTo>
                  <a:lnTo>
                    <a:pt x="313309" y="89408"/>
                  </a:lnTo>
                  <a:lnTo>
                    <a:pt x="325094" y="108788"/>
                  </a:lnTo>
                  <a:lnTo>
                    <a:pt x="334073" y="129641"/>
                  </a:lnTo>
                  <a:lnTo>
                    <a:pt x="340093" y="151498"/>
                  </a:lnTo>
                  <a:lnTo>
                    <a:pt x="343027" y="173863"/>
                  </a:lnTo>
                  <a:lnTo>
                    <a:pt x="343027" y="196596"/>
                  </a:lnTo>
                  <a:lnTo>
                    <a:pt x="339763" y="221221"/>
                  </a:lnTo>
                  <a:lnTo>
                    <a:pt x="332752" y="244652"/>
                  </a:lnTo>
                  <a:lnTo>
                    <a:pt x="322148" y="266446"/>
                  </a:lnTo>
                  <a:lnTo>
                    <a:pt x="308102" y="286131"/>
                  </a:lnTo>
                  <a:lnTo>
                    <a:pt x="294132" y="272059"/>
                  </a:lnTo>
                  <a:lnTo>
                    <a:pt x="294132" y="302006"/>
                  </a:lnTo>
                  <a:lnTo>
                    <a:pt x="271119" y="320979"/>
                  </a:lnTo>
                  <a:lnTo>
                    <a:pt x="244348" y="335330"/>
                  </a:lnTo>
                  <a:lnTo>
                    <a:pt x="214617" y="344424"/>
                  </a:lnTo>
                  <a:lnTo>
                    <a:pt x="182753" y="347599"/>
                  </a:lnTo>
                  <a:lnTo>
                    <a:pt x="140055" y="341718"/>
                  </a:lnTo>
                  <a:lnTo>
                    <a:pt x="101739" y="325158"/>
                  </a:lnTo>
                  <a:lnTo>
                    <a:pt x="69316" y="299516"/>
                  </a:lnTo>
                  <a:lnTo>
                    <a:pt x="44323" y="266446"/>
                  </a:lnTo>
                  <a:lnTo>
                    <a:pt x="28181" y="227469"/>
                  </a:lnTo>
                  <a:lnTo>
                    <a:pt x="22479" y="184277"/>
                  </a:lnTo>
                  <a:lnTo>
                    <a:pt x="30035" y="134975"/>
                  </a:lnTo>
                  <a:lnTo>
                    <a:pt x="51054" y="92024"/>
                  </a:lnTo>
                  <a:lnTo>
                    <a:pt x="83477" y="57175"/>
                  </a:lnTo>
                  <a:lnTo>
                    <a:pt x="124663" y="33401"/>
                  </a:lnTo>
                  <a:lnTo>
                    <a:pt x="172008" y="22936"/>
                  </a:lnTo>
                  <a:lnTo>
                    <a:pt x="172339" y="22936"/>
                  </a:lnTo>
                  <a:lnTo>
                    <a:pt x="172339" y="68453"/>
                  </a:lnTo>
                  <a:lnTo>
                    <a:pt x="130771" y="80365"/>
                  </a:lnTo>
                  <a:lnTo>
                    <a:pt x="97053" y="105943"/>
                  </a:lnTo>
                  <a:lnTo>
                    <a:pt x="74422" y="141732"/>
                  </a:lnTo>
                  <a:lnTo>
                    <a:pt x="66167" y="184277"/>
                  </a:lnTo>
                  <a:lnTo>
                    <a:pt x="75323" y="230111"/>
                  </a:lnTo>
                  <a:lnTo>
                    <a:pt x="100304" y="267525"/>
                  </a:lnTo>
                  <a:lnTo>
                    <a:pt x="137363" y="292760"/>
                  </a:lnTo>
                  <a:lnTo>
                    <a:pt x="182753" y="302006"/>
                  </a:lnTo>
                  <a:lnTo>
                    <a:pt x="205549" y="300037"/>
                  </a:lnTo>
                  <a:lnTo>
                    <a:pt x="226720" y="294106"/>
                  </a:lnTo>
                  <a:lnTo>
                    <a:pt x="245935" y="284226"/>
                  </a:lnTo>
                  <a:lnTo>
                    <a:pt x="249974" y="280924"/>
                  </a:lnTo>
                  <a:lnTo>
                    <a:pt x="262890" y="270383"/>
                  </a:lnTo>
                  <a:lnTo>
                    <a:pt x="294132" y="302006"/>
                  </a:lnTo>
                  <a:lnTo>
                    <a:pt x="294132" y="272059"/>
                  </a:lnTo>
                  <a:lnTo>
                    <a:pt x="292468" y="270383"/>
                  </a:lnTo>
                  <a:lnTo>
                    <a:pt x="276733" y="254508"/>
                  </a:lnTo>
                  <a:lnTo>
                    <a:pt x="285229" y="241033"/>
                  </a:lnTo>
                  <a:lnTo>
                    <a:pt x="292049" y="226885"/>
                  </a:lnTo>
                  <a:lnTo>
                    <a:pt x="296887" y="212077"/>
                  </a:lnTo>
                  <a:lnTo>
                    <a:pt x="299466" y="196596"/>
                  </a:lnTo>
                  <a:lnTo>
                    <a:pt x="343027" y="196596"/>
                  </a:lnTo>
                  <a:lnTo>
                    <a:pt x="343027" y="173863"/>
                  </a:lnTo>
                  <a:lnTo>
                    <a:pt x="299466" y="173863"/>
                  </a:lnTo>
                  <a:lnTo>
                    <a:pt x="288442" y="134391"/>
                  </a:lnTo>
                  <a:lnTo>
                    <a:pt x="278511" y="120561"/>
                  </a:lnTo>
                  <a:lnTo>
                    <a:pt x="278511" y="184277"/>
                  </a:lnTo>
                  <a:lnTo>
                    <a:pt x="270903" y="222364"/>
                  </a:lnTo>
                  <a:lnTo>
                    <a:pt x="250240" y="253034"/>
                  </a:lnTo>
                  <a:lnTo>
                    <a:pt x="219786" y="273494"/>
                  </a:lnTo>
                  <a:lnTo>
                    <a:pt x="182753" y="280924"/>
                  </a:lnTo>
                  <a:lnTo>
                    <a:pt x="146037" y="273240"/>
                  </a:lnTo>
                  <a:lnTo>
                    <a:pt x="116179" y="252374"/>
                  </a:lnTo>
                  <a:lnTo>
                    <a:pt x="96113" y="221615"/>
                  </a:lnTo>
                  <a:lnTo>
                    <a:pt x="88773" y="184277"/>
                  </a:lnTo>
                  <a:lnTo>
                    <a:pt x="96113" y="147231"/>
                  </a:lnTo>
                  <a:lnTo>
                    <a:pt x="116179" y="117081"/>
                  </a:lnTo>
                  <a:lnTo>
                    <a:pt x="146037" y="96824"/>
                  </a:lnTo>
                  <a:lnTo>
                    <a:pt x="182753" y="89408"/>
                  </a:lnTo>
                  <a:lnTo>
                    <a:pt x="219786" y="96824"/>
                  </a:lnTo>
                  <a:lnTo>
                    <a:pt x="250240" y="117081"/>
                  </a:lnTo>
                  <a:lnTo>
                    <a:pt x="270903" y="147231"/>
                  </a:lnTo>
                  <a:lnTo>
                    <a:pt x="278511" y="184277"/>
                  </a:lnTo>
                  <a:lnTo>
                    <a:pt x="278511" y="120561"/>
                  </a:lnTo>
                  <a:lnTo>
                    <a:pt x="265214" y="102019"/>
                  </a:lnTo>
                  <a:lnTo>
                    <a:pt x="247154" y="89408"/>
                  </a:lnTo>
                  <a:lnTo>
                    <a:pt x="232537" y="79209"/>
                  </a:lnTo>
                  <a:lnTo>
                    <a:pt x="193167" y="68453"/>
                  </a:lnTo>
                  <a:lnTo>
                    <a:pt x="193167" y="22936"/>
                  </a:lnTo>
                  <a:lnTo>
                    <a:pt x="193700" y="22936"/>
                  </a:lnTo>
                  <a:lnTo>
                    <a:pt x="217360" y="26073"/>
                  </a:lnTo>
                  <a:lnTo>
                    <a:pt x="240233" y="33108"/>
                  </a:lnTo>
                  <a:lnTo>
                    <a:pt x="261848" y="43815"/>
                  </a:lnTo>
                  <a:lnTo>
                    <a:pt x="282067" y="57912"/>
                  </a:lnTo>
                  <a:lnTo>
                    <a:pt x="283972" y="59182"/>
                  </a:lnTo>
                  <a:lnTo>
                    <a:pt x="286258" y="59817"/>
                  </a:lnTo>
                  <a:lnTo>
                    <a:pt x="292100" y="59817"/>
                  </a:lnTo>
                  <a:lnTo>
                    <a:pt x="295529" y="58293"/>
                  </a:lnTo>
                  <a:lnTo>
                    <a:pt x="297688" y="56134"/>
                  </a:lnTo>
                  <a:lnTo>
                    <a:pt x="301244" y="50927"/>
                  </a:lnTo>
                  <a:lnTo>
                    <a:pt x="301244" y="43815"/>
                  </a:lnTo>
                  <a:lnTo>
                    <a:pt x="295910" y="40386"/>
                  </a:lnTo>
                  <a:lnTo>
                    <a:pt x="270167" y="22936"/>
                  </a:lnTo>
                  <a:lnTo>
                    <a:pt x="242608" y="10287"/>
                  </a:lnTo>
                  <a:lnTo>
                    <a:pt x="213410" y="2603"/>
                  </a:lnTo>
                  <a:lnTo>
                    <a:pt x="182753" y="0"/>
                  </a:lnTo>
                  <a:lnTo>
                    <a:pt x="134150" y="6705"/>
                  </a:lnTo>
                  <a:lnTo>
                    <a:pt x="90487" y="25539"/>
                  </a:lnTo>
                  <a:lnTo>
                    <a:pt x="53505" y="54610"/>
                  </a:lnTo>
                  <a:lnTo>
                    <a:pt x="24942" y="92024"/>
                  </a:lnTo>
                  <a:lnTo>
                    <a:pt x="6515" y="135890"/>
                  </a:lnTo>
                  <a:lnTo>
                    <a:pt x="0" y="184277"/>
                  </a:lnTo>
                  <a:lnTo>
                    <a:pt x="6515" y="233311"/>
                  </a:lnTo>
                  <a:lnTo>
                    <a:pt x="24942" y="277355"/>
                  </a:lnTo>
                  <a:lnTo>
                    <a:pt x="53505" y="314680"/>
                  </a:lnTo>
                  <a:lnTo>
                    <a:pt x="90487" y="343509"/>
                  </a:lnTo>
                  <a:lnTo>
                    <a:pt x="134150" y="362102"/>
                  </a:lnTo>
                  <a:lnTo>
                    <a:pt x="182753" y="368681"/>
                  </a:lnTo>
                  <a:lnTo>
                    <a:pt x="231394" y="362102"/>
                  </a:lnTo>
                  <a:lnTo>
                    <a:pt x="265468" y="347599"/>
                  </a:lnTo>
                  <a:lnTo>
                    <a:pt x="275094" y="343509"/>
                  </a:lnTo>
                  <a:lnTo>
                    <a:pt x="312089" y="314680"/>
                  </a:lnTo>
                  <a:lnTo>
                    <a:pt x="340677" y="277355"/>
                  </a:lnTo>
                  <a:lnTo>
                    <a:pt x="359105" y="233311"/>
                  </a:lnTo>
                  <a:lnTo>
                    <a:pt x="363982" y="196596"/>
                  </a:lnTo>
                  <a:lnTo>
                    <a:pt x="365633" y="184277"/>
                  </a:lnTo>
                  <a:close/>
                </a:path>
                <a:path w="372109" h="377825">
                  <a:moveTo>
                    <a:pt x="371602" y="24384"/>
                  </a:moveTo>
                  <a:lnTo>
                    <a:pt x="368300" y="20955"/>
                  </a:lnTo>
                  <a:lnTo>
                    <a:pt x="365633" y="19177"/>
                  </a:lnTo>
                  <a:lnTo>
                    <a:pt x="362585" y="18288"/>
                  </a:lnTo>
                  <a:lnTo>
                    <a:pt x="356997" y="18288"/>
                  </a:lnTo>
                  <a:lnTo>
                    <a:pt x="354457" y="19177"/>
                  </a:lnTo>
                  <a:lnTo>
                    <a:pt x="345821" y="28067"/>
                  </a:lnTo>
                  <a:lnTo>
                    <a:pt x="337185" y="19177"/>
                  </a:lnTo>
                  <a:lnTo>
                    <a:pt x="334645" y="18288"/>
                  </a:lnTo>
                  <a:lnTo>
                    <a:pt x="332105" y="18288"/>
                  </a:lnTo>
                  <a:lnTo>
                    <a:pt x="329438" y="18288"/>
                  </a:lnTo>
                  <a:lnTo>
                    <a:pt x="326898" y="19177"/>
                  </a:lnTo>
                  <a:lnTo>
                    <a:pt x="325120" y="20955"/>
                  </a:lnTo>
                  <a:lnTo>
                    <a:pt x="320040" y="24384"/>
                  </a:lnTo>
                  <a:lnTo>
                    <a:pt x="320040" y="31496"/>
                  </a:lnTo>
                  <a:lnTo>
                    <a:pt x="325120" y="36957"/>
                  </a:lnTo>
                  <a:lnTo>
                    <a:pt x="340741" y="52832"/>
                  </a:lnTo>
                  <a:lnTo>
                    <a:pt x="342392" y="54610"/>
                  </a:lnTo>
                  <a:lnTo>
                    <a:pt x="349250" y="54610"/>
                  </a:lnTo>
                  <a:lnTo>
                    <a:pt x="352679" y="51054"/>
                  </a:lnTo>
                  <a:lnTo>
                    <a:pt x="368300" y="36957"/>
                  </a:lnTo>
                  <a:lnTo>
                    <a:pt x="371602" y="31496"/>
                  </a:lnTo>
                  <a:lnTo>
                    <a:pt x="371602" y="24384"/>
                  </a:lnTo>
                  <a:close/>
                </a:path>
              </a:pathLst>
            </a:custGeom>
            <a:solidFill>
              <a:srgbClr val="E3EA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42759" y="1395983"/>
              <a:ext cx="3999229" cy="1402080"/>
            </a:xfrm>
            <a:custGeom>
              <a:avLst/>
              <a:gdLst/>
              <a:ahLst/>
              <a:cxnLst/>
              <a:rect l="l" t="t" r="r" b="b"/>
              <a:pathLst>
                <a:path w="3999229" h="1402080">
                  <a:moveTo>
                    <a:pt x="2493264" y="233679"/>
                  </a:moveTo>
                  <a:lnTo>
                    <a:pt x="2498012" y="186592"/>
                  </a:lnTo>
                  <a:lnTo>
                    <a:pt x="2511631" y="142732"/>
                  </a:lnTo>
                  <a:lnTo>
                    <a:pt x="2533179" y="103038"/>
                  </a:lnTo>
                  <a:lnTo>
                    <a:pt x="2561716" y="68452"/>
                  </a:lnTo>
                  <a:lnTo>
                    <a:pt x="2596302" y="39915"/>
                  </a:lnTo>
                  <a:lnTo>
                    <a:pt x="2635996" y="18367"/>
                  </a:lnTo>
                  <a:lnTo>
                    <a:pt x="2679856" y="4748"/>
                  </a:lnTo>
                  <a:lnTo>
                    <a:pt x="2726944" y="0"/>
                  </a:lnTo>
                  <a:lnTo>
                    <a:pt x="3765296" y="0"/>
                  </a:lnTo>
                  <a:lnTo>
                    <a:pt x="3812383" y="4748"/>
                  </a:lnTo>
                  <a:lnTo>
                    <a:pt x="3856243" y="18367"/>
                  </a:lnTo>
                  <a:lnTo>
                    <a:pt x="3895937" y="39915"/>
                  </a:lnTo>
                  <a:lnTo>
                    <a:pt x="3930523" y="68453"/>
                  </a:lnTo>
                  <a:lnTo>
                    <a:pt x="3959060" y="103038"/>
                  </a:lnTo>
                  <a:lnTo>
                    <a:pt x="3980608" y="142732"/>
                  </a:lnTo>
                  <a:lnTo>
                    <a:pt x="3994227" y="186592"/>
                  </a:lnTo>
                  <a:lnTo>
                    <a:pt x="3998976" y="233679"/>
                  </a:lnTo>
                  <a:lnTo>
                    <a:pt x="3998976" y="1168400"/>
                  </a:lnTo>
                  <a:lnTo>
                    <a:pt x="3994227" y="1215487"/>
                  </a:lnTo>
                  <a:lnTo>
                    <a:pt x="3980608" y="1259347"/>
                  </a:lnTo>
                  <a:lnTo>
                    <a:pt x="3959060" y="1299041"/>
                  </a:lnTo>
                  <a:lnTo>
                    <a:pt x="3930523" y="1333627"/>
                  </a:lnTo>
                  <a:lnTo>
                    <a:pt x="3895937" y="1362164"/>
                  </a:lnTo>
                  <a:lnTo>
                    <a:pt x="3856243" y="1383712"/>
                  </a:lnTo>
                  <a:lnTo>
                    <a:pt x="3812383" y="1397331"/>
                  </a:lnTo>
                  <a:lnTo>
                    <a:pt x="3765296" y="1402079"/>
                  </a:lnTo>
                  <a:lnTo>
                    <a:pt x="2726944" y="1402079"/>
                  </a:lnTo>
                  <a:lnTo>
                    <a:pt x="2679856" y="1397331"/>
                  </a:lnTo>
                  <a:lnTo>
                    <a:pt x="2635996" y="1383712"/>
                  </a:lnTo>
                  <a:lnTo>
                    <a:pt x="2596302" y="1362164"/>
                  </a:lnTo>
                  <a:lnTo>
                    <a:pt x="2561717" y="1333626"/>
                  </a:lnTo>
                  <a:lnTo>
                    <a:pt x="2533179" y="1299041"/>
                  </a:lnTo>
                  <a:lnTo>
                    <a:pt x="2511631" y="1259347"/>
                  </a:lnTo>
                  <a:lnTo>
                    <a:pt x="2498012" y="1215487"/>
                  </a:lnTo>
                  <a:lnTo>
                    <a:pt x="2493264" y="1168400"/>
                  </a:lnTo>
                  <a:lnTo>
                    <a:pt x="2493264" y="233679"/>
                  </a:lnTo>
                  <a:close/>
                </a:path>
                <a:path w="3999229" h="1402080">
                  <a:moveTo>
                    <a:pt x="0" y="734821"/>
                  </a:moveTo>
                  <a:lnTo>
                    <a:pt x="2489962" y="722376"/>
                  </a:lnTo>
                </a:path>
              </a:pathLst>
            </a:custGeom>
            <a:ln w="12192">
              <a:solidFill>
                <a:srgbClr val="FF00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5415" rIns="0" bIns="0" rtlCol="0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471297" y="3082202"/>
            <a:ext cx="3567303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520978"/>
                </a:solidFill>
                <a:latin typeface="Montserrat"/>
              </a:rPr>
              <a:t>Ссылки: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ontserra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Montserrat"/>
              </a:rPr>
              <a:t>Репозиторий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/>
              </a:rPr>
              <a:t>: github.com/Pavel1778/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Montserrat"/>
              </a:rPr>
              <a:t>rtk-crm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ontserra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/>
              </a:rPr>
              <a:t> Прототип: https://crm-rtk.pixel-minds.ru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/>
              </a:rPr>
              <a:t> Документация: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Montserrat"/>
              </a:rPr>
              <a:t>docs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/>
              </a:rPr>
              <a:t>/rtk-crm-documentation.pdf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/>
              </a:rPr>
              <a:t>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Montserrat"/>
              </a:rPr>
              <a:t>Swagger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/>
              </a:rPr>
              <a:t> UI: 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/>
                <a:hlinkClick r:id="rId11"/>
              </a:rPr>
              <a:t>https://crm-rtk.pixel-minds.ru/api/docs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ontserrat"/>
            </a:endParaRPr>
          </a:p>
          <a:p>
            <a:pPr algn="ctr"/>
            <a:r>
              <a:rPr lang="ru-RU" sz="1400" b="1" dirty="0" err="1">
                <a:solidFill>
                  <a:srgbClr val="520978"/>
                </a:solidFill>
                <a:latin typeface="Montserrat"/>
              </a:rPr>
              <a:t>Демо</a:t>
            </a:r>
            <a:r>
              <a:rPr lang="ru-RU" sz="1400" b="1" dirty="0">
                <a:solidFill>
                  <a:srgbClr val="520978"/>
                </a:solidFill>
                <a:latin typeface="Montserrat"/>
              </a:rPr>
              <a:t>-доступ</a:t>
            </a:r>
            <a:r>
              <a:rPr lang="ru-RU" sz="1400" b="1" dirty="0" smtClean="0">
                <a:solidFill>
                  <a:srgbClr val="520978"/>
                </a:solidFill>
                <a:latin typeface="Montserrat"/>
              </a:rPr>
              <a:t>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chemeClr val="tx1"/>
                </a:solidFill>
                <a:latin typeface="Montserrat"/>
              </a:rPr>
              <a:t>Администратор: </a:t>
            </a:r>
            <a:r>
              <a:rPr lang="en-US" sz="1400" dirty="0" smtClean="0">
                <a:solidFill>
                  <a:schemeClr val="tx1"/>
                </a:solidFill>
                <a:latin typeface="Montserrat"/>
                <a:hlinkClick r:id="rId12"/>
              </a:rPr>
              <a:t>admin@rtk.ru</a:t>
            </a:r>
            <a:r>
              <a:rPr lang="en-US" sz="1400" dirty="0" smtClean="0">
                <a:solidFill>
                  <a:schemeClr val="tx1"/>
                </a:solidFill>
                <a:latin typeface="Montserrat"/>
              </a:rPr>
              <a:t>/admin123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chemeClr val="tx1"/>
                </a:solidFill>
                <a:latin typeface="Montserrat"/>
              </a:rPr>
              <a:t>Руководитель: </a:t>
            </a:r>
            <a:r>
              <a:rPr lang="en-US" sz="1400" dirty="0" smtClean="0">
                <a:solidFill>
                  <a:schemeClr val="tx1"/>
                </a:solidFill>
                <a:latin typeface="Montserrat"/>
              </a:rPr>
              <a:t>manager@rtk.ru/manager123</a:t>
            </a:r>
            <a:endParaRPr lang="ru-RU" sz="1400" dirty="0" smtClean="0">
              <a:solidFill>
                <a:schemeClr val="tx1"/>
              </a:solidFill>
              <a:latin typeface="Montserrat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400" dirty="0" err="1" smtClean="0">
                <a:solidFill>
                  <a:schemeClr val="tx1"/>
                </a:solidFill>
                <a:latin typeface="Montserrat"/>
              </a:rPr>
              <a:t>Кам</a:t>
            </a:r>
            <a:r>
              <a:rPr lang="ru-RU" sz="1400" dirty="0" smtClean="0">
                <a:solidFill>
                  <a:schemeClr val="tx1"/>
                </a:solidFill>
                <a:latin typeface="Montserrat"/>
              </a:rPr>
              <a:t>: </a:t>
            </a:r>
            <a:r>
              <a:rPr lang="en-US" sz="1400" dirty="0" smtClean="0">
                <a:solidFill>
                  <a:schemeClr val="tx1"/>
                </a:solidFill>
                <a:latin typeface="Montserrat"/>
              </a:rPr>
              <a:t>kam@rtk.ru/kam123</a:t>
            </a:r>
            <a:endParaRPr lang="ru-RU" sz="1400" dirty="0" smtClean="0">
              <a:solidFill>
                <a:schemeClr val="tx1"/>
              </a:solidFill>
              <a:latin typeface="Montserrat"/>
            </a:endParaRPr>
          </a:p>
          <a:p>
            <a:pPr algn="just"/>
            <a:endParaRPr lang="ru-RU" sz="1400" b="1" dirty="0" smtClean="0">
              <a:solidFill>
                <a:srgbClr val="520978"/>
              </a:solidFill>
              <a:latin typeface="Montserrat"/>
            </a:endParaRPr>
          </a:p>
          <a:p>
            <a:pPr algn="ctr"/>
            <a:endParaRPr lang="ru-RU" sz="1400" b="1" dirty="0" smtClean="0">
              <a:solidFill>
                <a:srgbClr val="520978"/>
              </a:solidFill>
              <a:latin typeface="Montserrat"/>
            </a:endParaRPr>
          </a:p>
          <a:p>
            <a:pPr algn="l"/>
            <a:endParaRPr lang="ru-RU" sz="1400" dirty="0">
              <a:solidFill>
                <a:srgbClr val="520978"/>
              </a:solidFill>
              <a:latin typeface="Montserrat"/>
            </a:endParaRPr>
          </a:p>
          <a:p>
            <a:r>
              <a:rPr lang="ru-RU" sz="1400" dirty="0" smtClean="0"/>
              <a:t/>
            </a:r>
            <a:br>
              <a:rPr lang="ru-RU" sz="1400" dirty="0" smtClean="0"/>
            </a:b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ontserra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ontserrat"/>
            </a:endParaRPr>
          </a:p>
          <a:p>
            <a:pPr algn="ctr"/>
            <a:endParaRPr lang="ru-RU" sz="1400" b="1" dirty="0" smtClean="0">
              <a:solidFill>
                <a:schemeClr val="tx1"/>
              </a:solidFill>
              <a:latin typeface="Montserrat"/>
            </a:endParaRPr>
          </a:p>
          <a:p>
            <a:pPr algn="ctr"/>
            <a:endParaRPr lang="ru-RU" sz="1400" dirty="0">
              <a:solidFill>
                <a:schemeClr val="tx1"/>
              </a:solidFill>
              <a:latin typeface="Montserrat"/>
            </a:endParaRPr>
          </a:p>
          <a:p>
            <a:r>
              <a:rPr lang="ru-RU" sz="1400" dirty="0" smtClean="0">
                <a:solidFill>
                  <a:schemeClr val="tx1"/>
                </a:solidFill>
                <a:latin typeface="Montserrat"/>
              </a:rPr>
              <a:t/>
            </a:r>
            <a:br>
              <a:rPr lang="ru-RU" sz="1400" dirty="0" smtClean="0">
                <a:solidFill>
                  <a:schemeClr val="tx1"/>
                </a:solidFill>
                <a:latin typeface="Montserrat"/>
              </a:rPr>
            </a:br>
            <a:r>
              <a:rPr lang="ru-RU" sz="1400" dirty="0" smtClean="0">
                <a:solidFill>
                  <a:schemeClr val="tx1"/>
                </a:solidFill>
                <a:latin typeface="Montserrat"/>
              </a:rPr>
              <a:t/>
            </a:r>
            <a:br>
              <a:rPr lang="ru-RU" sz="1400" dirty="0" smtClean="0">
                <a:solidFill>
                  <a:schemeClr val="tx1"/>
                </a:solidFill>
                <a:latin typeface="Montserrat"/>
              </a:rPr>
            </a:br>
            <a:endParaRPr lang="ru-RU" sz="1400" b="0" dirty="0">
              <a:solidFill>
                <a:schemeClr val="tx1"/>
              </a:solidFill>
              <a:latin typeface="Montserrat"/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5170907" y="3124200"/>
            <a:ext cx="1850186" cy="4092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ru-RU" sz="2000" b="1" dirty="0" err="1" smtClean="0">
                <a:solidFill>
                  <a:srgbClr val="520978"/>
                </a:solidFill>
                <a:latin typeface="Montserrat"/>
              </a:rPr>
              <a:t>Репозиторий</a:t>
            </a:r>
            <a:endParaRPr lang="ru-RU" sz="2000" b="1" dirty="0">
              <a:solidFill>
                <a:srgbClr val="520978"/>
              </a:solidFill>
              <a:latin typeface="Montserrat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313" y="4194046"/>
            <a:ext cx="1496314" cy="1496314"/>
          </a:xfrm>
          <a:prstGeom prst="round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079" y="4194172"/>
            <a:ext cx="1497600" cy="1497600"/>
          </a:xfrm>
          <a:prstGeom prst="round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72000" y="5818989"/>
            <a:ext cx="1494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520978"/>
                </a:solidFill>
                <a:latin typeface="Montserrat"/>
              </a:rPr>
              <a:t>S</a:t>
            </a:r>
            <a:r>
              <a:rPr lang="en-US" sz="2000" dirty="0" err="1" smtClean="0">
                <a:solidFill>
                  <a:srgbClr val="520978"/>
                </a:solidFill>
                <a:latin typeface="Montserrat"/>
              </a:rPr>
              <a:t>ourcecraft</a:t>
            </a:r>
            <a:endParaRPr lang="ru-RU" dirty="0">
              <a:solidFill>
                <a:srgbClr val="520978"/>
              </a:solidFill>
              <a:latin typeface="Montserra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41655" y="5834144"/>
            <a:ext cx="939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rgbClr val="520978"/>
                </a:solidFill>
                <a:latin typeface="Montserrat"/>
              </a:rPr>
              <a:t>Github</a:t>
            </a:r>
            <a:endParaRPr lang="ru-RU" dirty="0">
              <a:solidFill>
                <a:srgbClr val="520978"/>
              </a:solidFill>
              <a:latin typeface="Montserra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25657" y="3568156"/>
            <a:ext cx="3399143" cy="59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i="1" dirty="0" smtClean="0">
                <a:latin typeface="Montserrat"/>
              </a:rPr>
              <a:t>Основной и резервный </a:t>
            </a:r>
            <a:r>
              <a:rPr lang="ru-RU" sz="1600" i="1" dirty="0" err="1" smtClean="0">
                <a:latin typeface="Montserrat"/>
              </a:rPr>
              <a:t>репозитории</a:t>
            </a:r>
            <a:r>
              <a:rPr lang="ru-RU" sz="1600" i="1" dirty="0" smtClean="0">
                <a:latin typeface="Montserrat"/>
              </a:rPr>
              <a:t> проекта:</a:t>
            </a:r>
            <a:endParaRPr lang="ru-RU" sz="1600" i="1" dirty="0">
              <a:latin typeface="Montserrat"/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8915400" y="3165610"/>
            <a:ext cx="2586817" cy="409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ru-RU" sz="2000" b="1" dirty="0" smtClean="0">
                <a:solidFill>
                  <a:srgbClr val="520978"/>
                </a:solidFill>
                <a:latin typeface="Montserrat"/>
              </a:rPr>
              <a:t>Прототип проекта:</a:t>
            </a:r>
            <a:endParaRPr lang="ru-RU" sz="1400" b="0" dirty="0">
              <a:solidFill>
                <a:srgbClr val="6B5B78"/>
              </a:solidFill>
              <a:latin typeface="Montserrat"/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8574962" y="5637876"/>
            <a:ext cx="3083638" cy="36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en-US" sz="1600" b="1" dirty="0" smtClean="0">
                <a:solidFill>
                  <a:srgbClr val="520978"/>
                </a:solidFill>
                <a:latin typeface="Montserrat"/>
              </a:rPr>
              <a:t>https://crm-rtk.pixel-minds.ru</a:t>
            </a:r>
            <a:endParaRPr lang="ru-RU" sz="1100" b="0" dirty="0">
              <a:solidFill>
                <a:srgbClr val="6B5B78"/>
              </a:solidFill>
              <a:latin typeface="Montserrat"/>
            </a:endParaRPr>
          </a:p>
        </p:txBody>
      </p:sp>
      <p:pic>
        <p:nvPicPr>
          <p:cNvPr id="35" name="Рисунок 34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3630" y="3611188"/>
            <a:ext cx="1810800" cy="1810800"/>
          </a:xfrm>
          <a:prstGeom prst="rect">
            <a:avLst/>
          </a:prstGeom>
        </p:spPr>
      </p:pic>
      <p:sp>
        <p:nvSpPr>
          <p:cNvPr id="38" name="Прямоугольник 37"/>
          <p:cNvSpPr/>
          <p:nvPr/>
        </p:nvSpPr>
        <p:spPr>
          <a:xfrm>
            <a:off x="353235" y="329625"/>
            <a:ext cx="29995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0" i="0" dirty="0" smtClean="0">
                <a:solidFill>
                  <a:srgbClr val="F9FAFB"/>
                </a:solidFill>
                <a:effectLst/>
                <a:latin typeface="Montserrat"/>
              </a:rPr>
              <a:t>RTK CRM — </a:t>
            </a:r>
            <a:r>
              <a:rPr lang="ru-RU" sz="1600" b="0" i="0" dirty="0" err="1" smtClean="0">
                <a:solidFill>
                  <a:srgbClr val="F9FAFB"/>
                </a:solidFill>
                <a:effectLst/>
                <a:latin typeface="Montserrat"/>
              </a:rPr>
              <a:t>репозиторий</a:t>
            </a:r>
            <a:r>
              <a:rPr lang="ru-RU" sz="1600" b="0" i="0" dirty="0" smtClean="0">
                <a:solidFill>
                  <a:srgbClr val="F9FAFB"/>
                </a:solidFill>
                <a:effectLst/>
                <a:latin typeface="Montserrat"/>
              </a:rPr>
              <a:t> и доступ</a:t>
            </a:r>
            <a:endParaRPr lang="ru-RU" sz="1600" dirty="0">
              <a:latin typeface="Montserrat"/>
            </a:endParaRPr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0" y="-215419"/>
            <a:ext cx="65" cy="430839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6176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Rectangle 8"/>
          <p:cNvSpPr>
            <a:spLocks noChangeArrowheads="1"/>
          </p:cNvSpPr>
          <p:nvPr/>
        </p:nvSpPr>
        <p:spPr bwMode="auto">
          <a:xfrm>
            <a:off x="0" y="-215419"/>
            <a:ext cx="65" cy="430839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6176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579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1177</Words>
  <Application>Microsoft Office PowerPoint</Application>
  <PresentationFormat>Широкоэкранный</PresentationFormat>
  <Paragraphs>182</Paragraphs>
  <Slides>15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Microsoft Sans Serif</vt:lpstr>
      <vt:lpstr>Montserrat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RTK CRM — ЛЦТ 2026, кейс №6</dc:title>
  <dc:subject>Система контроля взаимодействия ИТ Школы Ростелекома с вузами</dc:subject>
  <dc:creator>Сабадаш Павел</dc:creator>
  <cp:keywords/>
  <dc:description/>
  <cp:lastModifiedBy>sabadaspasa@outlook.com</cp:lastModifiedBy>
  <cp:revision>28</cp:revision>
  <dcterms:created xsi:type="dcterms:W3CDTF">2026-09-24T18:56:55Z</dcterms:created>
  <dcterms:modified xsi:type="dcterms:W3CDTF">2026-09-27T19:34:35Z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2026-09-24T00:00:00Z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2026-09-24T00:00:00Z</vt:filetime>
  </property>
  <property fmtid="{D5CDD505-2E9C-101B-9397-08002B2CF9AE}" pid="6" name="Producer">
    <vt:lpwstr>www.ilovepdf.com</vt:lpwstr>
  </property>
</Properties>
</file>