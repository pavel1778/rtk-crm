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png" ContentType="image/png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F1F1F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1F1F1"/>
                </a:solidFill>
                <a:latin typeface="Microsoft Sans Serif"/>
                <a:cs typeface="Microsoft Sans Serif"/>
              </a:defRPr>
            </a:lvl1pPr>
          </a:lstStyle>
          <a:p>
            <a:pPr marL="184785">
              <a:lnSpc>
                <a:spcPts val="142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F1F1F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1F1F1"/>
                </a:solidFill>
                <a:latin typeface="Microsoft Sans Serif"/>
                <a:cs typeface="Microsoft Sans Serif"/>
              </a:defRPr>
            </a:lvl1pPr>
          </a:lstStyle>
          <a:p>
            <a:pPr marL="184785">
              <a:lnSpc>
                <a:spcPts val="142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47472" y="323088"/>
            <a:ext cx="3749040" cy="622300"/>
          </a:xfrm>
          <a:custGeom>
            <a:avLst/>
            <a:gdLst/>
            <a:ahLst/>
            <a:cxnLst/>
            <a:rect l="l" t="t" r="r" b="b"/>
            <a:pathLst>
              <a:path w="3749040" h="622300">
                <a:moveTo>
                  <a:pt x="3632707" y="0"/>
                </a:moveTo>
                <a:lnTo>
                  <a:pt x="116306" y="0"/>
                </a:lnTo>
                <a:lnTo>
                  <a:pt x="71033" y="9140"/>
                </a:lnTo>
                <a:lnTo>
                  <a:pt x="34064" y="34067"/>
                </a:lnTo>
                <a:lnTo>
                  <a:pt x="9139" y="71044"/>
                </a:lnTo>
                <a:lnTo>
                  <a:pt x="0" y="116331"/>
                </a:lnTo>
                <a:lnTo>
                  <a:pt x="0" y="505459"/>
                </a:lnTo>
                <a:lnTo>
                  <a:pt x="9139" y="550747"/>
                </a:lnTo>
                <a:lnTo>
                  <a:pt x="34064" y="587724"/>
                </a:lnTo>
                <a:lnTo>
                  <a:pt x="71033" y="612651"/>
                </a:lnTo>
                <a:lnTo>
                  <a:pt x="116306" y="621791"/>
                </a:lnTo>
                <a:lnTo>
                  <a:pt x="3632707" y="621791"/>
                </a:lnTo>
                <a:lnTo>
                  <a:pt x="3677995" y="612651"/>
                </a:lnTo>
                <a:lnTo>
                  <a:pt x="3714972" y="587724"/>
                </a:lnTo>
                <a:lnTo>
                  <a:pt x="3739899" y="550747"/>
                </a:lnTo>
                <a:lnTo>
                  <a:pt x="3749040" y="505459"/>
                </a:lnTo>
                <a:lnTo>
                  <a:pt x="3749040" y="116331"/>
                </a:lnTo>
                <a:lnTo>
                  <a:pt x="3739899" y="71044"/>
                </a:lnTo>
                <a:lnTo>
                  <a:pt x="3714972" y="34067"/>
                </a:lnTo>
                <a:lnTo>
                  <a:pt x="3677995" y="9140"/>
                </a:lnTo>
                <a:lnTo>
                  <a:pt x="3632707" y="0"/>
                </a:lnTo>
                <a:close/>
              </a:path>
            </a:pathLst>
          </a:custGeom>
          <a:solidFill>
            <a:srgbClr val="FF005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347472" y="1210055"/>
            <a:ext cx="11323320" cy="4989830"/>
          </a:xfrm>
          <a:custGeom>
            <a:avLst/>
            <a:gdLst/>
            <a:ahLst/>
            <a:cxnLst/>
            <a:rect l="l" t="t" r="r" b="b"/>
            <a:pathLst>
              <a:path w="11323320" h="4989830">
                <a:moveTo>
                  <a:pt x="5437632" y="170053"/>
                </a:moveTo>
                <a:lnTo>
                  <a:pt x="5431561" y="124828"/>
                </a:lnTo>
                <a:lnTo>
                  <a:pt x="5414416" y="84201"/>
                </a:lnTo>
                <a:lnTo>
                  <a:pt x="5387835" y="49784"/>
                </a:lnTo>
                <a:lnTo>
                  <a:pt x="5353431" y="23215"/>
                </a:lnTo>
                <a:lnTo>
                  <a:pt x="5312803" y="6070"/>
                </a:lnTo>
                <a:lnTo>
                  <a:pt x="5267579" y="0"/>
                </a:lnTo>
                <a:lnTo>
                  <a:pt x="170002" y="0"/>
                </a:lnTo>
                <a:lnTo>
                  <a:pt x="124802" y="6070"/>
                </a:lnTo>
                <a:lnTo>
                  <a:pt x="84188" y="23215"/>
                </a:lnTo>
                <a:lnTo>
                  <a:pt x="49784" y="49784"/>
                </a:lnTo>
                <a:lnTo>
                  <a:pt x="23202" y="84201"/>
                </a:lnTo>
                <a:lnTo>
                  <a:pt x="6070" y="124828"/>
                </a:lnTo>
                <a:lnTo>
                  <a:pt x="0" y="170053"/>
                </a:lnTo>
                <a:lnTo>
                  <a:pt x="0" y="4819574"/>
                </a:lnTo>
                <a:lnTo>
                  <a:pt x="6070" y="4864773"/>
                </a:lnTo>
                <a:lnTo>
                  <a:pt x="23202" y="4905387"/>
                </a:lnTo>
                <a:lnTo>
                  <a:pt x="49784" y="4939792"/>
                </a:lnTo>
                <a:lnTo>
                  <a:pt x="84188" y="4966373"/>
                </a:lnTo>
                <a:lnTo>
                  <a:pt x="124802" y="4983505"/>
                </a:lnTo>
                <a:lnTo>
                  <a:pt x="170002" y="4989576"/>
                </a:lnTo>
                <a:lnTo>
                  <a:pt x="5267579" y="4989576"/>
                </a:lnTo>
                <a:lnTo>
                  <a:pt x="5312803" y="4983505"/>
                </a:lnTo>
                <a:lnTo>
                  <a:pt x="5353431" y="4966373"/>
                </a:lnTo>
                <a:lnTo>
                  <a:pt x="5387835" y="4939792"/>
                </a:lnTo>
                <a:lnTo>
                  <a:pt x="5414416" y="4905387"/>
                </a:lnTo>
                <a:lnTo>
                  <a:pt x="5431561" y="4864773"/>
                </a:lnTo>
                <a:lnTo>
                  <a:pt x="5437632" y="4819574"/>
                </a:lnTo>
                <a:lnTo>
                  <a:pt x="5437632" y="170053"/>
                </a:lnTo>
                <a:close/>
              </a:path>
              <a:path w="11323320" h="4989830">
                <a:moveTo>
                  <a:pt x="11323320" y="192786"/>
                </a:moveTo>
                <a:lnTo>
                  <a:pt x="11318215" y="148602"/>
                </a:lnTo>
                <a:lnTo>
                  <a:pt x="11303711" y="108026"/>
                </a:lnTo>
                <a:lnTo>
                  <a:pt x="11280940" y="72237"/>
                </a:lnTo>
                <a:lnTo>
                  <a:pt x="11251082" y="42379"/>
                </a:lnTo>
                <a:lnTo>
                  <a:pt x="11215294" y="19608"/>
                </a:lnTo>
                <a:lnTo>
                  <a:pt x="11174717" y="5105"/>
                </a:lnTo>
                <a:lnTo>
                  <a:pt x="11130534" y="0"/>
                </a:lnTo>
                <a:lnTo>
                  <a:pt x="6075426" y="0"/>
                </a:lnTo>
                <a:lnTo>
                  <a:pt x="6031230" y="5105"/>
                </a:lnTo>
                <a:lnTo>
                  <a:pt x="5990653" y="19608"/>
                </a:lnTo>
                <a:lnTo>
                  <a:pt x="5954865" y="42379"/>
                </a:lnTo>
                <a:lnTo>
                  <a:pt x="5925007" y="72237"/>
                </a:lnTo>
                <a:lnTo>
                  <a:pt x="5902236" y="108026"/>
                </a:lnTo>
                <a:lnTo>
                  <a:pt x="5887732" y="148602"/>
                </a:lnTo>
                <a:lnTo>
                  <a:pt x="5882640" y="192786"/>
                </a:lnTo>
                <a:lnTo>
                  <a:pt x="5882640" y="4796726"/>
                </a:lnTo>
                <a:lnTo>
                  <a:pt x="5887732" y="4840948"/>
                </a:lnTo>
                <a:lnTo>
                  <a:pt x="5902236" y="4881550"/>
                </a:lnTo>
                <a:lnTo>
                  <a:pt x="5925007" y="4917351"/>
                </a:lnTo>
                <a:lnTo>
                  <a:pt x="5954865" y="4947221"/>
                </a:lnTo>
                <a:lnTo>
                  <a:pt x="5990653" y="4969980"/>
                </a:lnTo>
                <a:lnTo>
                  <a:pt x="6031230" y="4984483"/>
                </a:lnTo>
                <a:lnTo>
                  <a:pt x="6075426" y="4989576"/>
                </a:lnTo>
                <a:lnTo>
                  <a:pt x="11130534" y="4989576"/>
                </a:lnTo>
                <a:lnTo>
                  <a:pt x="11174717" y="4984483"/>
                </a:lnTo>
                <a:lnTo>
                  <a:pt x="11215294" y="4969980"/>
                </a:lnTo>
                <a:lnTo>
                  <a:pt x="11251082" y="4947221"/>
                </a:lnTo>
                <a:lnTo>
                  <a:pt x="11280940" y="4917351"/>
                </a:lnTo>
                <a:lnTo>
                  <a:pt x="11303711" y="4881550"/>
                </a:lnTo>
                <a:lnTo>
                  <a:pt x="11318215" y="4840948"/>
                </a:lnTo>
                <a:lnTo>
                  <a:pt x="11323320" y="4796726"/>
                </a:lnTo>
                <a:lnTo>
                  <a:pt x="11323320" y="19278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F1F1F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1F1F1"/>
                </a:solidFill>
                <a:latin typeface="Microsoft Sans Serif"/>
                <a:cs typeface="Microsoft Sans Serif"/>
              </a:defRPr>
            </a:lvl1pPr>
          </a:lstStyle>
          <a:p>
            <a:pPr marL="184785">
              <a:lnSpc>
                <a:spcPts val="142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F1F1F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1F1F1"/>
                </a:solidFill>
                <a:latin typeface="Microsoft Sans Serif"/>
                <a:cs typeface="Microsoft Sans Serif"/>
              </a:defRPr>
            </a:lvl1pPr>
          </a:lstStyle>
          <a:p>
            <a:pPr marL="184785">
              <a:lnSpc>
                <a:spcPts val="142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1F1F1"/>
                </a:solidFill>
                <a:latin typeface="Microsoft Sans Serif"/>
                <a:cs typeface="Microsoft Sans Serif"/>
              </a:defRPr>
            </a:lvl1pPr>
          </a:lstStyle>
          <a:p>
            <a:pPr marL="184785">
              <a:lnSpc>
                <a:spcPts val="142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2691" y="403098"/>
            <a:ext cx="6607860" cy="4626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F1F1F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36142" y="2000834"/>
            <a:ext cx="7013575" cy="3044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544807" y="6403755"/>
            <a:ext cx="396875" cy="2416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F1F1F1"/>
                </a:solidFill>
                <a:latin typeface="Microsoft Sans Serif"/>
                <a:cs typeface="Microsoft Sans Serif"/>
              </a:defRPr>
            </a:lvl1pPr>
          </a:lstStyle>
          <a:p>
            <a:pPr marL="184785">
              <a:lnSpc>
                <a:spcPts val="1425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hyperlink" Target="https://fonts-online.ru/fonts/montserrat" TargetMode="External"/><Relationship Id="rId4" Type="http://schemas.openxmlformats.org/officeDocument/2006/relationships/image" Target="../media/image6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Relationship Id="rId14" Type="http://schemas.openxmlformats.org/officeDocument/2006/relationships/image" Target="../media/image19.png"/><Relationship Id="rId15" Type="http://schemas.openxmlformats.org/officeDocument/2006/relationships/image" Target="../media/image20.png"/><Relationship Id="rId16" Type="http://schemas.openxmlformats.org/officeDocument/2006/relationships/image" Target="../media/image21.png"/><Relationship Id="rId17" Type="http://schemas.openxmlformats.org/officeDocument/2006/relationships/image" Target="../media/image22.png"/><Relationship Id="rId18" Type="http://schemas.openxmlformats.org/officeDocument/2006/relationships/image" Target="../media/image23.png"/><Relationship Id="rId19" Type="http://schemas.openxmlformats.org/officeDocument/2006/relationships/image" Target="../media/image24.png"/><Relationship Id="rId20" Type="http://schemas.openxmlformats.org/officeDocument/2006/relationships/image" Target="../media/image25.png"/><Relationship Id="rId21" Type="http://schemas.openxmlformats.org/officeDocument/2006/relationships/image" Target="../media/image26.png"/><Relationship Id="rId22" Type="http://schemas.openxmlformats.org/officeDocument/2006/relationships/image" Target="../media/image27.png"/><Relationship Id="rId23" Type="http://schemas.openxmlformats.org/officeDocument/2006/relationships/image" Target="../media/image28.png"/><Relationship Id="rId24" Type="http://schemas.openxmlformats.org/officeDocument/2006/relationships/image" Target="../media/image29.png"/><Relationship Id="rId25" Type="http://schemas.openxmlformats.org/officeDocument/2006/relationships/hyperlink" Target="https://disk.yandex.ru/d/PXfwjMA16G2aTw" TargetMode="Externa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jp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.jp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41.pn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hyperlink" Target="http://www.lider.com/" TargetMode="External"/><Relationship Id="rId6" Type="http://schemas.openxmlformats.org/officeDocument/2006/relationships/image" Target="../media/image44.png"/><Relationship Id="rId7" Type="http://schemas.openxmlformats.org/officeDocument/2006/relationships/image" Target="../media/image45.png"/><Relationship Id="rId8" Type="http://schemas.openxmlformats.org/officeDocument/2006/relationships/image" Target="../media/image46.pn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47.pn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jp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colorscheme.ru/" TargetMode="External"/><Relationship Id="rId3" Type="http://schemas.openxmlformats.org/officeDocument/2006/relationships/hyperlink" Target="https://www.neurascapes.com/" TargetMode="External"/><Relationship Id="rId4" Type="http://schemas.openxmlformats.org/officeDocument/2006/relationships/hyperlink" Target="https://flaticon.com.ru/" TargetMode="External"/><Relationship Id="rId5" Type="http://schemas.openxmlformats.org/officeDocument/2006/relationships/hyperlink" Target="https://nice-slides.ru/powerpoint/lessons/quickstart/&#1075;&#1086;&#1088;&#1103;&#1095;&#1080;&#1077;-&#1082;&#1083;&#1072;&#1074;&#1080;&#1096;&#1080;-powerpoint/" TargetMode="Externa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image" Target="../media/image58.png"/><Relationship Id="rId9" Type="http://schemas.openxmlformats.org/officeDocument/2006/relationships/image" Target="../media/image59.png"/><Relationship Id="rId10" Type="http://schemas.openxmlformats.org/officeDocument/2006/relationships/image" Target="../media/image60.png"/><Relationship Id="rId11" Type="http://schemas.openxmlformats.org/officeDocument/2006/relationships/image" Target="../media/image61.png"/><Relationship Id="rId12" Type="http://schemas.openxmlformats.org/officeDocument/2006/relationships/image" Target="../media/image62.png"/><Relationship Id="rId13" Type="http://schemas.openxmlformats.org/officeDocument/2006/relationships/image" Target="../media/image63.png"/><Relationship Id="rId14" Type="http://schemas.openxmlformats.org/officeDocument/2006/relationships/image" Target="../media/image64.png"/><Relationship Id="rId15" Type="http://schemas.openxmlformats.org/officeDocument/2006/relationships/image" Target="../media/image65.png"/><Relationship Id="rId16" Type="http://schemas.openxmlformats.org/officeDocument/2006/relationships/image" Target="../media/image66.png"/><Relationship Id="rId17" Type="http://schemas.openxmlformats.org/officeDocument/2006/relationships/image" Target="../media/image67.png"/><Relationship Id="rId18" Type="http://schemas.openxmlformats.org/officeDocument/2006/relationships/image" Target="../media/image68.png"/><Relationship Id="rId19" Type="http://schemas.openxmlformats.org/officeDocument/2006/relationships/image" Target="../media/image69.png"/><Relationship Id="rId20" Type="http://schemas.openxmlformats.org/officeDocument/2006/relationships/image" Target="../media/image70.png"/><Relationship Id="rId21" Type="http://schemas.openxmlformats.org/officeDocument/2006/relationships/image" Target="../media/image71.png"/><Relationship Id="rId22" Type="http://schemas.openxmlformats.org/officeDocument/2006/relationships/image" Target="../media/image72.png"/><Relationship Id="rId23" Type="http://schemas.openxmlformats.org/officeDocument/2006/relationships/image" Target="../media/image73.pn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4.png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Relationship Id="rId6" Type="http://schemas.openxmlformats.org/officeDocument/2006/relationships/image" Target="../media/image78.png"/><Relationship Id="rId7" Type="http://schemas.openxmlformats.org/officeDocument/2006/relationships/image" Target="../media/image79.png"/><Relationship Id="rId8" Type="http://schemas.openxmlformats.org/officeDocument/2006/relationships/image" Target="../media/image80.png"/><Relationship Id="rId9" Type="http://schemas.openxmlformats.org/officeDocument/2006/relationships/image" Target="../media/image81.png"/><Relationship Id="rId10" Type="http://schemas.openxmlformats.org/officeDocument/2006/relationships/image" Target="../media/image82.png"/><Relationship Id="rId11" Type="http://schemas.openxmlformats.org/officeDocument/2006/relationships/image" Target="../media/image83.png"/><Relationship Id="rId12" Type="http://schemas.openxmlformats.org/officeDocument/2006/relationships/image" Target="../media/image84.png"/><Relationship Id="rId13" Type="http://schemas.openxmlformats.org/officeDocument/2006/relationships/image" Target="../media/image85.png"/><Relationship Id="rId14" Type="http://schemas.openxmlformats.org/officeDocument/2006/relationships/image" Target="../media/image86.png"/><Relationship Id="rId15" Type="http://schemas.openxmlformats.org/officeDocument/2006/relationships/image" Target="../media/image87.png"/><Relationship Id="rId16" Type="http://schemas.openxmlformats.org/officeDocument/2006/relationships/image" Target="../media/image88.png"/><Relationship Id="rId17" Type="http://schemas.openxmlformats.org/officeDocument/2006/relationships/image" Target="../media/image89.png"/><Relationship Id="rId18" Type="http://schemas.openxmlformats.org/officeDocument/2006/relationships/image" Target="../media/image90.png"/><Relationship Id="rId19" Type="http://schemas.openxmlformats.org/officeDocument/2006/relationships/image" Target="../media/image91.png"/><Relationship Id="rId20" Type="http://schemas.openxmlformats.org/officeDocument/2006/relationships/image" Target="../media/image92.png"/><Relationship Id="rId21" Type="http://schemas.openxmlformats.org/officeDocument/2006/relationships/image" Target="../media/image93.png"/><Relationship Id="rId22" Type="http://schemas.openxmlformats.org/officeDocument/2006/relationships/image" Target="../media/image94.png"/><Relationship Id="rId23" Type="http://schemas.openxmlformats.org/officeDocument/2006/relationships/image" Target="../media/image95.png"/><Relationship Id="rId24" Type="http://schemas.openxmlformats.org/officeDocument/2006/relationships/image" Target="../media/image96.png"/><Relationship Id="rId25" Type="http://schemas.openxmlformats.org/officeDocument/2006/relationships/image" Target="../media/image97.png"/><Relationship Id="rId26" Type="http://schemas.openxmlformats.org/officeDocument/2006/relationships/image" Target="../media/image98.png"/><Relationship Id="rId27" Type="http://schemas.openxmlformats.org/officeDocument/2006/relationships/image" Target="../media/image99.png"/><Relationship Id="rId28" Type="http://schemas.openxmlformats.org/officeDocument/2006/relationships/image" Target="../media/image100.png"/><Relationship Id="rId29" Type="http://schemas.openxmlformats.org/officeDocument/2006/relationships/image" Target="../media/image101.png"/><Relationship Id="rId30" Type="http://schemas.openxmlformats.org/officeDocument/2006/relationships/image" Target="../media/image102.png"/><Relationship Id="rId31" Type="http://schemas.openxmlformats.org/officeDocument/2006/relationships/image" Target="../media/image103.png"/><Relationship Id="rId32" Type="http://schemas.openxmlformats.org/officeDocument/2006/relationships/image" Target="../media/image104.png"/><Relationship Id="rId33" Type="http://schemas.openxmlformats.org/officeDocument/2006/relationships/image" Target="../media/image105.png"/><Relationship Id="rId34" Type="http://schemas.openxmlformats.org/officeDocument/2006/relationships/image" Target="../media/image106.png"/><Relationship Id="rId35" Type="http://schemas.openxmlformats.org/officeDocument/2006/relationships/image" Target="../media/image107.png"/><Relationship Id="rId36" Type="http://schemas.openxmlformats.org/officeDocument/2006/relationships/image" Target="../media/image108.png"/><Relationship Id="rId37" Type="http://schemas.openxmlformats.org/officeDocument/2006/relationships/image" Target="../media/image109.png"/><Relationship Id="rId38" Type="http://schemas.openxmlformats.org/officeDocument/2006/relationships/image" Target="../media/image110.png"/><Relationship Id="rId39" Type="http://schemas.openxmlformats.org/officeDocument/2006/relationships/image" Target="../media/image111.png"/><Relationship Id="rId40" Type="http://schemas.openxmlformats.org/officeDocument/2006/relationships/image" Target="../media/image112.png"/><Relationship Id="rId41" Type="http://schemas.openxmlformats.org/officeDocument/2006/relationships/image" Target="../media/image113.png"/><Relationship Id="rId42" Type="http://schemas.openxmlformats.org/officeDocument/2006/relationships/image" Target="../media/image114.png"/><Relationship Id="rId43" Type="http://schemas.openxmlformats.org/officeDocument/2006/relationships/image" Target="../media/image115.png"/><Relationship Id="rId44" Type="http://schemas.openxmlformats.org/officeDocument/2006/relationships/image" Target="../media/image116.png"/><Relationship Id="rId45" Type="http://schemas.openxmlformats.org/officeDocument/2006/relationships/image" Target="../media/image117.png"/><Relationship Id="rId46" Type="http://schemas.openxmlformats.org/officeDocument/2006/relationships/image" Target="../media/image118.png"/><Relationship Id="rId47" Type="http://schemas.openxmlformats.org/officeDocument/2006/relationships/image" Target="../media/image119.png"/><Relationship Id="rId48" Type="http://schemas.openxmlformats.org/officeDocument/2006/relationships/image" Target="../media/image120.png"/><Relationship Id="rId49" Type="http://schemas.openxmlformats.org/officeDocument/2006/relationships/image" Target="../media/image121.png"/><Relationship Id="rId50" Type="http://schemas.openxmlformats.org/officeDocument/2006/relationships/image" Target="../media/image122.png"/><Relationship Id="rId51" Type="http://schemas.openxmlformats.org/officeDocument/2006/relationships/image" Target="../media/image123.png"/><Relationship Id="rId52" Type="http://schemas.openxmlformats.org/officeDocument/2006/relationships/image" Target="../media/image124.png"/><Relationship Id="rId53" Type="http://schemas.openxmlformats.org/officeDocument/2006/relationships/image" Target="../media/image125.png"/><Relationship Id="rId54" Type="http://schemas.openxmlformats.org/officeDocument/2006/relationships/image" Target="../media/image126.png"/><Relationship Id="rId55" Type="http://schemas.openxmlformats.org/officeDocument/2006/relationships/image" Target="../media/image127.png"/><Relationship Id="rId56" Type="http://schemas.openxmlformats.org/officeDocument/2006/relationships/image" Target="../media/image128.png"/><Relationship Id="rId57" Type="http://schemas.openxmlformats.org/officeDocument/2006/relationships/image" Target="../media/image129.png"/><Relationship Id="rId58" Type="http://schemas.openxmlformats.org/officeDocument/2006/relationships/image" Target="../media/image130.png"/><Relationship Id="rId59" Type="http://schemas.openxmlformats.org/officeDocument/2006/relationships/image" Target="../media/image131.png"/><Relationship Id="rId60" Type="http://schemas.openxmlformats.org/officeDocument/2006/relationships/image" Target="../media/image132.png"/><Relationship Id="rId61" Type="http://schemas.openxmlformats.org/officeDocument/2006/relationships/image" Target="../media/image133.png"/><Relationship Id="rId62" Type="http://schemas.openxmlformats.org/officeDocument/2006/relationships/image" Target="../media/image134.png"/><Relationship Id="rId63" Type="http://schemas.openxmlformats.org/officeDocument/2006/relationships/image" Target="../media/image135.png"/><Relationship Id="rId64" Type="http://schemas.openxmlformats.org/officeDocument/2006/relationships/image" Target="../media/image136.png"/><Relationship Id="rId65" Type="http://schemas.openxmlformats.org/officeDocument/2006/relationships/image" Target="../media/image137.png"/><Relationship Id="rId66" Type="http://schemas.openxmlformats.org/officeDocument/2006/relationships/image" Target="../media/image138.png"/><Relationship Id="rId67" Type="http://schemas.openxmlformats.org/officeDocument/2006/relationships/image" Target="../media/image139.png"/><Relationship Id="rId68" Type="http://schemas.openxmlformats.org/officeDocument/2006/relationships/image" Target="../media/image140.png"/><Relationship Id="rId69" Type="http://schemas.openxmlformats.org/officeDocument/2006/relationships/image" Target="../media/image141.png"/><Relationship Id="rId70" Type="http://schemas.openxmlformats.org/officeDocument/2006/relationships/image" Target="../media/image142.png"/><Relationship Id="rId71" Type="http://schemas.openxmlformats.org/officeDocument/2006/relationships/image" Target="../media/image143.png"/><Relationship Id="rId72" Type="http://schemas.openxmlformats.org/officeDocument/2006/relationships/image" Target="../media/image144.png"/><Relationship Id="rId73" Type="http://schemas.openxmlformats.org/officeDocument/2006/relationships/image" Target="../media/image145.png"/><Relationship Id="rId74" Type="http://schemas.openxmlformats.org/officeDocument/2006/relationships/image" Target="../media/image146.png"/><Relationship Id="rId75" Type="http://schemas.openxmlformats.org/officeDocument/2006/relationships/image" Target="../media/image147.png"/><Relationship Id="rId76" Type="http://schemas.openxmlformats.org/officeDocument/2006/relationships/image" Target="../media/image148.png"/><Relationship Id="rId77" Type="http://schemas.openxmlformats.org/officeDocument/2006/relationships/image" Target="../media/image149.png"/><Relationship Id="rId78" Type="http://schemas.openxmlformats.org/officeDocument/2006/relationships/image" Target="../media/image150.png"/><Relationship Id="rId79" Type="http://schemas.openxmlformats.org/officeDocument/2006/relationships/image" Target="../media/image151.png"/><Relationship Id="rId80" Type="http://schemas.openxmlformats.org/officeDocument/2006/relationships/image" Target="../media/image152.png"/><Relationship Id="rId81" Type="http://schemas.openxmlformats.org/officeDocument/2006/relationships/image" Target="../media/image153.png"/><Relationship Id="rId82" Type="http://schemas.openxmlformats.org/officeDocument/2006/relationships/image" Target="../media/image154.png"/><Relationship Id="rId83" Type="http://schemas.openxmlformats.org/officeDocument/2006/relationships/image" Target="../media/image155.png"/><Relationship Id="rId84" Type="http://schemas.openxmlformats.org/officeDocument/2006/relationships/image" Target="../media/image156.png"/><Relationship Id="rId85" Type="http://schemas.openxmlformats.org/officeDocument/2006/relationships/image" Target="../media/image157.png"/><Relationship Id="rId86" Type="http://schemas.openxmlformats.org/officeDocument/2006/relationships/image" Target="../media/image158.png"/><Relationship Id="rId87" Type="http://schemas.openxmlformats.org/officeDocument/2006/relationships/image" Target="../media/image159.png"/><Relationship Id="rId88" Type="http://schemas.openxmlformats.org/officeDocument/2006/relationships/image" Target="../media/image160.png"/><Relationship Id="rId89" Type="http://schemas.openxmlformats.org/officeDocument/2006/relationships/image" Target="../media/image161.png"/><Relationship Id="rId90" Type="http://schemas.openxmlformats.org/officeDocument/2006/relationships/image" Target="../media/image162.png"/><Relationship Id="rId91" Type="http://schemas.openxmlformats.org/officeDocument/2006/relationships/image" Target="../media/image163.png"/><Relationship Id="rId92" Type="http://schemas.openxmlformats.org/officeDocument/2006/relationships/image" Target="../media/image164.png"/><Relationship Id="rId93" Type="http://schemas.openxmlformats.org/officeDocument/2006/relationships/image" Target="../media/image165.png"/><Relationship Id="rId94" Type="http://schemas.openxmlformats.org/officeDocument/2006/relationships/image" Target="../media/image166.png"/><Relationship Id="rId95" Type="http://schemas.openxmlformats.org/officeDocument/2006/relationships/image" Target="../media/image167.png"/><Relationship Id="rId96" Type="http://schemas.openxmlformats.org/officeDocument/2006/relationships/image" Target="../media/image168.png"/><Relationship Id="rId97" Type="http://schemas.openxmlformats.org/officeDocument/2006/relationships/image" Target="../media/image169.png"/><Relationship Id="rId98" Type="http://schemas.openxmlformats.org/officeDocument/2006/relationships/image" Target="../media/image170.png"/><Relationship Id="rId99" Type="http://schemas.openxmlformats.org/officeDocument/2006/relationships/image" Target="../media/image171.png"/><Relationship Id="rId100" Type="http://schemas.openxmlformats.org/officeDocument/2006/relationships/image" Target="../media/image172.png"/><Relationship Id="rId101" Type="http://schemas.openxmlformats.org/officeDocument/2006/relationships/image" Target="../media/image173.png"/><Relationship Id="rId102" Type="http://schemas.openxmlformats.org/officeDocument/2006/relationships/image" Target="../media/image174.png"/><Relationship Id="rId103" Type="http://schemas.openxmlformats.org/officeDocument/2006/relationships/image" Target="../media/image175.png"/><Relationship Id="rId104" Type="http://schemas.openxmlformats.org/officeDocument/2006/relationships/image" Target="../media/image176.png"/><Relationship Id="rId105" Type="http://schemas.openxmlformats.org/officeDocument/2006/relationships/image" Target="../media/image177.png"/><Relationship Id="rId106" Type="http://schemas.openxmlformats.org/officeDocument/2006/relationships/image" Target="../media/image178.png"/><Relationship Id="rId107" Type="http://schemas.openxmlformats.org/officeDocument/2006/relationships/image" Target="../media/image179.png"/><Relationship Id="rId108" Type="http://schemas.openxmlformats.org/officeDocument/2006/relationships/image" Target="../media/image180.png"/><Relationship Id="rId109" Type="http://schemas.openxmlformats.org/officeDocument/2006/relationships/image" Target="../media/image181.png"/><Relationship Id="rId110" Type="http://schemas.openxmlformats.org/officeDocument/2006/relationships/image" Target="../media/image182.png"/><Relationship Id="rId111" Type="http://schemas.openxmlformats.org/officeDocument/2006/relationships/image" Target="../media/image183.png"/><Relationship Id="rId112" Type="http://schemas.openxmlformats.org/officeDocument/2006/relationships/image" Target="../media/image184.png"/><Relationship Id="rId113" Type="http://schemas.openxmlformats.org/officeDocument/2006/relationships/image" Target="../media/image185.png"/><Relationship Id="rId114" Type="http://schemas.openxmlformats.org/officeDocument/2006/relationships/image" Target="../media/image186.png"/><Relationship Id="rId115" Type="http://schemas.openxmlformats.org/officeDocument/2006/relationships/image" Target="../media/image187.png"/><Relationship Id="rId116" Type="http://schemas.openxmlformats.org/officeDocument/2006/relationships/image" Target="../media/image188.png"/><Relationship Id="rId117" Type="http://schemas.openxmlformats.org/officeDocument/2006/relationships/image" Target="../media/image189.png"/><Relationship Id="rId118" Type="http://schemas.openxmlformats.org/officeDocument/2006/relationships/image" Target="../media/image190.png"/><Relationship Id="rId119" Type="http://schemas.openxmlformats.org/officeDocument/2006/relationships/image" Target="../media/image191.png"/><Relationship Id="rId120" Type="http://schemas.openxmlformats.org/officeDocument/2006/relationships/image" Target="../media/image192.png"/><Relationship Id="rId121" Type="http://schemas.openxmlformats.org/officeDocument/2006/relationships/image" Target="../media/image193.png"/><Relationship Id="rId122" Type="http://schemas.openxmlformats.org/officeDocument/2006/relationships/image" Target="../media/image194.png"/><Relationship Id="rId123" Type="http://schemas.openxmlformats.org/officeDocument/2006/relationships/image" Target="../media/image195.png"/><Relationship Id="rId124" Type="http://schemas.openxmlformats.org/officeDocument/2006/relationships/image" Target="../media/image196.png"/><Relationship Id="rId125" Type="http://schemas.openxmlformats.org/officeDocument/2006/relationships/image" Target="../media/image197.png"/><Relationship Id="rId126" Type="http://schemas.openxmlformats.org/officeDocument/2006/relationships/image" Target="../media/image198.png"/><Relationship Id="rId127" Type="http://schemas.openxmlformats.org/officeDocument/2006/relationships/image" Target="../media/image199.png"/><Relationship Id="rId128" Type="http://schemas.openxmlformats.org/officeDocument/2006/relationships/image" Target="../media/image200.png"/><Relationship Id="rId129" Type="http://schemas.openxmlformats.org/officeDocument/2006/relationships/image" Target="../media/image201.png"/><Relationship Id="rId130" Type="http://schemas.openxmlformats.org/officeDocument/2006/relationships/image" Target="../media/image202.png"/><Relationship Id="rId131" Type="http://schemas.openxmlformats.org/officeDocument/2006/relationships/image" Target="../media/image203.png"/><Relationship Id="rId132" Type="http://schemas.openxmlformats.org/officeDocument/2006/relationships/image" Target="../media/image204.png"/><Relationship Id="rId133" Type="http://schemas.openxmlformats.org/officeDocument/2006/relationships/image" Target="../media/image205.png"/><Relationship Id="rId134" Type="http://schemas.openxmlformats.org/officeDocument/2006/relationships/image" Target="../media/image206.png"/><Relationship Id="rId135" Type="http://schemas.openxmlformats.org/officeDocument/2006/relationships/image" Target="../media/image207.png"/><Relationship Id="rId136" Type="http://schemas.openxmlformats.org/officeDocument/2006/relationships/image" Target="../media/image208.png"/><Relationship Id="rId137" Type="http://schemas.openxmlformats.org/officeDocument/2006/relationships/image" Target="../media/image209.png"/><Relationship Id="rId138" Type="http://schemas.openxmlformats.org/officeDocument/2006/relationships/image" Target="../media/image210.png"/><Relationship Id="rId139" Type="http://schemas.openxmlformats.org/officeDocument/2006/relationships/image" Target="../media/image211.png"/><Relationship Id="rId140" Type="http://schemas.openxmlformats.org/officeDocument/2006/relationships/image" Target="../media/image212.png"/><Relationship Id="rId141" Type="http://schemas.openxmlformats.org/officeDocument/2006/relationships/image" Target="../media/image213.png"/><Relationship Id="rId142" Type="http://schemas.openxmlformats.org/officeDocument/2006/relationships/image" Target="../media/image214.png"/><Relationship Id="rId143" Type="http://schemas.openxmlformats.org/officeDocument/2006/relationships/image" Target="../media/image215.png"/><Relationship Id="rId144" Type="http://schemas.openxmlformats.org/officeDocument/2006/relationships/image" Target="../media/image216.png"/><Relationship Id="rId145" Type="http://schemas.openxmlformats.org/officeDocument/2006/relationships/image" Target="../media/image217.png"/><Relationship Id="rId146" Type="http://schemas.openxmlformats.org/officeDocument/2006/relationships/image" Target="../media/image218.png"/><Relationship Id="rId147" Type="http://schemas.openxmlformats.org/officeDocument/2006/relationships/image" Target="../media/image219.png"/><Relationship Id="rId148" Type="http://schemas.openxmlformats.org/officeDocument/2006/relationships/image" Target="../media/image220.png"/><Relationship Id="rId149" Type="http://schemas.openxmlformats.org/officeDocument/2006/relationships/image" Target="../media/image221.png"/><Relationship Id="rId150" Type="http://schemas.openxmlformats.org/officeDocument/2006/relationships/image" Target="../media/image222.png"/><Relationship Id="rId151" Type="http://schemas.openxmlformats.org/officeDocument/2006/relationships/image" Target="../media/image223.png"/><Relationship Id="rId152" Type="http://schemas.openxmlformats.org/officeDocument/2006/relationships/image" Target="../media/image224.png"/><Relationship Id="rId153" Type="http://schemas.openxmlformats.org/officeDocument/2006/relationships/image" Target="../media/image225.png"/><Relationship Id="rId154" Type="http://schemas.openxmlformats.org/officeDocument/2006/relationships/image" Target="../media/image226.png"/><Relationship Id="rId155" Type="http://schemas.openxmlformats.org/officeDocument/2006/relationships/image" Target="../media/image227.png"/><Relationship Id="rId156" Type="http://schemas.openxmlformats.org/officeDocument/2006/relationships/image" Target="../media/image228.png"/><Relationship Id="rId157" Type="http://schemas.openxmlformats.org/officeDocument/2006/relationships/image" Target="../media/image229.png"/><Relationship Id="rId158" Type="http://schemas.openxmlformats.org/officeDocument/2006/relationships/image" Target="../media/image230.png"/><Relationship Id="rId159" Type="http://schemas.openxmlformats.org/officeDocument/2006/relationships/image" Target="../media/image231.png"/><Relationship Id="rId160" Type="http://schemas.openxmlformats.org/officeDocument/2006/relationships/image" Target="../media/image232.png"/><Relationship Id="rId161" Type="http://schemas.openxmlformats.org/officeDocument/2006/relationships/image" Target="../media/image233.png"/><Relationship Id="rId162" Type="http://schemas.openxmlformats.org/officeDocument/2006/relationships/image" Target="../media/image234.png"/><Relationship Id="rId163" Type="http://schemas.openxmlformats.org/officeDocument/2006/relationships/image" Target="../media/image235.png"/><Relationship Id="rId164" Type="http://schemas.openxmlformats.org/officeDocument/2006/relationships/image" Target="../media/image236.png"/><Relationship Id="rId165" Type="http://schemas.openxmlformats.org/officeDocument/2006/relationships/image" Target="../media/image237.png"/><Relationship Id="rId166" Type="http://schemas.openxmlformats.org/officeDocument/2006/relationships/image" Target="../media/image238.png"/><Relationship Id="rId167" Type="http://schemas.openxmlformats.org/officeDocument/2006/relationships/image" Target="../media/image239.png"/><Relationship Id="rId168" Type="http://schemas.openxmlformats.org/officeDocument/2006/relationships/image" Target="../media/image240.png"/><Relationship Id="rId169" Type="http://schemas.openxmlformats.org/officeDocument/2006/relationships/image" Target="../media/image241.png"/><Relationship Id="rId170" Type="http://schemas.openxmlformats.org/officeDocument/2006/relationships/image" Target="../media/image242.png"/><Relationship Id="rId171" Type="http://schemas.openxmlformats.org/officeDocument/2006/relationships/image" Target="../media/image243.png"/><Relationship Id="rId172" Type="http://schemas.openxmlformats.org/officeDocument/2006/relationships/image" Target="../media/image244.png"/><Relationship Id="rId173" Type="http://schemas.openxmlformats.org/officeDocument/2006/relationships/image" Target="../media/image245.png"/><Relationship Id="rId174" Type="http://schemas.openxmlformats.org/officeDocument/2006/relationships/image" Target="../media/image246.png"/><Relationship Id="rId175" Type="http://schemas.openxmlformats.org/officeDocument/2006/relationships/image" Target="../media/image247.png"/><Relationship Id="rId176" Type="http://schemas.openxmlformats.org/officeDocument/2006/relationships/image" Target="../media/image248.png"/><Relationship Id="rId177" Type="http://schemas.openxmlformats.org/officeDocument/2006/relationships/image" Target="../media/image249.png"/><Relationship Id="rId178" Type="http://schemas.openxmlformats.org/officeDocument/2006/relationships/image" Target="../media/image250.png"/><Relationship Id="rId179" Type="http://schemas.openxmlformats.org/officeDocument/2006/relationships/image" Target="../media/image251.png"/><Relationship Id="rId180" Type="http://schemas.openxmlformats.org/officeDocument/2006/relationships/image" Target="../media/image252.png"/><Relationship Id="rId181" Type="http://schemas.openxmlformats.org/officeDocument/2006/relationships/image" Target="../media/image253.png"/><Relationship Id="rId182" Type="http://schemas.openxmlformats.org/officeDocument/2006/relationships/image" Target="../media/image254.png"/><Relationship Id="rId183" Type="http://schemas.openxmlformats.org/officeDocument/2006/relationships/image" Target="../media/image255.png"/><Relationship Id="rId184" Type="http://schemas.openxmlformats.org/officeDocument/2006/relationships/image" Target="../media/image256.png"/><Relationship Id="rId185" Type="http://schemas.openxmlformats.org/officeDocument/2006/relationships/image" Target="../media/image257.png"/><Relationship Id="rId186" Type="http://schemas.openxmlformats.org/officeDocument/2006/relationships/image" Target="../media/image258.png"/><Relationship Id="rId187" Type="http://schemas.openxmlformats.org/officeDocument/2006/relationships/image" Target="../media/image259.png"/><Relationship Id="rId188" Type="http://schemas.openxmlformats.org/officeDocument/2006/relationships/image" Target="../media/image260.png"/><Relationship Id="rId189" Type="http://schemas.openxmlformats.org/officeDocument/2006/relationships/image" Target="../media/image261.png"/><Relationship Id="rId190" Type="http://schemas.openxmlformats.org/officeDocument/2006/relationships/image" Target="../media/image262.png"/><Relationship Id="rId191" Type="http://schemas.openxmlformats.org/officeDocument/2006/relationships/image" Target="../media/image263.png"/><Relationship Id="rId192" Type="http://schemas.openxmlformats.org/officeDocument/2006/relationships/image" Target="../media/image264.pn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5.png"/><Relationship Id="rId3" Type="http://schemas.openxmlformats.org/officeDocument/2006/relationships/image" Target="../media/image266.png"/><Relationship Id="rId4" Type="http://schemas.openxmlformats.org/officeDocument/2006/relationships/image" Target="../media/image267.png"/><Relationship Id="rId5" Type="http://schemas.openxmlformats.org/officeDocument/2006/relationships/image" Target="../media/image268.png"/><Relationship Id="rId6" Type="http://schemas.openxmlformats.org/officeDocument/2006/relationships/image" Target="../media/image269.png"/><Relationship Id="rId7" Type="http://schemas.openxmlformats.org/officeDocument/2006/relationships/image" Target="../media/image270.png"/><Relationship Id="rId8" Type="http://schemas.openxmlformats.org/officeDocument/2006/relationships/image" Target="../media/image271.png"/><Relationship Id="rId9" Type="http://schemas.openxmlformats.org/officeDocument/2006/relationships/image" Target="../media/image272.png"/><Relationship Id="rId10" Type="http://schemas.openxmlformats.org/officeDocument/2006/relationships/image" Target="../media/image273.png"/><Relationship Id="rId11" Type="http://schemas.openxmlformats.org/officeDocument/2006/relationships/image" Target="../media/image274.png"/><Relationship Id="rId12" Type="http://schemas.openxmlformats.org/officeDocument/2006/relationships/image" Target="../media/image275.png"/><Relationship Id="rId13" Type="http://schemas.openxmlformats.org/officeDocument/2006/relationships/image" Target="../media/image276.png"/><Relationship Id="rId14" Type="http://schemas.openxmlformats.org/officeDocument/2006/relationships/image" Target="../media/image277.png"/><Relationship Id="rId15" Type="http://schemas.openxmlformats.org/officeDocument/2006/relationships/image" Target="../media/image278.png"/><Relationship Id="rId16" Type="http://schemas.openxmlformats.org/officeDocument/2006/relationships/image" Target="../media/image279.png"/><Relationship Id="rId17" Type="http://schemas.openxmlformats.org/officeDocument/2006/relationships/image" Target="../media/image280.png"/><Relationship Id="rId18" Type="http://schemas.openxmlformats.org/officeDocument/2006/relationships/image" Target="../media/image281.png"/><Relationship Id="rId19" Type="http://schemas.openxmlformats.org/officeDocument/2006/relationships/image" Target="../media/image282.png"/><Relationship Id="rId20" Type="http://schemas.openxmlformats.org/officeDocument/2006/relationships/image" Target="../media/image283.png"/><Relationship Id="rId21" Type="http://schemas.openxmlformats.org/officeDocument/2006/relationships/image" Target="../media/image284.png"/><Relationship Id="rId22" Type="http://schemas.openxmlformats.org/officeDocument/2006/relationships/image" Target="../media/image285.png"/><Relationship Id="rId23" Type="http://schemas.openxmlformats.org/officeDocument/2006/relationships/image" Target="../media/image286.png"/><Relationship Id="rId24" Type="http://schemas.openxmlformats.org/officeDocument/2006/relationships/image" Target="../media/image287.png"/><Relationship Id="rId25" Type="http://schemas.openxmlformats.org/officeDocument/2006/relationships/image" Target="../media/image288.png"/><Relationship Id="rId26" Type="http://schemas.openxmlformats.org/officeDocument/2006/relationships/image" Target="../media/image289.png"/><Relationship Id="rId27" Type="http://schemas.openxmlformats.org/officeDocument/2006/relationships/image" Target="../media/image290.png"/><Relationship Id="rId28" Type="http://schemas.openxmlformats.org/officeDocument/2006/relationships/image" Target="../media/image291.png"/><Relationship Id="rId29" Type="http://schemas.openxmlformats.org/officeDocument/2006/relationships/image" Target="../media/image292.png"/><Relationship Id="rId30" Type="http://schemas.openxmlformats.org/officeDocument/2006/relationships/image" Target="../media/image293.png"/><Relationship Id="rId31" Type="http://schemas.openxmlformats.org/officeDocument/2006/relationships/image" Target="../media/image294.png"/><Relationship Id="rId32" Type="http://schemas.openxmlformats.org/officeDocument/2006/relationships/image" Target="../media/image295.png"/><Relationship Id="rId33" Type="http://schemas.openxmlformats.org/officeDocument/2006/relationships/image" Target="../media/image296.png"/><Relationship Id="rId34" Type="http://schemas.openxmlformats.org/officeDocument/2006/relationships/image" Target="../media/image297.png"/><Relationship Id="rId35" Type="http://schemas.openxmlformats.org/officeDocument/2006/relationships/image" Target="../media/image298.png"/><Relationship Id="rId36" Type="http://schemas.openxmlformats.org/officeDocument/2006/relationships/image" Target="../media/image299.png"/><Relationship Id="rId37" Type="http://schemas.openxmlformats.org/officeDocument/2006/relationships/image" Target="../media/image300.png"/><Relationship Id="rId38" Type="http://schemas.openxmlformats.org/officeDocument/2006/relationships/image" Target="../media/image301.png"/><Relationship Id="rId39" Type="http://schemas.openxmlformats.org/officeDocument/2006/relationships/image" Target="../media/image302.png"/><Relationship Id="rId40" Type="http://schemas.openxmlformats.org/officeDocument/2006/relationships/image" Target="../media/image303.png"/><Relationship Id="rId41" Type="http://schemas.openxmlformats.org/officeDocument/2006/relationships/image" Target="../media/image304.png"/><Relationship Id="rId42" Type="http://schemas.openxmlformats.org/officeDocument/2006/relationships/image" Target="../media/image305.png"/><Relationship Id="rId43" Type="http://schemas.openxmlformats.org/officeDocument/2006/relationships/image" Target="../media/image306.png"/><Relationship Id="rId44" Type="http://schemas.openxmlformats.org/officeDocument/2006/relationships/image" Target="../media/image307.png"/><Relationship Id="rId45" Type="http://schemas.openxmlformats.org/officeDocument/2006/relationships/image" Target="../media/image308.png"/><Relationship Id="rId46" Type="http://schemas.openxmlformats.org/officeDocument/2006/relationships/image" Target="../media/image309.png"/><Relationship Id="rId47" Type="http://schemas.openxmlformats.org/officeDocument/2006/relationships/image" Target="../media/image310.png"/><Relationship Id="rId48" Type="http://schemas.openxmlformats.org/officeDocument/2006/relationships/image" Target="../media/image311.png"/><Relationship Id="rId49" Type="http://schemas.openxmlformats.org/officeDocument/2006/relationships/image" Target="../media/image312.png"/><Relationship Id="rId50" Type="http://schemas.openxmlformats.org/officeDocument/2006/relationships/image" Target="../media/image313.png"/><Relationship Id="rId51" Type="http://schemas.openxmlformats.org/officeDocument/2006/relationships/image" Target="../media/image314.png"/><Relationship Id="rId52" Type="http://schemas.openxmlformats.org/officeDocument/2006/relationships/image" Target="../media/image315.png"/><Relationship Id="rId53" Type="http://schemas.openxmlformats.org/officeDocument/2006/relationships/image" Target="../media/image316.png"/><Relationship Id="rId54" Type="http://schemas.openxmlformats.org/officeDocument/2006/relationships/image" Target="../media/image317.png"/><Relationship Id="rId55" Type="http://schemas.openxmlformats.org/officeDocument/2006/relationships/image" Target="../media/image318.png"/><Relationship Id="rId56" Type="http://schemas.openxmlformats.org/officeDocument/2006/relationships/image" Target="../media/image319.png"/><Relationship Id="rId57" Type="http://schemas.openxmlformats.org/officeDocument/2006/relationships/image" Target="../media/image320.png"/><Relationship Id="rId58" Type="http://schemas.openxmlformats.org/officeDocument/2006/relationships/image" Target="../media/image321.png"/><Relationship Id="rId59" Type="http://schemas.openxmlformats.org/officeDocument/2006/relationships/image" Target="../media/image322.png"/><Relationship Id="rId60" Type="http://schemas.openxmlformats.org/officeDocument/2006/relationships/image" Target="../media/image323.png"/><Relationship Id="rId61" Type="http://schemas.openxmlformats.org/officeDocument/2006/relationships/image" Target="../media/image324.png"/><Relationship Id="rId62" Type="http://schemas.openxmlformats.org/officeDocument/2006/relationships/image" Target="../media/image325.png"/><Relationship Id="rId63" Type="http://schemas.openxmlformats.org/officeDocument/2006/relationships/image" Target="../media/image326.png"/><Relationship Id="rId64" Type="http://schemas.openxmlformats.org/officeDocument/2006/relationships/image" Target="../media/image327.png"/><Relationship Id="rId65" Type="http://schemas.openxmlformats.org/officeDocument/2006/relationships/image" Target="../media/image328.png"/><Relationship Id="rId66" Type="http://schemas.openxmlformats.org/officeDocument/2006/relationships/image" Target="../media/image329.png"/><Relationship Id="rId67" Type="http://schemas.openxmlformats.org/officeDocument/2006/relationships/image" Target="../media/image330.png"/><Relationship Id="rId68" Type="http://schemas.openxmlformats.org/officeDocument/2006/relationships/image" Target="../media/image331.png"/><Relationship Id="rId69" Type="http://schemas.openxmlformats.org/officeDocument/2006/relationships/image" Target="../media/image332.png"/><Relationship Id="rId70" Type="http://schemas.openxmlformats.org/officeDocument/2006/relationships/image" Target="../media/image333.png"/><Relationship Id="rId71" Type="http://schemas.openxmlformats.org/officeDocument/2006/relationships/image" Target="../media/image334.png"/><Relationship Id="rId72" Type="http://schemas.openxmlformats.org/officeDocument/2006/relationships/image" Target="../media/image335.png"/><Relationship Id="rId73" Type="http://schemas.openxmlformats.org/officeDocument/2006/relationships/image" Target="../media/image336.png"/><Relationship Id="rId74" Type="http://schemas.openxmlformats.org/officeDocument/2006/relationships/image" Target="../media/image337.png"/><Relationship Id="rId75" Type="http://schemas.openxmlformats.org/officeDocument/2006/relationships/image" Target="../media/image338.png"/><Relationship Id="rId76" Type="http://schemas.openxmlformats.org/officeDocument/2006/relationships/image" Target="../media/image339.png"/><Relationship Id="rId77" Type="http://schemas.openxmlformats.org/officeDocument/2006/relationships/image" Target="../media/image340.png"/><Relationship Id="rId78" Type="http://schemas.openxmlformats.org/officeDocument/2006/relationships/image" Target="../media/image341.png"/><Relationship Id="rId79" Type="http://schemas.openxmlformats.org/officeDocument/2006/relationships/image" Target="../media/image342.png"/><Relationship Id="rId80" Type="http://schemas.openxmlformats.org/officeDocument/2006/relationships/image" Target="../media/image343.png"/><Relationship Id="rId81" Type="http://schemas.openxmlformats.org/officeDocument/2006/relationships/image" Target="../media/image344.png"/><Relationship Id="rId82" Type="http://schemas.openxmlformats.org/officeDocument/2006/relationships/image" Target="../media/image345.png"/><Relationship Id="rId83" Type="http://schemas.openxmlformats.org/officeDocument/2006/relationships/image" Target="../media/image346.png"/><Relationship Id="rId84" Type="http://schemas.openxmlformats.org/officeDocument/2006/relationships/image" Target="../media/image347.png"/><Relationship Id="rId85" Type="http://schemas.openxmlformats.org/officeDocument/2006/relationships/image" Target="../media/image348.png"/><Relationship Id="rId86" Type="http://schemas.openxmlformats.org/officeDocument/2006/relationships/image" Target="../media/image349.png"/><Relationship Id="rId87" Type="http://schemas.openxmlformats.org/officeDocument/2006/relationships/image" Target="../media/image350.png"/><Relationship Id="rId88" Type="http://schemas.openxmlformats.org/officeDocument/2006/relationships/image" Target="../media/image351.png"/><Relationship Id="rId89" Type="http://schemas.openxmlformats.org/officeDocument/2006/relationships/image" Target="../media/image352.png"/><Relationship Id="rId90" Type="http://schemas.openxmlformats.org/officeDocument/2006/relationships/image" Target="../media/image353.png"/><Relationship Id="rId91" Type="http://schemas.openxmlformats.org/officeDocument/2006/relationships/image" Target="../media/image354.png"/><Relationship Id="rId92" Type="http://schemas.openxmlformats.org/officeDocument/2006/relationships/image" Target="../media/image355.png"/><Relationship Id="rId93" Type="http://schemas.openxmlformats.org/officeDocument/2006/relationships/image" Target="../media/image356.png"/><Relationship Id="rId94" Type="http://schemas.openxmlformats.org/officeDocument/2006/relationships/image" Target="../media/image357.png"/><Relationship Id="rId95" Type="http://schemas.openxmlformats.org/officeDocument/2006/relationships/image" Target="../media/image358.png"/><Relationship Id="rId96" Type="http://schemas.openxmlformats.org/officeDocument/2006/relationships/image" Target="../media/image359.png"/><Relationship Id="rId97" Type="http://schemas.openxmlformats.org/officeDocument/2006/relationships/image" Target="../media/image360.png"/><Relationship Id="rId98" Type="http://schemas.openxmlformats.org/officeDocument/2006/relationships/image" Target="../media/image361.png"/><Relationship Id="rId99" Type="http://schemas.openxmlformats.org/officeDocument/2006/relationships/image" Target="../media/image362.png"/><Relationship Id="rId100" Type="http://schemas.openxmlformats.org/officeDocument/2006/relationships/image" Target="../media/image363.png"/><Relationship Id="rId101" Type="http://schemas.openxmlformats.org/officeDocument/2006/relationships/image" Target="../media/image364.png"/><Relationship Id="rId102" Type="http://schemas.openxmlformats.org/officeDocument/2006/relationships/image" Target="../media/image365.png"/><Relationship Id="rId103" Type="http://schemas.openxmlformats.org/officeDocument/2006/relationships/image" Target="../media/image366.png"/><Relationship Id="rId104" Type="http://schemas.openxmlformats.org/officeDocument/2006/relationships/image" Target="../media/image367.png"/><Relationship Id="rId105" Type="http://schemas.openxmlformats.org/officeDocument/2006/relationships/image" Target="../media/image368.png"/><Relationship Id="rId106" Type="http://schemas.openxmlformats.org/officeDocument/2006/relationships/image" Target="../media/image369.png"/><Relationship Id="rId107" Type="http://schemas.openxmlformats.org/officeDocument/2006/relationships/image" Target="../media/image370.pn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1.png"/><Relationship Id="rId3" Type="http://schemas.openxmlformats.org/officeDocument/2006/relationships/image" Target="../media/image372.png"/><Relationship Id="rId4" Type="http://schemas.openxmlformats.org/officeDocument/2006/relationships/image" Target="../media/image373.png"/><Relationship Id="rId5" Type="http://schemas.openxmlformats.org/officeDocument/2006/relationships/image" Target="../media/image374.png"/><Relationship Id="rId6" Type="http://schemas.openxmlformats.org/officeDocument/2006/relationships/image" Target="../media/image375.png"/><Relationship Id="rId7" Type="http://schemas.openxmlformats.org/officeDocument/2006/relationships/image" Target="../media/image376.png"/><Relationship Id="rId8" Type="http://schemas.openxmlformats.org/officeDocument/2006/relationships/image" Target="../media/image377.png"/><Relationship Id="rId9" Type="http://schemas.openxmlformats.org/officeDocument/2006/relationships/image" Target="../media/image378.png"/><Relationship Id="rId10" Type="http://schemas.openxmlformats.org/officeDocument/2006/relationships/image" Target="../media/image379.png"/><Relationship Id="rId11" Type="http://schemas.openxmlformats.org/officeDocument/2006/relationships/image" Target="../media/image380.png"/><Relationship Id="rId12" Type="http://schemas.openxmlformats.org/officeDocument/2006/relationships/image" Target="../media/image381.png"/><Relationship Id="rId13" Type="http://schemas.openxmlformats.org/officeDocument/2006/relationships/image" Target="../media/image382.png"/><Relationship Id="rId14" Type="http://schemas.openxmlformats.org/officeDocument/2006/relationships/image" Target="../media/image383.png"/><Relationship Id="rId15" Type="http://schemas.openxmlformats.org/officeDocument/2006/relationships/image" Target="../media/image384.png"/><Relationship Id="rId16" Type="http://schemas.openxmlformats.org/officeDocument/2006/relationships/image" Target="../media/image385.png"/><Relationship Id="rId17" Type="http://schemas.openxmlformats.org/officeDocument/2006/relationships/image" Target="../media/image386.png"/><Relationship Id="rId18" Type="http://schemas.openxmlformats.org/officeDocument/2006/relationships/image" Target="../media/image387.png"/><Relationship Id="rId19" Type="http://schemas.openxmlformats.org/officeDocument/2006/relationships/image" Target="../media/image388.png"/><Relationship Id="rId20" Type="http://schemas.openxmlformats.org/officeDocument/2006/relationships/image" Target="../media/image389.png"/><Relationship Id="rId21" Type="http://schemas.openxmlformats.org/officeDocument/2006/relationships/image" Target="../media/image390.png"/><Relationship Id="rId22" Type="http://schemas.openxmlformats.org/officeDocument/2006/relationships/image" Target="../media/image391.png"/><Relationship Id="rId23" Type="http://schemas.openxmlformats.org/officeDocument/2006/relationships/image" Target="../media/image392.png"/><Relationship Id="rId24" Type="http://schemas.openxmlformats.org/officeDocument/2006/relationships/image" Target="../media/image393.png"/><Relationship Id="rId25" Type="http://schemas.openxmlformats.org/officeDocument/2006/relationships/image" Target="../media/image394.png"/><Relationship Id="rId26" Type="http://schemas.openxmlformats.org/officeDocument/2006/relationships/image" Target="../media/image395.png"/><Relationship Id="rId27" Type="http://schemas.openxmlformats.org/officeDocument/2006/relationships/image" Target="../media/image396.png"/><Relationship Id="rId28" Type="http://schemas.openxmlformats.org/officeDocument/2006/relationships/image" Target="../media/image397.png"/><Relationship Id="rId29" Type="http://schemas.openxmlformats.org/officeDocument/2006/relationships/image" Target="../media/image398.png"/><Relationship Id="rId30" Type="http://schemas.openxmlformats.org/officeDocument/2006/relationships/image" Target="../media/image399.png"/><Relationship Id="rId31" Type="http://schemas.openxmlformats.org/officeDocument/2006/relationships/image" Target="../media/image400.png"/><Relationship Id="rId32" Type="http://schemas.openxmlformats.org/officeDocument/2006/relationships/image" Target="../media/image401.png"/><Relationship Id="rId33" Type="http://schemas.openxmlformats.org/officeDocument/2006/relationships/image" Target="../media/image402.png"/><Relationship Id="rId34" Type="http://schemas.openxmlformats.org/officeDocument/2006/relationships/image" Target="../media/image403.png"/><Relationship Id="rId35" Type="http://schemas.openxmlformats.org/officeDocument/2006/relationships/image" Target="../media/image404.png"/><Relationship Id="rId36" Type="http://schemas.openxmlformats.org/officeDocument/2006/relationships/image" Target="../media/image405.png"/><Relationship Id="rId37" Type="http://schemas.openxmlformats.org/officeDocument/2006/relationships/image" Target="../media/image406.png"/><Relationship Id="rId38" Type="http://schemas.openxmlformats.org/officeDocument/2006/relationships/image" Target="../media/image407.png"/><Relationship Id="rId39" Type="http://schemas.openxmlformats.org/officeDocument/2006/relationships/image" Target="../media/image408.png"/><Relationship Id="rId40" Type="http://schemas.openxmlformats.org/officeDocument/2006/relationships/image" Target="../media/image409.png"/><Relationship Id="rId41" Type="http://schemas.openxmlformats.org/officeDocument/2006/relationships/image" Target="../media/image410.png"/><Relationship Id="rId42" Type="http://schemas.openxmlformats.org/officeDocument/2006/relationships/image" Target="../media/image411.png"/><Relationship Id="rId43" Type="http://schemas.openxmlformats.org/officeDocument/2006/relationships/image" Target="../media/image412.png"/><Relationship Id="rId44" Type="http://schemas.openxmlformats.org/officeDocument/2006/relationships/image" Target="../media/image413.png"/><Relationship Id="rId45" Type="http://schemas.openxmlformats.org/officeDocument/2006/relationships/image" Target="../media/image414.png"/><Relationship Id="rId46" Type="http://schemas.openxmlformats.org/officeDocument/2006/relationships/image" Target="../media/image415.png"/><Relationship Id="rId47" Type="http://schemas.openxmlformats.org/officeDocument/2006/relationships/image" Target="../media/image416.png"/><Relationship Id="rId48" Type="http://schemas.openxmlformats.org/officeDocument/2006/relationships/image" Target="../media/image417.png"/><Relationship Id="rId49" Type="http://schemas.openxmlformats.org/officeDocument/2006/relationships/image" Target="../media/image418.png"/><Relationship Id="rId50" Type="http://schemas.openxmlformats.org/officeDocument/2006/relationships/image" Target="../media/image419.png"/><Relationship Id="rId51" Type="http://schemas.openxmlformats.org/officeDocument/2006/relationships/image" Target="../media/image420.png"/><Relationship Id="rId52" Type="http://schemas.openxmlformats.org/officeDocument/2006/relationships/image" Target="../media/image421.png"/><Relationship Id="rId53" Type="http://schemas.openxmlformats.org/officeDocument/2006/relationships/image" Target="../media/image422.png"/><Relationship Id="rId54" Type="http://schemas.openxmlformats.org/officeDocument/2006/relationships/image" Target="../media/image423.png"/><Relationship Id="rId55" Type="http://schemas.openxmlformats.org/officeDocument/2006/relationships/image" Target="../media/image424.png"/><Relationship Id="rId56" Type="http://schemas.openxmlformats.org/officeDocument/2006/relationships/image" Target="../media/image425.png"/><Relationship Id="rId57" Type="http://schemas.openxmlformats.org/officeDocument/2006/relationships/image" Target="../media/image426.png"/><Relationship Id="rId58" Type="http://schemas.openxmlformats.org/officeDocument/2006/relationships/image" Target="../media/image427.png"/><Relationship Id="rId59" Type="http://schemas.openxmlformats.org/officeDocument/2006/relationships/image" Target="../media/image428.png"/><Relationship Id="rId60" Type="http://schemas.openxmlformats.org/officeDocument/2006/relationships/image" Target="../media/image429.png"/><Relationship Id="rId61" Type="http://schemas.openxmlformats.org/officeDocument/2006/relationships/image" Target="../media/image430.png"/><Relationship Id="rId62" Type="http://schemas.openxmlformats.org/officeDocument/2006/relationships/image" Target="../media/image431.png"/><Relationship Id="rId63" Type="http://schemas.openxmlformats.org/officeDocument/2006/relationships/image" Target="../media/image432.png"/><Relationship Id="rId64" Type="http://schemas.openxmlformats.org/officeDocument/2006/relationships/image" Target="../media/image433.png"/><Relationship Id="rId65" Type="http://schemas.openxmlformats.org/officeDocument/2006/relationships/image" Target="../media/image434.png"/><Relationship Id="rId66" Type="http://schemas.openxmlformats.org/officeDocument/2006/relationships/image" Target="../media/image435.png"/><Relationship Id="rId67" Type="http://schemas.openxmlformats.org/officeDocument/2006/relationships/image" Target="../media/image436.png"/><Relationship Id="rId68" Type="http://schemas.openxmlformats.org/officeDocument/2006/relationships/image" Target="../media/image437.png"/><Relationship Id="rId69" Type="http://schemas.openxmlformats.org/officeDocument/2006/relationships/image" Target="../media/image438.png"/><Relationship Id="rId70" Type="http://schemas.openxmlformats.org/officeDocument/2006/relationships/image" Target="../media/image439.png"/><Relationship Id="rId71" Type="http://schemas.openxmlformats.org/officeDocument/2006/relationships/image" Target="../media/image440.png"/><Relationship Id="rId72" Type="http://schemas.openxmlformats.org/officeDocument/2006/relationships/image" Target="../media/image441.png"/><Relationship Id="rId73" Type="http://schemas.openxmlformats.org/officeDocument/2006/relationships/image" Target="../media/image442.png"/><Relationship Id="rId74" Type="http://schemas.openxmlformats.org/officeDocument/2006/relationships/image" Target="../media/image443.png"/><Relationship Id="rId75" Type="http://schemas.openxmlformats.org/officeDocument/2006/relationships/image" Target="../media/image444.png"/><Relationship Id="rId76" Type="http://schemas.openxmlformats.org/officeDocument/2006/relationships/image" Target="../media/image445.png"/><Relationship Id="rId77" Type="http://schemas.openxmlformats.org/officeDocument/2006/relationships/image" Target="../media/image446.png"/><Relationship Id="rId78" Type="http://schemas.openxmlformats.org/officeDocument/2006/relationships/image" Target="../media/image447.png"/><Relationship Id="rId79" Type="http://schemas.openxmlformats.org/officeDocument/2006/relationships/image" Target="../media/image448.png"/><Relationship Id="rId80" Type="http://schemas.openxmlformats.org/officeDocument/2006/relationships/image" Target="../media/image449.png"/><Relationship Id="rId81" Type="http://schemas.openxmlformats.org/officeDocument/2006/relationships/image" Target="../media/image450.png"/><Relationship Id="rId82" Type="http://schemas.openxmlformats.org/officeDocument/2006/relationships/image" Target="../media/image451.png"/><Relationship Id="rId83" Type="http://schemas.openxmlformats.org/officeDocument/2006/relationships/image" Target="../media/image452.png"/><Relationship Id="rId84" Type="http://schemas.openxmlformats.org/officeDocument/2006/relationships/image" Target="../media/image453.png"/><Relationship Id="rId85" Type="http://schemas.openxmlformats.org/officeDocument/2006/relationships/image" Target="../media/image454.png"/><Relationship Id="rId86" Type="http://schemas.openxmlformats.org/officeDocument/2006/relationships/image" Target="../media/image455.png"/><Relationship Id="rId87" Type="http://schemas.openxmlformats.org/officeDocument/2006/relationships/image" Target="../media/image456.png"/><Relationship Id="rId88" Type="http://schemas.openxmlformats.org/officeDocument/2006/relationships/image" Target="../media/image457.png"/><Relationship Id="rId89" Type="http://schemas.openxmlformats.org/officeDocument/2006/relationships/image" Target="../media/image458.png"/><Relationship Id="rId90" Type="http://schemas.openxmlformats.org/officeDocument/2006/relationships/image" Target="../media/image459.png"/><Relationship Id="rId91" Type="http://schemas.openxmlformats.org/officeDocument/2006/relationships/image" Target="../media/image460.png"/><Relationship Id="rId92" Type="http://schemas.openxmlformats.org/officeDocument/2006/relationships/image" Target="../media/image461.png"/><Relationship Id="rId93" Type="http://schemas.openxmlformats.org/officeDocument/2006/relationships/image" Target="../media/image462.png"/><Relationship Id="rId94" Type="http://schemas.openxmlformats.org/officeDocument/2006/relationships/image" Target="../media/image463.png"/><Relationship Id="rId95" Type="http://schemas.openxmlformats.org/officeDocument/2006/relationships/image" Target="../media/image464.png"/><Relationship Id="rId96" Type="http://schemas.openxmlformats.org/officeDocument/2006/relationships/image" Target="../media/image465.png"/><Relationship Id="rId97" Type="http://schemas.openxmlformats.org/officeDocument/2006/relationships/image" Target="../media/image466.png"/><Relationship Id="rId98" Type="http://schemas.openxmlformats.org/officeDocument/2006/relationships/image" Target="../media/image467.png"/><Relationship Id="rId99" Type="http://schemas.openxmlformats.org/officeDocument/2006/relationships/image" Target="../media/image468.png"/><Relationship Id="rId100" Type="http://schemas.openxmlformats.org/officeDocument/2006/relationships/image" Target="../media/image469.png"/><Relationship Id="rId101" Type="http://schemas.openxmlformats.org/officeDocument/2006/relationships/image" Target="../media/image470.png"/><Relationship Id="rId102" Type="http://schemas.openxmlformats.org/officeDocument/2006/relationships/image" Target="../media/image471.png"/><Relationship Id="rId103" Type="http://schemas.openxmlformats.org/officeDocument/2006/relationships/image" Target="../media/image472.png"/><Relationship Id="rId104" Type="http://schemas.openxmlformats.org/officeDocument/2006/relationships/image" Target="../media/image473.png"/><Relationship Id="rId105" Type="http://schemas.openxmlformats.org/officeDocument/2006/relationships/image" Target="../media/image474.pn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5.png"/><Relationship Id="rId3" Type="http://schemas.openxmlformats.org/officeDocument/2006/relationships/image" Target="../media/image476.png"/><Relationship Id="rId4" Type="http://schemas.openxmlformats.org/officeDocument/2006/relationships/image" Target="../media/image477.png"/><Relationship Id="rId5" Type="http://schemas.openxmlformats.org/officeDocument/2006/relationships/image" Target="../media/image478.png"/><Relationship Id="rId6" Type="http://schemas.openxmlformats.org/officeDocument/2006/relationships/image" Target="../media/image479.png"/><Relationship Id="rId7" Type="http://schemas.openxmlformats.org/officeDocument/2006/relationships/image" Target="../media/image480.png"/><Relationship Id="rId8" Type="http://schemas.openxmlformats.org/officeDocument/2006/relationships/image" Target="../media/image481.png"/><Relationship Id="rId9" Type="http://schemas.openxmlformats.org/officeDocument/2006/relationships/image" Target="../media/image482.png"/><Relationship Id="rId10" Type="http://schemas.openxmlformats.org/officeDocument/2006/relationships/image" Target="../media/image483.png"/><Relationship Id="rId11" Type="http://schemas.openxmlformats.org/officeDocument/2006/relationships/image" Target="../media/image484.png"/><Relationship Id="rId12" Type="http://schemas.openxmlformats.org/officeDocument/2006/relationships/image" Target="../media/image485.png"/><Relationship Id="rId13" Type="http://schemas.openxmlformats.org/officeDocument/2006/relationships/image" Target="../media/image486.png"/><Relationship Id="rId14" Type="http://schemas.openxmlformats.org/officeDocument/2006/relationships/image" Target="../media/image487.png"/><Relationship Id="rId15" Type="http://schemas.openxmlformats.org/officeDocument/2006/relationships/image" Target="../media/image488.png"/><Relationship Id="rId16" Type="http://schemas.openxmlformats.org/officeDocument/2006/relationships/image" Target="../media/image489.png"/><Relationship Id="rId17" Type="http://schemas.openxmlformats.org/officeDocument/2006/relationships/image" Target="../media/image490.png"/><Relationship Id="rId18" Type="http://schemas.openxmlformats.org/officeDocument/2006/relationships/image" Target="../media/image491.png"/><Relationship Id="rId19" Type="http://schemas.openxmlformats.org/officeDocument/2006/relationships/image" Target="../media/image492.png"/><Relationship Id="rId20" Type="http://schemas.openxmlformats.org/officeDocument/2006/relationships/image" Target="../media/image493.png"/><Relationship Id="rId21" Type="http://schemas.openxmlformats.org/officeDocument/2006/relationships/image" Target="../media/image494.png"/><Relationship Id="rId22" Type="http://schemas.openxmlformats.org/officeDocument/2006/relationships/image" Target="../media/image495.png"/><Relationship Id="rId23" Type="http://schemas.openxmlformats.org/officeDocument/2006/relationships/image" Target="../media/image496.png"/><Relationship Id="rId24" Type="http://schemas.openxmlformats.org/officeDocument/2006/relationships/image" Target="../media/image497.png"/><Relationship Id="rId25" Type="http://schemas.openxmlformats.org/officeDocument/2006/relationships/image" Target="../media/image498.png"/><Relationship Id="rId26" Type="http://schemas.openxmlformats.org/officeDocument/2006/relationships/image" Target="../media/image499.png"/><Relationship Id="rId27" Type="http://schemas.openxmlformats.org/officeDocument/2006/relationships/image" Target="../media/image500.png"/><Relationship Id="rId28" Type="http://schemas.openxmlformats.org/officeDocument/2006/relationships/image" Target="../media/image501.png"/><Relationship Id="rId29" Type="http://schemas.openxmlformats.org/officeDocument/2006/relationships/image" Target="../media/image502.png"/><Relationship Id="rId30" Type="http://schemas.openxmlformats.org/officeDocument/2006/relationships/image" Target="../media/image503.png"/><Relationship Id="rId31" Type="http://schemas.openxmlformats.org/officeDocument/2006/relationships/image" Target="../media/image504.png"/><Relationship Id="rId32" Type="http://schemas.openxmlformats.org/officeDocument/2006/relationships/image" Target="../media/image505.png"/><Relationship Id="rId33" Type="http://schemas.openxmlformats.org/officeDocument/2006/relationships/image" Target="../media/image506.png"/><Relationship Id="rId34" Type="http://schemas.openxmlformats.org/officeDocument/2006/relationships/image" Target="../media/image507.png"/><Relationship Id="rId35" Type="http://schemas.openxmlformats.org/officeDocument/2006/relationships/image" Target="../media/image508.png"/><Relationship Id="rId36" Type="http://schemas.openxmlformats.org/officeDocument/2006/relationships/image" Target="../media/image509.png"/><Relationship Id="rId37" Type="http://schemas.openxmlformats.org/officeDocument/2006/relationships/image" Target="../media/image510.png"/><Relationship Id="rId38" Type="http://schemas.openxmlformats.org/officeDocument/2006/relationships/image" Target="../media/image511.png"/><Relationship Id="rId39" Type="http://schemas.openxmlformats.org/officeDocument/2006/relationships/image" Target="../media/image512.png"/><Relationship Id="rId40" Type="http://schemas.openxmlformats.org/officeDocument/2006/relationships/image" Target="../media/image513.png"/><Relationship Id="rId41" Type="http://schemas.openxmlformats.org/officeDocument/2006/relationships/image" Target="../media/image514.png"/><Relationship Id="rId42" Type="http://schemas.openxmlformats.org/officeDocument/2006/relationships/image" Target="../media/image515.png"/><Relationship Id="rId43" Type="http://schemas.openxmlformats.org/officeDocument/2006/relationships/image" Target="../media/image516.png"/><Relationship Id="rId44" Type="http://schemas.openxmlformats.org/officeDocument/2006/relationships/image" Target="../media/image517.png"/><Relationship Id="rId45" Type="http://schemas.openxmlformats.org/officeDocument/2006/relationships/image" Target="../media/image518.png"/><Relationship Id="rId46" Type="http://schemas.openxmlformats.org/officeDocument/2006/relationships/image" Target="../media/image519.png"/><Relationship Id="rId47" Type="http://schemas.openxmlformats.org/officeDocument/2006/relationships/image" Target="../media/image520.png"/><Relationship Id="rId48" Type="http://schemas.openxmlformats.org/officeDocument/2006/relationships/image" Target="../media/image521.png"/><Relationship Id="rId49" Type="http://schemas.openxmlformats.org/officeDocument/2006/relationships/image" Target="../media/image522.png"/><Relationship Id="rId50" Type="http://schemas.openxmlformats.org/officeDocument/2006/relationships/image" Target="../media/image523.png"/><Relationship Id="rId51" Type="http://schemas.openxmlformats.org/officeDocument/2006/relationships/image" Target="../media/image524.png"/><Relationship Id="rId52" Type="http://schemas.openxmlformats.org/officeDocument/2006/relationships/image" Target="../media/image525.png"/><Relationship Id="rId53" Type="http://schemas.openxmlformats.org/officeDocument/2006/relationships/image" Target="../media/image526.png"/><Relationship Id="rId54" Type="http://schemas.openxmlformats.org/officeDocument/2006/relationships/image" Target="../media/image527.png"/><Relationship Id="rId55" Type="http://schemas.openxmlformats.org/officeDocument/2006/relationships/image" Target="../media/image528.png"/><Relationship Id="rId56" Type="http://schemas.openxmlformats.org/officeDocument/2006/relationships/image" Target="../media/image529.png"/><Relationship Id="rId57" Type="http://schemas.openxmlformats.org/officeDocument/2006/relationships/image" Target="../media/image530.png"/><Relationship Id="rId58" Type="http://schemas.openxmlformats.org/officeDocument/2006/relationships/image" Target="../media/image531.png"/><Relationship Id="rId59" Type="http://schemas.openxmlformats.org/officeDocument/2006/relationships/image" Target="../media/image532.png"/><Relationship Id="rId60" Type="http://schemas.openxmlformats.org/officeDocument/2006/relationships/image" Target="../media/image533.png"/><Relationship Id="rId61" Type="http://schemas.openxmlformats.org/officeDocument/2006/relationships/image" Target="../media/image534.png"/><Relationship Id="rId62" Type="http://schemas.openxmlformats.org/officeDocument/2006/relationships/image" Target="../media/image535.png"/><Relationship Id="rId63" Type="http://schemas.openxmlformats.org/officeDocument/2006/relationships/image" Target="../media/image536.png"/><Relationship Id="rId64" Type="http://schemas.openxmlformats.org/officeDocument/2006/relationships/image" Target="../media/image537.png"/><Relationship Id="rId65" Type="http://schemas.openxmlformats.org/officeDocument/2006/relationships/image" Target="../media/image538.png"/><Relationship Id="rId66" Type="http://schemas.openxmlformats.org/officeDocument/2006/relationships/image" Target="../media/image539.png"/><Relationship Id="rId67" Type="http://schemas.openxmlformats.org/officeDocument/2006/relationships/image" Target="../media/image540.png"/><Relationship Id="rId68" Type="http://schemas.openxmlformats.org/officeDocument/2006/relationships/image" Target="../media/image541.png"/><Relationship Id="rId69" Type="http://schemas.openxmlformats.org/officeDocument/2006/relationships/image" Target="../media/image542.png"/><Relationship Id="rId70" Type="http://schemas.openxmlformats.org/officeDocument/2006/relationships/image" Target="../media/image543.png"/><Relationship Id="rId71" Type="http://schemas.openxmlformats.org/officeDocument/2006/relationships/image" Target="../media/image544.png"/><Relationship Id="rId72" Type="http://schemas.openxmlformats.org/officeDocument/2006/relationships/image" Target="../media/image545.png"/><Relationship Id="rId73" Type="http://schemas.openxmlformats.org/officeDocument/2006/relationships/image" Target="../media/image546.png"/><Relationship Id="rId74" Type="http://schemas.openxmlformats.org/officeDocument/2006/relationships/image" Target="../media/image547.png"/><Relationship Id="rId75" Type="http://schemas.openxmlformats.org/officeDocument/2006/relationships/image" Target="../media/image548.png"/><Relationship Id="rId76" Type="http://schemas.openxmlformats.org/officeDocument/2006/relationships/image" Target="../media/image549.png"/><Relationship Id="rId77" Type="http://schemas.openxmlformats.org/officeDocument/2006/relationships/image" Target="../media/image550.png"/><Relationship Id="rId78" Type="http://schemas.openxmlformats.org/officeDocument/2006/relationships/image" Target="../media/image551.png"/><Relationship Id="rId79" Type="http://schemas.openxmlformats.org/officeDocument/2006/relationships/image" Target="../media/image552.png"/><Relationship Id="rId80" Type="http://schemas.openxmlformats.org/officeDocument/2006/relationships/image" Target="../media/image553.png"/><Relationship Id="rId81" Type="http://schemas.openxmlformats.org/officeDocument/2006/relationships/image" Target="../media/image554.png"/><Relationship Id="rId82" Type="http://schemas.openxmlformats.org/officeDocument/2006/relationships/image" Target="../media/image555.png"/><Relationship Id="rId83" Type="http://schemas.openxmlformats.org/officeDocument/2006/relationships/image" Target="../media/image556.png"/><Relationship Id="rId84" Type="http://schemas.openxmlformats.org/officeDocument/2006/relationships/image" Target="../media/image557.png"/><Relationship Id="rId85" Type="http://schemas.openxmlformats.org/officeDocument/2006/relationships/image" Target="../media/image558.png"/><Relationship Id="rId86" Type="http://schemas.openxmlformats.org/officeDocument/2006/relationships/image" Target="../media/image559.png"/><Relationship Id="rId87" Type="http://schemas.openxmlformats.org/officeDocument/2006/relationships/image" Target="../media/image560.png"/><Relationship Id="rId88" Type="http://schemas.openxmlformats.org/officeDocument/2006/relationships/image" Target="../media/image561.png"/><Relationship Id="rId89" Type="http://schemas.openxmlformats.org/officeDocument/2006/relationships/image" Target="../media/image562.png"/><Relationship Id="rId90" Type="http://schemas.openxmlformats.org/officeDocument/2006/relationships/image" Target="../media/image563.png"/><Relationship Id="rId91" Type="http://schemas.openxmlformats.org/officeDocument/2006/relationships/image" Target="../media/image564.png"/><Relationship Id="rId92" Type="http://schemas.openxmlformats.org/officeDocument/2006/relationships/image" Target="../media/image565.png"/><Relationship Id="rId93" Type="http://schemas.openxmlformats.org/officeDocument/2006/relationships/image" Target="../media/image566.png"/><Relationship Id="rId94" Type="http://schemas.openxmlformats.org/officeDocument/2006/relationships/image" Target="../media/image567.png"/><Relationship Id="rId95" Type="http://schemas.openxmlformats.org/officeDocument/2006/relationships/image" Target="../media/image568.png"/><Relationship Id="rId96" Type="http://schemas.openxmlformats.org/officeDocument/2006/relationships/image" Target="../media/image569.png"/><Relationship Id="rId97" Type="http://schemas.openxmlformats.org/officeDocument/2006/relationships/image" Target="../media/image570.png"/><Relationship Id="rId98" Type="http://schemas.openxmlformats.org/officeDocument/2006/relationships/image" Target="../media/image571.png"/><Relationship Id="rId99" Type="http://schemas.openxmlformats.org/officeDocument/2006/relationships/image" Target="../media/image572.png"/><Relationship Id="rId100" Type="http://schemas.openxmlformats.org/officeDocument/2006/relationships/image" Target="../media/image573.png"/><Relationship Id="rId101" Type="http://schemas.openxmlformats.org/officeDocument/2006/relationships/image" Target="../media/image574.png"/><Relationship Id="rId102" Type="http://schemas.openxmlformats.org/officeDocument/2006/relationships/image" Target="../media/image575.png"/><Relationship Id="rId103" Type="http://schemas.openxmlformats.org/officeDocument/2006/relationships/image" Target="../media/image576.png"/><Relationship Id="rId104" Type="http://schemas.openxmlformats.org/officeDocument/2006/relationships/image" Target="../media/image577.png"/><Relationship Id="rId105" Type="http://schemas.openxmlformats.org/officeDocument/2006/relationships/image" Target="../media/image578.png"/><Relationship Id="rId106" Type="http://schemas.openxmlformats.org/officeDocument/2006/relationships/image" Target="../media/image579.png"/><Relationship Id="rId107" Type="http://schemas.openxmlformats.org/officeDocument/2006/relationships/image" Target="../media/image580.png"/><Relationship Id="rId108" Type="http://schemas.openxmlformats.org/officeDocument/2006/relationships/image" Target="../media/image581.png"/><Relationship Id="rId109" Type="http://schemas.openxmlformats.org/officeDocument/2006/relationships/image" Target="../media/image582.png"/><Relationship Id="rId110" Type="http://schemas.openxmlformats.org/officeDocument/2006/relationships/image" Target="../media/image583.png"/><Relationship Id="rId111" Type="http://schemas.openxmlformats.org/officeDocument/2006/relationships/image" Target="../media/image584.png"/><Relationship Id="rId112" Type="http://schemas.openxmlformats.org/officeDocument/2006/relationships/image" Target="../media/image585.png"/><Relationship Id="rId113" Type="http://schemas.openxmlformats.org/officeDocument/2006/relationships/image" Target="../media/image586.png"/><Relationship Id="rId114" Type="http://schemas.openxmlformats.org/officeDocument/2006/relationships/image" Target="../media/image587.pn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88.png"/><Relationship Id="rId3" Type="http://schemas.openxmlformats.org/officeDocument/2006/relationships/image" Target="../media/image589.png"/><Relationship Id="rId4" Type="http://schemas.openxmlformats.org/officeDocument/2006/relationships/image" Target="../media/image590.png"/><Relationship Id="rId5" Type="http://schemas.openxmlformats.org/officeDocument/2006/relationships/image" Target="../media/image591.png"/><Relationship Id="rId6" Type="http://schemas.openxmlformats.org/officeDocument/2006/relationships/image" Target="../media/image592.png"/><Relationship Id="rId7" Type="http://schemas.openxmlformats.org/officeDocument/2006/relationships/image" Target="../media/image593.png"/><Relationship Id="rId8" Type="http://schemas.openxmlformats.org/officeDocument/2006/relationships/image" Target="../media/image594.png"/><Relationship Id="rId9" Type="http://schemas.openxmlformats.org/officeDocument/2006/relationships/image" Target="../media/image595.png"/><Relationship Id="rId10" Type="http://schemas.openxmlformats.org/officeDocument/2006/relationships/image" Target="../media/image596.png"/><Relationship Id="rId11" Type="http://schemas.openxmlformats.org/officeDocument/2006/relationships/image" Target="../media/image597.png"/><Relationship Id="rId12" Type="http://schemas.openxmlformats.org/officeDocument/2006/relationships/image" Target="../media/image598.png"/><Relationship Id="rId13" Type="http://schemas.openxmlformats.org/officeDocument/2006/relationships/image" Target="../media/image599.png"/><Relationship Id="rId14" Type="http://schemas.openxmlformats.org/officeDocument/2006/relationships/image" Target="../media/image600.png"/><Relationship Id="rId15" Type="http://schemas.openxmlformats.org/officeDocument/2006/relationships/image" Target="../media/image601.png"/><Relationship Id="rId16" Type="http://schemas.openxmlformats.org/officeDocument/2006/relationships/image" Target="../media/image602.png"/><Relationship Id="rId17" Type="http://schemas.openxmlformats.org/officeDocument/2006/relationships/image" Target="../media/image603.png"/><Relationship Id="rId18" Type="http://schemas.openxmlformats.org/officeDocument/2006/relationships/image" Target="../media/image604.png"/><Relationship Id="rId19" Type="http://schemas.openxmlformats.org/officeDocument/2006/relationships/image" Target="../media/image605.png"/><Relationship Id="rId20" Type="http://schemas.openxmlformats.org/officeDocument/2006/relationships/image" Target="../media/image606.png"/><Relationship Id="rId21" Type="http://schemas.openxmlformats.org/officeDocument/2006/relationships/image" Target="../media/image607.png"/><Relationship Id="rId22" Type="http://schemas.openxmlformats.org/officeDocument/2006/relationships/image" Target="../media/image608.png"/><Relationship Id="rId23" Type="http://schemas.openxmlformats.org/officeDocument/2006/relationships/image" Target="../media/image609.png"/><Relationship Id="rId24" Type="http://schemas.openxmlformats.org/officeDocument/2006/relationships/image" Target="../media/image610.png"/><Relationship Id="rId25" Type="http://schemas.openxmlformats.org/officeDocument/2006/relationships/image" Target="../media/image611.png"/><Relationship Id="rId26" Type="http://schemas.openxmlformats.org/officeDocument/2006/relationships/image" Target="../media/image612.png"/><Relationship Id="rId27" Type="http://schemas.openxmlformats.org/officeDocument/2006/relationships/image" Target="../media/image613.png"/><Relationship Id="rId28" Type="http://schemas.openxmlformats.org/officeDocument/2006/relationships/image" Target="../media/image614.png"/><Relationship Id="rId29" Type="http://schemas.openxmlformats.org/officeDocument/2006/relationships/image" Target="../media/image615.png"/><Relationship Id="rId30" Type="http://schemas.openxmlformats.org/officeDocument/2006/relationships/image" Target="../media/image616.png"/><Relationship Id="rId31" Type="http://schemas.openxmlformats.org/officeDocument/2006/relationships/image" Target="../media/image617.png"/><Relationship Id="rId32" Type="http://schemas.openxmlformats.org/officeDocument/2006/relationships/image" Target="../media/image618.png"/><Relationship Id="rId33" Type="http://schemas.openxmlformats.org/officeDocument/2006/relationships/image" Target="../media/image619.png"/><Relationship Id="rId34" Type="http://schemas.openxmlformats.org/officeDocument/2006/relationships/image" Target="../media/image620.png"/><Relationship Id="rId35" Type="http://schemas.openxmlformats.org/officeDocument/2006/relationships/image" Target="../media/image621.png"/><Relationship Id="rId36" Type="http://schemas.openxmlformats.org/officeDocument/2006/relationships/image" Target="../media/image622.png"/><Relationship Id="rId37" Type="http://schemas.openxmlformats.org/officeDocument/2006/relationships/image" Target="../media/image623.png"/><Relationship Id="rId38" Type="http://schemas.openxmlformats.org/officeDocument/2006/relationships/image" Target="../media/image624.png"/><Relationship Id="rId39" Type="http://schemas.openxmlformats.org/officeDocument/2006/relationships/image" Target="../media/image625.png"/><Relationship Id="rId40" Type="http://schemas.openxmlformats.org/officeDocument/2006/relationships/image" Target="../media/image626.png"/><Relationship Id="rId41" Type="http://schemas.openxmlformats.org/officeDocument/2006/relationships/image" Target="../media/image627.png"/><Relationship Id="rId42" Type="http://schemas.openxmlformats.org/officeDocument/2006/relationships/image" Target="../media/image628.png"/><Relationship Id="rId43" Type="http://schemas.openxmlformats.org/officeDocument/2006/relationships/image" Target="../media/image629.png"/><Relationship Id="rId44" Type="http://schemas.openxmlformats.org/officeDocument/2006/relationships/image" Target="../media/image630.png"/><Relationship Id="rId45" Type="http://schemas.openxmlformats.org/officeDocument/2006/relationships/image" Target="../media/image631.png"/><Relationship Id="rId46" Type="http://schemas.openxmlformats.org/officeDocument/2006/relationships/image" Target="../media/image632.png"/><Relationship Id="rId47" Type="http://schemas.openxmlformats.org/officeDocument/2006/relationships/image" Target="../media/image633.png"/><Relationship Id="rId48" Type="http://schemas.openxmlformats.org/officeDocument/2006/relationships/image" Target="../media/image634.png"/><Relationship Id="rId49" Type="http://schemas.openxmlformats.org/officeDocument/2006/relationships/image" Target="../media/image635.png"/><Relationship Id="rId50" Type="http://schemas.openxmlformats.org/officeDocument/2006/relationships/image" Target="../media/image636.png"/><Relationship Id="rId51" Type="http://schemas.openxmlformats.org/officeDocument/2006/relationships/image" Target="../media/image637.png"/><Relationship Id="rId52" Type="http://schemas.openxmlformats.org/officeDocument/2006/relationships/image" Target="../media/image638.png"/><Relationship Id="rId53" Type="http://schemas.openxmlformats.org/officeDocument/2006/relationships/image" Target="../media/image639.png"/><Relationship Id="rId54" Type="http://schemas.openxmlformats.org/officeDocument/2006/relationships/image" Target="../media/image640.png"/><Relationship Id="rId55" Type="http://schemas.openxmlformats.org/officeDocument/2006/relationships/image" Target="../media/image641.png"/><Relationship Id="rId56" Type="http://schemas.openxmlformats.org/officeDocument/2006/relationships/image" Target="../media/image642.png"/><Relationship Id="rId57" Type="http://schemas.openxmlformats.org/officeDocument/2006/relationships/image" Target="../media/image643.png"/><Relationship Id="rId58" Type="http://schemas.openxmlformats.org/officeDocument/2006/relationships/image" Target="../media/image644.png"/><Relationship Id="rId59" Type="http://schemas.openxmlformats.org/officeDocument/2006/relationships/image" Target="../media/image645.png"/><Relationship Id="rId60" Type="http://schemas.openxmlformats.org/officeDocument/2006/relationships/image" Target="../media/image646.png"/><Relationship Id="rId61" Type="http://schemas.openxmlformats.org/officeDocument/2006/relationships/image" Target="../media/image647.png"/><Relationship Id="rId62" Type="http://schemas.openxmlformats.org/officeDocument/2006/relationships/image" Target="../media/image648.png"/><Relationship Id="rId63" Type="http://schemas.openxmlformats.org/officeDocument/2006/relationships/image" Target="../media/image649.png"/><Relationship Id="rId64" Type="http://schemas.openxmlformats.org/officeDocument/2006/relationships/image" Target="../media/image650.png"/><Relationship Id="rId65" Type="http://schemas.openxmlformats.org/officeDocument/2006/relationships/image" Target="../media/image651.png"/><Relationship Id="rId66" Type="http://schemas.openxmlformats.org/officeDocument/2006/relationships/image" Target="../media/image652.png"/><Relationship Id="rId67" Type="http://schemas.openxmlformats.org/officeDocument/2006/relationships/image" Target="../media/image653.png"/><Relationship Id="rId68" Type="http://schemas.openxmlformats.org/officeDocument/2006/relationships/image" Target="../media/image654.png"/><Relationship Id="rId69" Type="http://schemas.openxmlformats.org/officeDocument/2006/relationships/image" Target="../media/image655.png"/><Relationship Id="rId70" Type="http://schemas.openxmlformats.org/officeDocument/2006/relationships/image" Target="../media/image656.png"/><Relationship Id="rId71" Type="http://schemas.openxmlformats.org/officeDocument/2006/relationships/image" Target="../media/image657.png"/><Relationship Id="rId72" Type="http://schemas.openxmlformats.org/officeDocument/2006/relationships/image" Target="../media/image658.png"/><Relationship Id="rId73" Type="http://schemas.openxmlformats.org/officeDocument/2006/relationships/image" Target="../media/image659.png"/><Relationship Id="rId74" Type="http://schemas.openxmlformats.org/officeDocument/2006/relationships/image" Target="../media/image660.png"/><Relationship Id="rId75" Type="http://schemas.openxmlformats.org/officeDocument/2006/relationships/image" Target="../media/image661.png"/><Relationship Id="rId76" Type="http://schemas.openxmlformats.org/officeDocument/2006/relationships/image" Target="../media/image662.png"/><Relationship Id="rId77" Type="http://schemas.openxmlformats.org/officeDocument/2006/relationships/image" Target="../media/image663.png"/><Relationship Id="rId78" Type="http://schemas.openxmlformats.org/officeDocument/2006/relationships/image" Target="../media/image664.png"/><Relationship Id="rId79" Type="http://schemas.openxmlformats.org/officeDocument/2006/relationships/image" Target="../media/image665.png"/><Relationship Id="rId80" Type="http://schemas.openxmlformats.org/officeDocument/2006/relationships/image" Target="../media/image666.png"/><Relationship Id="rId81" Type="http://schemas.openxmlformats.org/officeDocument/2006/relationships/image" Target="../media/image667.png"/><Relationship Id="rId82" Type="http://schemas.openxmlformats.org/officeDocument/2006/relationships/image" Target="../media/image668.png"/><Relationship Id="rId83" Type="http://schemas.openxmlformats.org/officeDocument/2006/relationships/image" Target="../media/image669.png"/><Relationship Id="rId84" Type="http://schemas.openxmlformats.org/officeDocument/2006/relationships/image" Target="../media/image670.png"/><Relationship Id="rId85" Type="http://schemas.openxmlformats.org/officeDocument/2006/relationships/image" Target="../media/image671.png"/><Relationship Id="rId86" Type="http://schemas.openxmlformats.org/officeDocument/2006/relationships/image" Target="../media/image672.png"/><Relationship Id="rId87" Type="http://schemas.openxmlformats.org/officeDocument/2006/relationships/image" Target="../media/image673.png"/><Relationship Id="rId88" Type="http://schemas.openxmlformats.org/officeDocument/2006/relationships/image" Target="../media/image674.png"/><Relationship Id="rId89" Type="http://schemas.openxmlformats.org/officeDocument/2006/relationships/image" Target="../media/image675.png"/><Relationship Id="rId90" Type="http://schemas.openxmlformats.org/officeDocument/2006/relationships/image" Target="../media/image676.png"/><Relationship Id="rId91" Type="http://schemas.openxmlformats.org/officeDocument/2006/relationships/image" Target="../media/image677.png"/><Relationship Id="rId92" Type="http://schemas.openxmlformats.org/officeDocument/2006/relationships/image" Target="../media/image678.png"/><Relationship Id="rId93" Type="http://schemas.openxmlformats.org/officeDocument/2006/relationships/image" Target="../media/image679.png"/><Relationship Id="rId94" Type="http://schemas.openxmlformats.org/officeDocument/2006/relationships/image" Target="../media/image680.png"/><Relationship Id="rId95" Type="http://schemas.openxmlformats.org/officeDocument/2006/relationships/image" Target="../media/image681.png"/><Relationship Id="rId96" Type="http://schemas.openxmlformats.org/officeDocument/2006/relationships/image" Target="../media/image682.png"/><Relationship Id="rId97" Type="http://schemas.openxmlformats.org/officeDocument/2006/relationships/image" Target="../media/image683.png"/><Relationship Id="rId98" Type="http://schemas.openxmlformats.org/officeDocument/2006/relationships/image" Target="../media/image684.png"/><Relationship Id="rId99" Type="http://schemas.openxmlformats.org/officeDocument/2006/relationships/image" Target="../media/image685.png"/><Relationship Id="rId100" Type="http://schemas.openxmlformats.org/officeDocument/2006/relationships/image" Target="../media/image686.png"/><Relationship Id="rId101" Type="http://schemas.openxmlformats.org/officeDocument/2006/relationships/image" Target="../media/image687.png"/><Relationship Id="rId102" Type="http://schemas.openxmlformats.org/officeDocument/2006/relationships/image" Target="../media/image688.png"/><Relationship Id="rId103" Type="http://schemas.openxmlformats.org/officeDocument/2006/relationships/image" Target="../media/image689.png"/><Relationship Id="rId104" Type="http://schemas.openxmlformats.org/officeDocument/2006/relationships/image" Target="../media/image690.png"/><Relationship Id="rId105" Type="http://schemas.openxmlformats.org/officeDocument/2006/relationships/image" Target="../media/image691.png"/><Relationship Id="rId106" Type="http://schemas.openxmlformats.org/officeDocument/2006/relationships/image" Target="../media/image692.png"/><Relationship Id="rId107" Type="http://schemas.openxmlformats.org/officeDocument/2006/relationships/image" Target="../media/image693.png"/><Relationship Id="rId108" Type="http://schemas.openxmlformats.org/officeDocument/2006/relationships/image" Target="../media/image694.png"/><Relationship Id="rId109" Type="http://schemas.openxmlformats.org/officeDocument/2006/relationships/image" Target="../media/image695.png"/><Relationship Id="rId110" Type="http://schemas.openxmlformats.org/officeDocument/2006/relationships/image" Target="../media/image696.png"/><Relationship Id="rId111" Type="http://schemas.openxmlformats.org/officeDocument/2006/relationships/image" Target="../media/image697.png"/><Relationship Id="rId112" Type="http://schemas.openxmlformats.org/officeDocument/2006/relationships/image" Target="../media/image698.png"/><Relationship Id="rId113" Type="http://schemas.openxmlformats.org/officeDocument/2006/relationships/image" Target="../media/image699.png"/><Relationship Id="rId114" Type="http://schemas.openxmlformats.org/officeDocument/2006/relationships/image" Target="../media/image700.png"/><Relationship Id="rId115" Type="http://schemas.openxmlformats.org/officeDocument/2006/relationships/image" Target="../media/image701.png"/><Relationship Id="rId116" Type="http://schemas.openxmlformats.org/officeDocument/2006/relationships/image" Target="../media/image702.png"/><Relationship Id="rId117" Type="http://schemas.openxmlformats.org/officeDocument/2006/relationships/image" Target="../media/image703.png"/><Relationship Id="rId118" Type="http://schemas.openxmlformats.org/officeDocument/2006/relationships/image" Target="../media/image704.png"/><Relationship Id="rId119" Type="http://schemas.openxmlformats.org/officeDocument/2006/relationships/image" Target="../media/image705.png"/><Relationship Id="rId120" Type="http://schemas.openxmlformats.org/officeDocument/2006/relationships/image" Target="../media/image706.png"/><Relationship Id="rId121" Type="http://schemas.openxmlformats.org/officeDocument/2006/relationships/image" Target="../media/image707.png"/><Relationship Id="rId122" Type="http://schemas.openxmlformats.org/officeDocument/2006/relationships/image" Target="../media/image708.png"/><Relationship Id="rId123" Type="http://schemas.openxmlformats.org/officeDocument/2006/relationships/image" Target="../media/image709.png"/><Relationship Id="rId124" Type="http://schemas.openxmlformats.org/officeDocument/2006/relationships/image" Target="../media/image710.png"/><Relationship Id="rId125" Type="http://schemas.openxmlformats.org/officeDocument/2006/relationships/image" Target="../media/image711.png"/><Relationship Id="rId126" Type="http://schemas.openxmlformats.org/officeDocument/2006/relationships/image" Target="../media/image712.png"/><Relationship Id="rId127" Type="http://schemas.openxmlformats.org/officeDocument/2006/relationships/image" Target="../media/image713.png"/><Relationship Id="rId128" Type="http://schemas.openxmlformats.org/officeDocument/2006/relationships/image" Target="../media/image714.png"/><Relationship Id="rId129" Type="http://schemas.openxmlformats.org/officeDocument/2006/relationships/image" Target="../media/image715.png"/><Relationship Id="rId130" Type="http://schemas.openxmlformats.org/officeDocument/2006/relationships/image" Target="../media/image716.png"/><Relationship Id="rId131" Type="http://schemas.openxmlformats.org/officeDocument/2006/relationships/image" Target="../media/image717.png"/><Relationship Id="rId132" Type="http://schemas.openxmlformats.org/officeDocument/2006/relationships/image" Target="../media/image718.png"/><Relationship Id="rId133" Type="http://schemas.openxmlformats.org/officeDocument/2006/relationships/image" Target="../media/image719.png"/><Relationship Id="rId134" Type="http://schemas.openxmlformats.org/officeDocument/2006/relationships/image" Target="../media/image720.png"/><Relationship Id="rId135" Type="http://schemas.openxmlformats.org/officeDocument/2006/relationships/image" Target="../media/image721.png"/><Relationship Id="rId136" Type="http://schemas.openxmlformats.org/officeDocument/2006/relationships/image" Target="../media/image722.png"/><Relationship Id="rId137" Type="http://schemas.openxmlformats.org/officeDocument/2006/relationships/image" Target="../media/image723.png"/><Relationship Id="rId138" Type="http://schemas.openxmlformats.org/officeDocument/2006/relationships/image" Target="../media/image724.png"/><Relationship Id="rId139" Type="http://schemas.openxmlformats.org/officeDocument/2006/relationships/image" Target="../media/image725.png"/><Relationship Id="rId140" Type="http://schemas.openxmlformats.org/officeDocument/2006/relationships/image" Target="../media/image726.png"/><Relationship Id="rId141" Type="http://schemas.openxmlformats.org/officeDocument/2006/relationships/image" Target="../media/image727.png"/><Relationship Id="rId142" Type="http://schemas.openxmlformats.org/officeDocument/2006/relationships/image" Target="../media/image728.png"/><Relationship Id="rId143" Type="http://schemas.openxmlformats.org/officeDocument/2006/relationships/image" Target="../media/image729.png"/><Relationship Id="rId144" Type="http://schemas.openxmlformats.org/officeDocument/2006/relationships/image" Target="../media/image730.png"/><Relationship Id="rId145" Type="http://schemas.openxmlformats.org/officeDocument/2006/relationships/image" Target="../media/image731.png"/><Relationship Id="rId146" Type="http://schemas.openxmlformats.org/officeDocument/2006/relationships/image" Target="../media/image732.png"/><Relationship Id="rId147" Type="http://schemas.openxmlformats.org/officeDocument/2006/relationships/image" Target="../media/image733.png"/><Relationship Id="rId148" Type="http://schemas.openxmlformats.org/officeDocument/2006/relationships/image" Target="../media/image734.png"/><Relationship Id="rId149" Type="http://schemas.openxmlformats.org/officeDocument/2006/relationships/image" Target="../media/image735.png"/><Relationship Id="rId150" Type="http://schemas.openxmlformats.org/officeDocument/2006/relationships/image" Target="../media/image736.png"/><Relationship Id="rId151" Type="http://schemas.openxmlformats.org/officeDocument/2006/relationships/image" Target="../media/image737.png"/><Relationship Id="rId152" Type="http://schemas.openxmlformats.org/officeDocument/2006/relationships/image" Target="../media/image738.png"/><Relationship Id="rId153" Type="http://schemas.openxmlformats.org/officeDocument/2006/relationships/image" Target="../media/image739.png"/><Relationship Id="rId154" Type="http://schemas.openxmlformats.org/officeDocument/2006/relationships/image" Target="../media/image740.png"/><Relationship Id="rId155" Type="http://schemas.openxmlformats.org/officeDocument/2006/relationships/image" Target="../media/image741.png"/><Relationship Id="rId156" Type="http://schemas.openxmlformats.org/officeDocument/2006/relationships/image" Target="../media/image742.png"/><Relationship Id="rId157" Type="http://schemas.openxmlformats.org/officeDocument/2006/relationships/image" Target="../media/image743.png"/><Relationship Id="rId158" Type="http://schemas.openxmlformats.org/officeDocument/2006/relationships/image" Target="../media/image744.png"/><Relationship Id="rId159" Type="http://schemas.openxmlformats.org/officeDocument/2006/relationships/image" Target="../media/image745.png"/><Relationship Id="rId160" Type="http://schemas.openxmlformats.org/officeDocument/2006/relationships/image" Target="../media/image746.png"/><Relationship Id="rId161" Type="http://schemas.openxmlformats.org/officeDocument/2006/relationships/image" Target="../media/image747.png"/><Relationship Id="rId162" Type="http://schemas.openxmlformats.org/officeDocument/2006/relationships/image" Target="../media/image748.png"/><Relationship Id="rId163" Type="http://schemas.openxmlformats.org/officeDocument/2006/relationships/image" Target="../media/image749.png"/><Relationship Id="rId164" Type="http://schemas.openxmlformats.org/officeDocument/2006/relationships/image" Target="../media/image750.png"/><Relationship Id="rId165" Type="http://schemas.openxmlformats.org/officeDocument/2006/relationships/image" Target="../media/image751.png"/><Relationship Id="rId166" Type="http://schemas.openxmlformats.org/officeDocument/2006/relationships/image" Target="../media/image752.png"/><Relationship Id="rId167" Type="http://schemas.openxmlformats.org/officeDocument/2006/relationships/image" Target="../media/image753.png"/><Relationship Id="rId168" Type="http://schemas.openxmlformats.org/officeDocument/2006/relationships/image" Target="../media/image754.png"/><Relationship Id="rId169" Type="http://schemas.openxmlformats.org/officeDocument/2006/relationships/image" Target="../media/image755.png"/><Relationship Id="rId170" Type="http://schemas.openxmlformats.org/officeDocument/2006/relationships/image" Target="../media/image756.png"/><Relationship Id="rId171" Type="http://schemas.openxmlformats.org/officeDocument/2006/relationships/image" Target="../media/image757.png"/><Relationship Id="rId172" Type="http://schemas.openxmlformats.org/officeDocument/2006/relationships/image" Target="../media/image758.png"/><Relationship Id="rId173" Type="http://schemas.openxmlformats.org/officeDocument/2006/relationships/image" Target="../media/image759.png"/><Relationship Id="rId174" Type="http://schemas.openxmlformats.org/officeDocument/2006/relationships/image" Target="../media/image760.png"/><Relationship Id="rId175" Type="http://schemas.openxmlformats.org/officeDocument/2006/relationships/image" Target="../media/image761.png"/><Relationship Id="rId176" Type="http://schemas.openxmlformats.org/officeDocument/2006/relationships/image" Target="../media/image762.png"/><Relationship Id="rId177" Type="http://schemas.openxmlformats.org/officeDocument/2006/relationships/image" Target="../media/image763.png"/><Relationship Id="rId178" Type="http://schemas.openxmlformats.org/officeDocument/2006/relationships/image" Target="../media/image764.png"/><Relationship Id="rId179" Type="http://schemas.openxmlformats.org/officeDocument/2006/relationships/image" Target="../media/image765.png"/><Relationship Id="rId180" Type="http://schemas.openxmlformats.org/officeDocument/2006/relationships/image" Target="../media/image766.png"/><Relationship Id="rId181" Type="http://schemas.openxmlformats.org/officeDocument/2006/relationships/image" Target="../media/image767.png"/><Relationship Id="rId182" Type="http://schemas.openxmlformats.org/officeDocument/2006/relationships/image" Target="../media/image768.png"/><Relationship Id="rId183" Type="http://schemas.openxmlformats.org/officeDocument/2006/relationships/image" Target="../media/image769.png"/><Relationship Id="rId184" Type="http://schemas.openxmlformats.org/officeDocument/2006/relationships/image" Target="../media/image770.png"/><Relationship Id="rId185" Type="http://schemas.openxmlformats.org/officeDocument/2006/relationships/image" Target="../media/image771.png"/><Relationship Id="rId186" Type="http://schemas.openxmlformats.org/officeDocument/2006/relationships/image" Target="../media/image772.png"/><Relationship Id="rId187" Type="http://schemas.openxmlformats.org/officeDocument/2006/relationships/image" Target="../media/image773.png"/><Relationship Id="rId188" Type="http://schemas.openxmlformats.org/officeDocument/2006/relationships/image" Target="../media/image774.png"/><Relationship Id="rId189" Type="http://schemas.openxmlformats.org/officeDocument/2006/relationships/image" Target="../media/image775.png"/><Relationship Id="rId190" Type="http://schemas.openxmlformats.org/officeDocument/2006/relationships/image" Target="../media/image776.png"/><Relationship Id="rId191" Type="http://schemas.openxmlformats.org/officeDocument/2006/relationships/image" Target="../media/image777.png"/><Relationship Id="rId192" Type="http://schemas.openxmlformats.org/officeDocument/2006/relationships/image" Target="../media/image778.png"/><Relationship Id="rId193" Type="http://schemas.openxmlformats.org/officeDocument/2006/relationships/image" Target="../media/image779.png"/><Relationship Id="rId194" Type="http://schemas.openxmlformats.org/officeDocument/2006/relationships/image" Target="../media/image780.png"/><Relationship Id="rId195" Type="http://schemas.openxmlformats.org/officeDocument/2006/relationships/image" Target="../media/image781.png"/><Relationship Id="rId196" Type="http://schemas.openxmlformats.org/officeDocument/2006/relationships/image" Target="../media/image782.png"/><Relationship Id="rId197" Type="http://schemas.openxmlformats.org/officeDocument/2006/relationships/image" Target="../media/image783.png"/><Relationship Id="rId198" Type="http://schemas.openxmlformats.org/officeDocument/2006/relationships/image" Target="../media/image784.png"/><Relationship Id="rId199" Type="http://schemas.openxmlformats.org/officeDocument/2006/relationships/image" Target="../media/image785.png"/><Relationship Id="rId200" Type="http://schemas.openxmlformats.org/officeDocument/2006/relationships/image" Target="../media/image786.png"/><Relationship Id="rId201" Type="http://schemas.openxmlformats.org/officeDocument/2006/relationships/image" Target="../media/image787.png"/><Relationship Id="rId202" Type="http://schemas.openxmlformats.org/officeDocument/2006/relationships/image" Target="../media/image788.png"/><Relationship Id="rId203" Type="http://schemas.openxmlformats.org/officeDocument/2006/relationships/image" Target="../media/image789.png"/><Relationship Id="rId204" Type="http://schemas.openxmlformats.org/officeDocument/2006/relationships/image" Target="../media/image790.png"/><Relationship Id="rId205" Type="http://schemas.openxmlformats.org/officeDocument/2006/relationships/image" Target="../media/image791.png"/><Relationship Id="rId206" Type="http://schemas.openxmlformats.org/officeDocument/2006/relationships/image" Target="../media/image792.png"/><Relationship Id="rId207" Type="http://schemas.openxmlformats.org/officeDocument/2006/relationships/image" Target="../media/image793.png"/><Relationship Id="rId208" Type="http://schemas.openxmlformats.org/officeDocument/2006/relationships/image" Target="../media/image794.png"/><Relationship Id="rId209" Type="http://schemas.openxmlformats.org/officeDocument/2006/relationships/image" Target="../media/image795.png"/><Relationship Id="rId210" Type="http://schemas.openxmlformats.org/officeDocument/2006/relationships/image" Target="../media/image796.png"/><Relationship Id="rId211" Type="http://schemas.openxmlformats.org/officeDocument/2006/relationships/image" Target="../media/image797.png"/><Relationship Id="rId212" Type="http://schemas.openxmlformats.org/officeDocument/2006/relationships/image" Target="../media/image798.png"/><Relationship Id="rId213" Type="http://schemas.openxmlformats.org/officeDocument/2006/relationships/image" Target="../media/image799.png"/><Relationship Id="rId214" Type="http://schemas.openxmlformats.org/officeDocument/2006/relationships/image" Target="../media/image800.png"/><Relationship Id="rId215" Type="http://schemas.openxmlformats.org/officeDocument/2006/relationships/image" Target="../media/image801.png"/><Relationship Id="rId216" Type="http://schemas.openxmlformats.org/officeDocument/2006/relationships/image" Target="../media/image802.png"/><Relationship Id="rId217" Type="http://schemas.openxmlformats.org/officeDocument/2006/relationships/image" Target="../media/image803.png"/><Relationship Id="rId218" Type="http://schemas.openxmlformats.org/officeDocument/2006/relationships/image" Target="../media/image804.png"/><Relationship Id="rId219" Type="http://schemas.openxmlformats.org/officeDocument/2006/relationships/image" Target="../media/image805.png"/><Relationship Id="rId220" Type="http://schemas.openxmlformats.org/officeDocument/2006/relationships/image" Target="../media/image806.png"/><Relationship Id="rId221" Type="http://schemas.openxmlformats.org/officeDocument/2006/relationships/image" Target="../media/image807.png"/><Relationship Id="rId222" Type="http://schemas.openxmlformats.org/officeDocument/2006/relationships/image" Target="../media/image808.png"/><Relationship Id="rId223" Type="http://schemas.openxmlformats.org/officeDocument/2006/relationships/image" Target="../media/image809.pn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10.png"/><Relationship Id="rId3" Type="http://schemas.openxmlformats.org/officeDocument/2006/relationships/image" Target="../media/image811.png"/><Relationship Id="rId4" Type="http://schemas.openxmlformats.org/officeDocument/2006/relationships/image" Target="../media/image812.png"/><Relationship Id="rId5" Type="http://schemas.openxmlformats.org/officeDocument/2006/relationships/image" Target="../media/image813.png"/><Relationship Id="rId6" Type="http://schemas.openxmlformats.org/officeDocument/2006/relationships/image" Target="../media/image814.png"/><Relationship Id="rId7" Type="http://schemas.openxmlformats.org/officeDocument/2006/relationships/image" Target="../media/image815.png"/><Relationship Id="rId8" Type="http://schemas.openxmlformats.org/officeDocument/2006/relationships/image" Target="../media/image816.png"/><Relationship Id="rId9" Type="http://schemas.openxmlformats.org/officeDocument/2006/relationships/image" Target="../media/image817.png"/><Relationship Id="rId10" Type="http://schemas.openxmlformats.org/officeDocument/2006/relationships/image" Target="../media/image818.png"/><Relationship Id="rId11" Type="http://schemas.openxmlformats.org/officeDocument/2006/relationships/image" Target="../media/image819.png"/><Relationship Id="rId12" Type="http://schemas.openxmlformats.org/officeDocument/2006/relationships/image" Target="../media/image820.png"/><Relationship Id="rId13" Type="http://schemas.openxmlformats.org/officeDocument/2006/relationships/image" Target="../media/image821.png"/><Relationship Id="rId14" Type="http://schemas.openxmlformats.org/officeDocument/2006/relationships/image" Target="../media/image822.png"/><Relationship Id="rId15" Type="http://schemas.openxmlformats.org/officeDocument/2006/relationships/image" Target="../media/image823.png"/><Relationship Id="rId16" Type="http://schemas.openxmlformats.org/officeDocument/2006/relationships/image" Target="../media/image824.png"/><Relationship Id="rId17" Type="http://schemas.openxmlformats.org/officeDocument/2006/relationships/image" Target="../media/image825.png"/><Relationship Id="rId18" Type="http://schemas.openxmlformats.org/officeDocument/2006/relationships/image" Target="../media/image826.png"/><Relationship Id="rId19" Type="http://schemas.openxmlformats.org/officeDocument/2006/relationships/image" Target="../media/image827.png"/><Relationship Id="rId20" Type="http://schemas.openxmlformats.org/officeDocument/2006/relationships/image" Target="../media/image828.png"/><Relationship Id="rId21" Type="http://schemas.openxmlformats.org/officeDocument/2006/relationships/image" Target="../media/image829.png"/><Relationship Id="rId22" Type="http://schemas.openxmlformats.org/officeDocument/2006/relationships/image" Target="../media/image830.png"/><Relationship Id="rId23" Type="http://schemas.openxmlformats.org/officeDocument/2006/relationships/image" Target="../media/image831.png"/><Relationship Id="rId24" Type="http://schemas.openxmlformats.org/officeDocument/2006/relationships/image" Target="../media/image832.png"/><Relationship Id="rId25" Type="http://schemas.openxmlformats.org/officeDocument/2006/relationships/image" Target="../media/image833.png"/><Relationship Id="rId26" Type="http://schemas.openxmlformats.org/officeDocument/2006/relationships/image" Target="../media/image834.png"/><Relationship Id="rId27" Type="http://schemas.openxmlformats.org/officeDocument/2006/relationships/image" Target="../media/image835.png"/><Relationship Id="rId28" Type="http://schemas.openxmlformats.org/officeDocument/2006/relationships/image" Target="../media/image836.png"/><Relationship Id="rId29" Type="http://schemas.openxmlformats.org/officeDocument/2006/relationships/image" Target="../media/image837.png"/><Relationship Id="rId30" Type="http://schemas.openxmlformats.org/officeDocument/2006/relationships/image" Target="../media/image838.png"/><Relationship Id="rId31" Type="http://schemas.openxmlformats.org/officeDocument/2006/relationships/image" Target="../media/image839.png"/><Relationship Id="rId32" Type="http://schemas.openxmlformats.org/officeDocument/2006/relationships/image" Target="../media/image840.png"/><Relationship Id="rId33" Type="http://schemas.openxmlformats.org/officeDocument/2006/relationships/image" Target="../media/image841.png"/><Relationship Id="rId34" Type="http://schemas.openxmlformats.org/officeDocument/2006/relationships/image" Target="../media/image842.png"/><Relationship Id="rId35" Type="http://schemas.openxmlformats.org/officeDocument/2006/relationships/image" Target="../media/image843.png"/><Relationship Id="rId36" Type="http://schemas.openxmlformats.org/officeDocument/2006/relationships/image" Target="../media/image844.png"/><Relationship Id="rId37" Type="http://schemas.openxmlformats.org/officeDocument/2006/relationships/image" Target="../media/image845.png"/><Relationship Id="rId38" Type="http://schemas.openxmlformats.org/officeDocument/2006/relationships/image" Target="../media/image846.png"/><Relationship Id="rId39" Type="http://schemas.openxmlformats.org/officeDocument/2006/relationships/image" Target="../media/image847.png"/><Relationship Id="rId40" Type="http://schemas.openxmlformats.org/officeDocument/2006/relationships/image" Target="../media/image848.png"/><Relationship Id="rId41" Type="http://schemas.openxmlformats.org/officeDocument/2006/relationships/image" Target="../media/image849.png"/><Relationship Id="rId42" Type="http://schemas.openxmlformats.org/officeDocument/2006/relationships/image" Target="../media/image850.png"/><Relationship Id="rId43" Type="http://schemas.openxmlformats.org/officeDocument/2006/relationships/image" Target="../media/image851.png"/><Relationship Id="rId44" Type="http://schemas.openxmlformats.org/officeDocument/2006/relationships/image" Target="../media/image852.png"/><Relationship Id="rId45" Type="http://schemas.openxmlformats.org/officeDocument/2006/relationships/image" Target="../media/image853.png"/><Relationship Id="rId46" Type="http://schemas.openxmlformats.org/officeDocument/2006/relationships/image" Target="../media/image854.png"/><Relationship Id="rId47" Type="http://schemas.openxmlformats.org/officeDocument/2006/relationships/image" Target="../media/image855.png"/><Relationship Id="rId48" Type="http://schemas.openxmlformats.org/officeDocument/2006/relationships/image" Target="../media/image856.png"/><Relationship Id="rId49" Type="http://schemas.openxmlformats.org/officeDocument/2006/relationships/image" Target="../media/image857.png"/><Relationship Id="rId50" Type="http://schemas.openxmlformats.org/officeDocument/2006/relationships/image" Target="../media/image858.png"/><Relationship Id="rId51" Type="http://schemas.openxmlformats.org/officeDocument/2006/relationships/image" Target="../media/image859.png"/><Relationship Id="rId52" Type="http://schemas.openxmlformats.org/officeDocument/2006/relationships/image" Target="../media/image860.png"/><Relationship Id="rId53" Type="http://schemas.openxmlformats.org/officeDocument/2006/relationships/image" Target="../media/image861.png"/><Relationship Id="rId54" Type="http://schemas.openxmlformats.org/officeDocument/2006/relationships/image" Target="../media/image862.png"/><Relationship Id="rId55" Type="http://schemas.openxmlformats.org/officeDocument/2006/relationships/image" Target="../media/image863.png"/><Relationship Id="rId56" Type="http://schemas.openxmlformats.org/officeDocument/2006/relationships/image" Target="../media/image864.png"/><Relationship Id="rId57" Type="http://schemas.openxmlformats.org/officeDocument/2006/relationships/image" Target="../media/image865.png"/><Relationship Id="rId58" Type="http://schemas.openxmlformats.org/officeDocument/2006/relationships/image" Target="../media/image866.png"/><Relationship Id="rId59" Type="http://schemas.openxmlformats.org/officeDocument/2006/relationships/image" Target="../media/image867.png"/><Relationship Id="rId60" Type="http://schemas.openxmlformats.org/officeDocument/2006/relationships/image" Target="../media/image868.png"/><Relationship Id="rId61" Type="http://schemas.openxmlformats.org/officeDocument/2006/relationships/image" Target="../media/image869.png"/><Relationship Id="rId62" Type="http://schemas.openxmlformats.org/officeDocument/2006/relationships/image" Target="../media/image870.png"/><Relationship Id="rId63" Type="http://schemas.openxmlformats.org/officeDocument/2006/relationships/image" Target="../media/image871.png"/><Relationship Id="rId64" Type="http://schemas.openxmlformats.org/officeDocument/2006/relationships/image" Target="../media/image872.png"/><Relationship Id="rId65" Type="http://schemas.openxmlformats.org/officeDocument/2006/relationships/image" Target="../media/image873.png"/><Relationship Id="rId66" Type="http://schemas.openxmlformats.org/officeDocument/2006/relationships/image" Target="../media/image874.png"/><Relationship Id="rId67" Type="http://schemas.openxmlformats.org/officeDocument/2006/relationships/image" Target="../media/image875.png"/><Relationship Id="rId68" Type="http://schemas.openxmlformats.org/officeDocument/2006/relationships/image" Target="../media/image876.png"/><Relationship Id="rId69" Type="http://schemas.openxmlformats.org/officeDocument/2006/relationships/image" Target="../media/image877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5415" rIns="0" bIns="0" rtlCol="0" vert="horz">
            <a:spAutoFit/>
          </a:bodyPr>
          <a:lstStyle/>
          <a:p>
            <a:pPr marL="184785">
              <a:lnSpc>
                <a:spcPts val="1425"/>
              </a:lnSpc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47927" y="408431"/>
              <a:ext cx="2329180" cy="622300"/>
            </a:xfrm>
            <a:custGeom>
              <a:avLst/>
              <a:gdLst/>
              <a:ahLst/>
              <a:cxnLst/>
              <a:rect l="l" t="t" r="r" b="b"/>
              <a:pathLst>
                <a:path w="2329179" h="622300">
                  <a:moveTo>
                    <a:pt x="2178050" y="0"/>
                  </a:moveTo>
                  <a:lnTo>
                    <a:pt x="150647" y="0"/>
                  </a:lnTo>
                  <a:lnTo>
                    <a:pt x="103032" y="7678"/>
                  </a:lnTo>
                  <a:lnTo>
                    <a:pt x="61678" y="29061"/>
                  </a:lnTo>
                  <a:lnTo>
                    <a:pt x="29066" y="61667"/>
                  </a:lnTo>
                  <a:lnTo>
                    <a:pt x="7680" y="103014"/>
                  </a:lnTo>
                  <a:lnTo>
                    <a:pt x="0" y="150621"/>
                  </a:lnTo>
                  <a:lnTo>
                    <a:pt x="0" y="471169"/>
                  </a:lnTo>
                  <a:lnTo>
                    <a:pt x="7680" y="518777"/>
                  </a:lnTo>
                  <a:lnTo>
                    <a:pt x="29066" y="560124"/>
                  </a:lnTo>
                  <a:lnTo>
                    <a:pt x="61678" y="592730"/>
                  </a:lnTo>
                  <a:lnTo>
                    <a:pt x="103032" y="614113"/>
                  </a:lnTo>
                  <a:lnTo>
                    <a:pt x="150647" y="621791"/>
                  </a:lnTo>
                  <a:lnTo>
                    <a:pt x="2178050" y="621791"/>
                  </a:lnTo>
                  <a:lnTo>
                    <a:pt x="2225657" y="614113"/>
                  </a:lnTo>
                  <a:lnTo>
                    <a:pt x="2267004" y="592730"/>
                  </a:lnTo>
                  <a:lnTo>
                    <a:pt x="2299610" y="560124"/>
                  </a:lnTo>
                  <a:lnTo>
                    <a:pt x="2320993" y="518777"/>
                  </a:lnTo>
                  <a:lnTo>
                    <a:pt x="2328672" y="471169"/>
                  </a:lnTo>
                  <a:lnTo>
                    <a:pt x="2328672" y="150621"/>
                  </a:lnTo>
                  <a:lnTo>
                    <a:pt x="2320993" y="103014"/>
                  </a:lnTo>
                  <a:lnTo>
                    <a:pt x="2299610" y="61667"/>
                  </a:lnTo>
                  <a:lnTo>
                    <a:pt x="2267004" y="29061"/>
                  </a:lnTo>
                  <a:lnTo>
                    <a:pt x="2225657" y="7678"/>
                  </a:lnTo>
                  <a:lnTo>
                    <a:pt x="2178050" y="0"/>
                  </a:lnTo>
                  <a:close/>
                </a:path>
              </a:pathLst>
            </a:custGeom>
            <a:solidFill>
              <a:srgbClr val="FF005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4526" rIns="0" bIns="0" rtlCol="0" vert="horz">
            <a:spAutoFit/>
          </a:bodyPr>
          <a:lstStyle/>
          <a:p>
            <a:pPr marL="749935">
              <a:lnSpc>
                <a:spcPct val="100000"/>
              </a:lnSpc>
              <a:spcBef>
                <a:spcPts val="90"/>
              </a:spcBef>
            </a:pPr>
            <a:r>
              <a:rPr dirty="0" spc="-20">
                <a:solidFill>
                  <a:srgbClr val="FFFFFF"/>
                </a:solidFill>
              </a:rPr>
              <a:t>ВВОДНЫЕ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"/>
              <a:t>Привет,</a:t>
            </a:r>
            <a:r>
              <a:rPr dirty="0" spc="-80"/>
              <a:t> </a:t>
            </a:r>
            <a:r>
              <a:rPr dirty="0"/>
              <a:t>участник</a:t>
            </a:r>
            <a:r>
              <a:rPr dirty="0" spc="-50"/>
              <a:t> </a:t>
            </a:r>
            <a:r>
              <a:rPr dirty="0" spc="-10"/>
              <a:t>хакатона!</a:t>
            </a:r>
          </a:p>
          <a:p>
            <a:pPr>
              <a:lnSpc>
                <a:spcPct val="100000"/>
              </a:lnSpc>
              <a:spcBef>
                <a:spcPts val="90"/>
              </a:spcBef>
            </a:p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dirty="0" b="0">
                <a:latin typeface="Microsoft Sans Serif"/>
                <a:cs typeface="Microsoft Sans Serif"/>
              </a:rPr>
              <a:t>Эта</a:t>
            </a:r>
            <a:r>
              <a:rPr dirty="0" spc="-15" b="0">
                <a:latin typeface="Microsoft Sans Serif"/>
                <a:cs typeface="Microsoft Sans Serif"/>
              </a:rPr>
              <a:t> </a:t>
            </a:r>
            <a:r>
              <a:rPr dirty="0" spc="-20" b="0">
                <a:latin typeface="Microsoft Sans Serif"/>
                <a:cs typeface="Microsoft Sans Serif"/>
              </a:rPr>
              <a:t>презентация</a:t>
            </a:r>
            <a:r>
              <a:rPr dirty="0" spc="-10" b="0">
                <a:latin typeface="Microsoft Sans Serif"/>
                <a:cs typeface="Microsoft Sans Serif"/>
              </a:rPr>
              <a:t> </a:t>
            </a:r>
            <a:r>
              <a:rPr dirty="0" spc="745" b="0">
                <a:latin typeface="Microsoft Sans Serif"/>
                <a:cs typeface="Microsoft Sans Serif"/>
              </a:rPr>
              <a:t>—</a:t>
            </a:r>
            <a:r>
              <a:rPr dirty="0" spc="-15" b="0">
                <a:latin typeface="Microsoft Sans Serif"/>
                <a:cs typeface="Microsoft Sans Serif"/>
              </a:rPr>
              <a:t> </a:t>
            </a:r>
            <a:r>
              <a:rPr dirty="0" spc="-10" b="0">
                <a:latin typeface="Microsoft Sans Serif"/>
                <a:cs typeface="Microsoft Sans Serif"/>
              </a:rPr>
              <a:t>готовая</a:t>
            </a:r>
            <a:r>
              <a:rPr dirty="0" spc="10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основа</a:t>
            </a:r>
            <a:r>
              <a:rPr dirty="0" spc="-30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для</a:t>
            </a:r>
            <a:r>
              <a:rPr dirty="0" spc="-30" b="0">
                <a:latin typeface="Microsoft Sans Serif"/>
                <a:cs typeface="Microsoft Sans Serif"/>
              </a:rPr>
              <a:t> </a:t>
            </a:r>
            <a:r>
              <a:rPr dirty="0" spc="-10" b="0">
                <a:latin typeface="Microsoft Sans Serif"/>
                <a:cs typeface="Microsoft Sans Serif"/>
              </a:rPr>
              <a:t>оформления</a:t>
            </a:r>
            <a:r>
              <a:rPr dirty="0" spc="-75" b="0">
                <a:latin typeface="Microsoft Sans Serif"/>
                <a:cs typeface="Microsoft Sans Serif"/>
              </a:rPr>
              <a:t> </a:t>
            </a:r>
            <a:r>
              <a:rPr dirty="0" spc="-10" b="0">
                <a:latin typeface="Microsoft Sans Serif"/>
                <a:cs typeface="Microsoft Sans Serif"/>
              </a:rPr>
              <a:t>решения команды.</a:t>
            </a:r>
            <a:r>
              <a:rPr dirty="0" spc="-60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Внутри</a:t>
            </a:r>
            <a:r>
              <a:rPr dirty="0" spc="5" b="0">
                <a:latin typeface="Microsoft Sans Serif"/>
                <a:cs typeface="Microsoft Sans Serif"/>
              </a:rPr>
              <a:t> </a:t>
            </a:r>
            <a:r>
              <a:rPr dirty="0" spc="745" b="0">
                <a:latin typeface="Microsoft Sans Serif"/>
                <a:cs typeface="Microsoft Sans Serif"/>
              </a:rPr>
              <a:t>—</a:t>
            </a:r>
            <a:r>
              <a:rPr dirty="0" spc="-60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примеры</a:t>
            </a:r>
            <a:r>
              <a:rPr dirty="0" spc="-85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слайдов,</a:t>
            </a:r>
            <a:r>
              <a:rPr dirty="0" spc="-75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логотипы,</a:t>
            </a:r>
            <a:r>
              <a:rPr dirty="0" spc="-40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шрифты,</a:t>
            </a:r>
            <a:r>
              <a:rPr dirty="0" spc="-55" b="0">
                <a:latin typeface="Microsoft Sans Serif"/>
                <a:cs typeface="Microsoft Sans Serif"/>
              </a:rPr>
              <a:t> </a:t>
            </a:r>
            <a:r>
              <a:rPr dirty="0" spc="-10" b="0">
                <a:latin typeface="Microsoft Sans Serif"/>
                <a:cs typeface="Microsoft Sans Serif"/>
              </a:rPr>
              <a:t>цвета, </a:t>
            </a:r>
            <a:r>
              <a:rPr dirty="0" spc="-30" b="0">
                <a:latin typeface="Microsoft Sans Serif"/>
                <a:cs typeface="Microsoft Sans Serif"/>
              </a:rPr>
              <a:t>иконки</a:t>
            </a:r>
            <a:r>
              <a:rPr dirty="0" spc="-50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и</a:t>
            </a:r>
            <a:r>
              <a:rPr dirty="0" spc="-45" b="0">
                <a:latin typeface="Microsoft Sans Serif"/>
                <a:cs typeface="Microsoft Sans Serif"/>
              </a:rPr>
              <a:t> </a:t>
            </a:r>
            <a:r>
              <a:rPr dirty="0" spc="-10" b="0">
                <a:latin typeface="Microsoft Sans Serif"/>
                <a:cs typeface="Microsoft Sans Serif"/>
              </a:rPr>
              <a:t>различные</a:t>
            </a:r>
            <a:r>
              <a:rPr dirty="0" spc="-25" b="0">
                <a:latin typeface="Microsoft Sans Serif"/>
                <a:cs typeface="Microsoft Sans Serif"/>
              </a:rPr>
              <a:t> </a:t>
            </a:r>
            <a:r>
              <a:rPr dirty="0" spc="-20" b="0">
                <a:latin typeface="Microsoft Sans Serif"/>
                <a:cs typeface="Microsoft Sans Serif"/>
              </a:rPr>
              <a:t>графические</a:t>
            </a:r>
            <a:r>
              <a:rPr dirty="0" spc="-70" b="0">
                <a:latin typeface="Microsoft Sans Serif"/>
                <a:cs typeface="Microsoft Sans Serif"/>
              </a:rPr>
              <a:t> </a:t>
            </a:r>
            <a:r>
              <a:rPr dirty="0" spc="-10" b="0">
                <a:latin typeface="Microsoft Sans Serif"/>
                <a:cs typeface="Microsoft Sans Serif"/>
              </a:rPr>
              <a:t>элементы.</a:t>
            </a:r>
          </a:p>
          <a:p>
            <a:pPr>
              <a:lnSpc>
                <a:spcPct val="100000"/>
              </a:lnSpc>
              <a:spcBef>
                <a:spcPts val="125"/>
              </a:spcBef>
            </a:pPr>
          </a:p>
          <a:p>
            <a:pPr marL="12700" marR="29845">
              <a:lnSpc>
                <a:spcPct val="100000"/>
              </a:lnSpc>
            </a:pPr>
            <a:r>
              <a:rPr dirty="0" b="0">
                <a:latin typeface="Microsoft Sans Serif"/>
                <a:cs typeface="Microsoft Sans Serif"/>
              </a:rPr>
              <a:t>Можешь</a:t>
            </a:r>
            <a:r>
              <a:rPr dirty="0" spc="-30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смело</a:t>
            </a:r>
            <a:r>
              <a:rPr dirty="0" spc="-85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доверить</a:t>
            </a:r>
            <a:r>
              <a:rPr dirty="0" spc="-65" b="0">
                <a:latin typeface="Microsoft Sans Serif"/>
                <a:cs typeface="Microsoft Sans Serif"/>
              </a:rPr>
              <a:t> </a:t>
            </a:r>
            <a:r>
              <a:rPr dirty="0" spc="-10" b="0">
                <a:latin typeface="Microsoft Sans Serif"/>
                <a:cs typeface="Microsoft Sans Serif"/>
              </a:rPr>
              <a:t>дизайн</a:t>
            </a:r>
            <a:r>
              <a:rPr dirty="0" spc="-60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этому</a:t>
            </a:r>
            <a:r>
              <a:rPr dirty="0" spc="-60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шаблону</a:t>
            </a:r>
            <a:r>
              <a:rPr dirty="0" spc="-60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и</a:t>
            </a:r>
            <a:r>
              <a:rPr dirty="0" spc="-45" b="0">
                <a:latin typeface="Microsoft Sans Serif"/>
                <a:cs typeface="Microsoft Sans Serif"/>
              </a:rPr>
              <a:t> </a:t>
            </a:r>
            <a:r>
              <a:rPr dirty="0" spc="-10" b="0">
                <a:latin typeface="Microsoft Sans Serif"/>
                <a:cs typeface="Microsoft Sans Serif"/>
              </a:rPr>
              <a:t>сосредоточить </a:t>
            </a:r>
            <a:r>
              <a:rPr dirty="0" b="0">
                <a:latin typeface="Microsoft Sans Serif"/>
                <a:cs typeface="Microsoft Sans Serif"/>
              </a:rPr>
              <a:t>свою</a:t>
            </a:r>
            <a:r>
              <a:rPr dirty="0" spc="-30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энергию</a:t>
            </a:r>
            <a:r>
              <a:rPr dirty="0" spc="-30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и</a:t>
            </a:r>
            <a:r>
              <a:rPr dirty="0" spc="-40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время</a:t>
            </a:r>
            <a:r>
              <a:rPr dirty="0" spc="-35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на</a:t>
            </a:r>
            <a:r>
              <a:rPr dirty="0" spc="-20" b="0">
                <a:latin typeface="Microsoft Sans Serif"/>
                <a:cs typeface="Microsoft Sans Serif"/>
              </a:rPr>
              <a:t> </a:t>
            </a:r>
            <a:r>
              <a:rPr dirty="0" spc="-10" b="0">
                <a:latin typeface="Microsoft Sans Serif"/>
                <a:cs typeface="Microsoft Sans Serif"/>
              </a:rPr>
              <a:t>действительно</a:t>
            </a:r>
            <a:r>
              <a:rPr dirty="0" spc="-45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важном</a:t>
            </a:r>
            <a:r>
              <a:rPr dirty="0" spc="30" b="0">
                <a:latin typeface="Microsoft Sans Serif"/>
                <a:cs typeface="Microsoft Sans Serif"/>
              </a:rPr>
              <a:t> </a:t>
            </a:r>
            <a:r>
              <a:rPr dirty="0" spc="745" b="0">
                <a:latin typeface="Microsoft Sans Serif"/>
                <a:cs typeface="Microsoft Sans Serif"/>
              </a:rPr>
              <a:t>—</a:t>
            </a:r>
            <a:r>
              <a:rPr dirty="0" spc="-20" b="0">
                <a:latin typeface="Microsoft Sans Serif"/>
                <a:cs typeface="Microsoft Sans Serif"/>
              </a:rPr>
              <a:t> </a:t>
            </a:r>
            <a:r>
              <a:rPr dirty="0" spc="-10" b="0">
                <a:latin typeface="Microsoft Sans Serif"/>
                <a:cs typeface="Microsoft Sans Serif"/>
              </a:rPr>
              <a:t>подготовке инновационного</a:t>
            </a:r>
            <a:r>
              <a:rPr dirty="0" spc="5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решения</a:t>
            </a:r>
            <a:r>
              <a:rPr dirty="0" spc="-25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для</a:t>
            </a:r>
            <a:r>
              <a:rPr dirty="0" spc="-30" b="0">
                <a:latin typeface="Microsoft Sans Serif"/>
                <a:cs typeface="Microsoft Sans Serif"/>
              </a:rPr>
              <a:t> </a:t>
            </a:r>
            <a:r>
              <a:rPr dirty="0" b="0">
                <a:latin typeface="Microsoft Sans Serif"/>
                <a:cs typeface="Microsoft Sans Serif"/>
              </a:rPr>
              <a:t>твоей</a:t>
            </a:r>
            <a:r>
              <a:rPr dirty="0" spc="-15" b="0">
                <a:latin typeface="Microsoft Sans Serif"/>
                <a:cs typeface="Microsoft Sans Serif"/>
              </a:rPr>
              <a:t> </a:t>
            </a:r>
            <a:r>
              <a:rPr dirty="0" spc="-10" b="0">
                <a:latin typeface="Microsoft Sans Serif"/>
                <a:cs typeface="Microsoft Sans Serif"/>
              </a:rPr>
              <a:t>победы!</a:t>
            </a:r>
          </a:p>
          <a:p>
            <a:pPr>
              <a:lnSpc>
                <a:spcPct val="100000"/>
              </a:lnSpc>
              <a:spcBef>
                <a:spcPts val="130"/>
              </a:spcBef>
            </a:pPr>
          </a:p>
          <a:p>
            <a:pPr marL="12700">
              <a:lnSpc>
                <a:spcPct val="100000"/>
              </a:lnSpc>
            </a:pPr>
            <a:r>
              <a:rPr dirty="0" spc="-10" b="0">
                <a:latin typeface="Microsoft Sans Serif"/>
                <a:cs typeface="Microsoft Sans Serif"/>
              </a:rPr>
              <a:t>Удачи!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5415" rIns="0" bIns="0" rtlCol="0" vert="horz">
            <a:spAutoFit/>
          </a:bodyPr>
          <a:lstStyle/>
          <a:p>
            <a:pPr marL="184785">
              <a:lnSpc>
                <a:spcPts val="1425"/>
              </a:lnSpc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1874500" cy="6858000"/>
            <a:chOff x="0" y="0"/>
            <a:chExt cx="118745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1874500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47927" y="1264919"/>
              <a:ext cx="3319779" cy="4935220"/>
            </a:xfrm>
            <a:custGeom>
              <a:avLst/>
              <a:gdLst/>
              <a:ahLst/>
              <a:cxnLst/>
              <a:rect l="l" t="t" r="r" b="b"/>
              <a:pathLst>
                <a:path w="3319779" h="4935220">
                  <a:moveTo>
                    <a:pt x="2993263" y="0"/>
                  </a:moveTo>
                  <a:lnTo>
                    <a:pt x="326009" y="0"/>
                  </a:lnTo>
                  <a:lnTo>
                    <a:pt x="277831" y="3533"/>
                  </a:lnTo>
                  <a:lnTo>
                    <a:pt x="231849" y="13799"/>
                  </a:lnTo>
                  <a:lnTo>
                    <a:pt x="188567" y="30294"/>
                  </a:lnTo>
                  <a:lnTo>
                    <a:pt x="148488" y="52512"/>
                  </a:lnTo>
                  <a:lnTo>
                    <a:pt x="112118" y="79952"/>
                  </a:lnTo>
                  <a:lnTo>
                    <a:pt x="79960" y="112108"/>
                  </a:lnTo>
                  <a:lnTo>
                    <a:pt x="52519" y="148477"/>
                  </a:lnTo>
                  <a:lnTo>
                    <a:pt x="30298" y="188556"/>
                  </a:lnTo>
                  <a:lnTo>
                    <a:pt x="13802" y="231840"/>
                  </a:lnTo>
                  <a:lnTo>
                    <a:pt x="3534" y="277825"/>
                  </a:lnTo>
                  <a:lnTo>
                    <a:pt x="0" y="326008"/>
                  </a:lnTo>
                  <a:lnTo>
                    <a:pt x="0" y="4608728"/>
                  </a:lnTo>
                  <a:lnTo>
                    <a:pt x="3534" y="4656899"/>
                  </a:lnTo>
                  <a:lnTo>
                    <a:pt x="13802" y="4702876"/>
                  </a:lnTo>
                  <a:lnTo>
                    <a:pt x="30298" y="4746154"/>
                  </a:lnTo>
                  <a:lnTo>
                    <a:pt x="52519" y="4786229"/>
                  </a:lnTo>
                  <a:lnTo>
                    <a:pt x="79960" y="4822597"/>
                  </a:lnTo>
                  <a:lnTo>
                    <a:pt x="112118" y="4854753"/>
                  </a:lnTo>
                  <a:lnTo>
                    <a:pt x="148488" y="4882193"/>
                  </a:lnTo>
                  <a:lnTo>
                    <a:pt x="188567" y="4904414"/>
                  </a:lnTo>
                  <a:lnTo>
                    <a:pt x="231849" y="4920910"/>
                  </a:lnTo>
                  <a:lnTo>
                    <a:pt x="277831" y="4931177"/>
                  </a:lnTo>
                  <a:lnTo>
                    <a:pt x="326009" y="4934711"/>
                  </a:lnTo>
                  <a:lnTo>
                    <a:pt x="2993263" y="4934711"/>
                  </a:lnTo>
                  <a:lnTo>
                    <a:pt x="3041446" y="4931177"/>
                  </a:lnTo>
                  <a:lnTo>
                    <a:pt x="3087431" y="4920910"/>
                  </a:lnTo>
                  <a:lnTo>
                    <a:pt x="3130715" y="4904414"/>
                  </a:lnTo>
                  <a:lnTo>
                    <a:pt x="3170794" y="4882193"/>
                  </a:lnTo>
                  <a:lnTo>
                    <a:pt x="3207163" y="4854753"/>
                  </a:lnTo>
                  <a:lnTo>
                    <a:pt x="3239319" y="4822597"/>
                  </a:lnTo>
                  <a:lnTo>
                    <a:pt x="3266759" y="4786229"/>
                  </a:lnTo>
                  <a:lnTo>
                    <a:pt x="3288977" y="4746154"/>
                  </a:lnTo>
                  <a:lnTo>
                    <a:pt x="3305472" y="4702876"/>
                  </a:lnTo>
                  <a:lnTo>
                    <a:pt x="3315738" y="4656899"/>
                  </a:lnTo>
                  <a:lnTo>
                    <a:pt x="3319272" y="4608728"/>
                  </a:lnTo>
                  <a:lnTo>
                    <a:pt x="3319272" y="326008"/>
                  </a:lnTo>
                  <a:lnTo>
                    <a:pt x="3315738" y="277825"/>
                  </a:lnTo>
                  <a:lnTo>
                    <a:pt x="3305472" y="231840"/>
                  </a:lnTo>
                  <a:lnTo>
                    <a:pt x="3288977" y="188556"/>
                  </a:lnTo>
                  <a:lnTo>
                    <a:pt x="3266759" y="148477"/>
                  </a:lnTo>
                  <a:lnTo>
                    <a:pt x="3239319" y="112108"/>
                  </a:lnTo>
                  <a:lnTo>
                    <a:pt x="3207163" y="79952"/>
                  </a:lnTo>
                  <a:lnTo>
                    <a:pt x="3170794" y="52512"/>
                  </a:lnTo>
                  <a:lnTo>
                    <a:pt x="3130715" y="30294"/>
                  </a:lnTo>
                  <a:lnTo>
                    <a:pt x="3087431" y="13799"/>
                  </a:lnTo>
                  <a:lnTo>
                    <a:pt x="3041446" y="3533"/>
                  </a:lnTo>
                  <a:lnTo>
                    <a:pt x="2993263" y="0"/>
                  </a:lnTo>
                  <a:close/>
                </a:path>
              </a:pathLst>
            </a:custGeom>
            <a:solidFill>
              <a:srgbClr val="75399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/>
          <p:nvPr/>
        </p:nvSpPr>
        <p:spPr>
          <a:xfrm>
            <a:off x="947927" y="408431"/>
            <a:ext cx="5148580" cy="622300"/>
          </a:xfrm>
          <a:custGeom>
            <a:avLst/>
            <a:gdLst/>
            <a:ahLst/>
            <a:cxnLst/>
            <a:rect l="l" t="t" r="r" b="b"/>
            <a:pathLst>
              <a:path w="5148580" h="622300">
                <a:moveTo>
                  <a:pt x="4997450" y="0"/>
                </a:moveTo>
                <a:lnTo>
                  <a:pt x="150647" y="0"/>
                </a:lnTo>
                <a:lnTo>
                  <a:pt x="103032" y="7678"/>
                </a:lnTo>
                <a:lnTo>
                  <a:pt x="61678" y="29061"/>
                </a:lnTo>
                <a:lnTo>
                  <a:pt x="29066" y="61667"/>
                </a:lnTo>
                <a:lnTo>
                  <a:pt x="7680" y="103014"/>
                </a:lnTo>
                <a:lnTo>
                  <a:pt x="0" y="150621"/>
                </a:lnTo>
                <a:lnTo>
                  <a:pt x="0" y="471169"/>
                </a:lnTo>
                <a:lnTo>
                  <a:pt x="7680" y="518777"/>
                </a:lnTo>
                <a:lnTo>
                  <a:pt x="29066" y="560124"/>
                </a:lnTo>
                <a:lnTo>
                  <a:pt x="61678" y="592730"/>
                </a:lnTo>
                <a:lnTo>
                  <a:pt x="103032" y="614113"/>
                </a:lnTo>
                <a:lnTo>
                  <a:pt x="150647" y="621791"/>
                </a:lnTo>
                <a:lnTo>
                  <a:pt x="4997450" y="621791"/>
                </a:lnTo>
                <a:lnTo>
                  <a:pt x="5045057" y="614113"/>
                </a:lnTo>
                <a:lnTo>
                  <a:pt x="5086404" y="592730"/>
                </a:lnTo>
                <a:lnTo>
                  <a:pt x="5119010" y="560124"/>
                </a:lnTo>
                <a:lnTo>
                  <a:pt x="5140393" y="518777"/>
                </a:lnTo>
                <a:lnTo>
                  <a:pt x="5148072" y="471169"/>
                </a:lnTo>
                <a:lnTo>
                  <a:pt x="5148072" y="150621"/>
                </a:lnTo>
                <a:lnTo>
                  <a:pt x="5140393" y="103014"/>
                </a:lnTo>
                <a:lnTo>
                  <a:pt x="5119010" y="61667"/>
                </a:lnTo>
                <a:lnTo>
                  <a:pt x="5086404" y="29061"/>
                </a:lnTo>
                <a:lnTo>
                  <a:pt x="5045057" y="7678"/>
                </a:lnTo>
                <a:lnTo>
                  <a:pt x="4997450" y="0"/>
                </a:lnTo>
                <a:close/>
              </a:path>
            </a:pathLst>
          </a:custGeom>
          <a:solidFill>
            <a:srgbClr val="52097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$PPTXTitle"/>
          <p:cNvSpPr txBox="1">
            <a:spLocks noGrp="1"/>
          </p:cNvSpPr>
          <p:nvPr>
            <p:ph type="title"/>
          </p:nvPr>
        </p:nvSpPr>
        <p:spPr>
          <a:xfrm>
            <a:off x="1339977" y="536194"/>
            <a:ext cx="3827779" cy="32956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10">
                <a:solidFill>
                  <a:srgbClr val="FFFFFF"/>
                </a:solidFill>
              </a:rPr>
              <a:t>СОДЕРЖАНИЕ</a:t>
            </a:r>
            <a:r>
              <a:rPr dirty="0" spc="-110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ПРЕЗЕНТАЦИИ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39977" y="1601851"/>
            <a:ext cx="205041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Титульный</a:t>
            </a:r>
            <a:r>
              <a:rPr dirty="0" sz="18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0" b="1">
                <a:solidFill>
                  <a:srgbClr val="FFFFFF"/>
                </a:solidFill>
                <a:latin typeface="Arial"/>
                <a:cs typeface="Arial"/>
              </a:rPr>
              <a:t>слайд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39977" y="2359279"/>
            <a:ext cx="174371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5"/>
              </a:spcBef>
              <a:buClr>
                <a:srgbClr val="FC0C50"/>
              </a:buClr>
              <a:buChar char="•"/>
              <a:tabLst>
                <a:tab pos="299085" algn="l"/>
              </a:tabLst>
            </a:pPr>
            <a:r>
              <a:rPr dirty="0" sz="1300" spc="-10">
                <a:solidFill>
                  <a:srgbClr val="FFFFFF"/>
                </a:solidFill>
                <a:latin typeface="Microsoft Sans Serif"/>
                <a:cs typeface="Microsoft Sans Serif"/>
              </a:rPr>
              <a:t>название</a:t>
            </a:r>
            <a:r>
              <a:rPr dirty="0" sz="1300" spc="-4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Microsoft Sans Serif"/>
                <a:cs typeface="Microsoft Sans Serif"/>
              </a:rPr>
              <a:t>команды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39977" y="2758820"/>
            <a:ext cx="159893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5"/>
              </a:spcBef>
              <a:buClr>
                <a:srgbClr val="FC0C50"/>
              </a:buClr>
              <a:buChar char="•"/>
              <a:tabLst>
                <a:tab pos="299085" algn="l"/>
              </a:tabLst>
            </a:pPr>
            <a:r>
              <a:rPr dirty="0" sz="1300" spc="-10">
                <a:solidFill>
                  <a:srgbClr val="FFFFFF"/>
                </a:solidFill>
                <a:latin typeface="Microsoft Sans Serif"/>
                <a:cs typeface="Microsoft Sans Serif"/>
              </a:rPr>
              <a:t>название</a:t>
            </a:r>
            <a:r>
              <a:rPr dirty="0" sz="1300" spc="-4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Microsoft Sans Serif"/>
                <a:cs typeface="Microsoft Sans Serif"/>
              </a:rPr>
              <a:t>задачи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39977" y="3161156"/>
            <a:ext cx="1985645" cy="421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5"/>
              </a:spcBef>
              <a:buClr>
                <a:srgbClr val="FC0C50"/>
              </a:buClr>
              <a:buChar char="•"/>
              <a:tabLst>
                <a:tab pos="299085" algn="l"/>
              </a:tabLst>
            </a:pPr>
            <a:r>
              <a:rPr dirty="0" sz="1300">
                <a:solidFill>
                  <a:srgbClr val="FFFFFF"/>
                </a:solidFill>
                <a:latin typeface="Microsoft Sans Serif"/>
                <a:cs typeface="Microsoft Sans Serif"/>
              </a:rPr>
              <a:t>логотип</a:t>
            </a:r>
            <a:r>
              <a:rPr dirty="0" sz="1300" spc="-2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FFFFFF"/>
                </a:solidFill>
                <a:latin typeface="Microsoft Sans Serif"/>
                <a:cs typeface="Microsoft Sans Serif"/>
              </a:rPr>
              <a:t>/</a:t>
            </a:r>
            <a:r>
              <a:rPr dirty="0" sz="1300" spc="-5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Microsoft Sans Serif"/>
                <a:cs typeface="Microsoft Sans Serif"/>
              </a:rPr>
              <a:t>логотипы</a:t>
            </a:r>
            <a:endParaRPr sz="1300">
              <a:latin typeface="Microsoft Sans Serif"/>
              <a:cs typeface="Microsoft Sans Serif"/>
            </a:endParaRPr>
          </a:p>
          <a:p>
            <a:pPr marL="299085">
              <a:lnSpc>
                <a:spcPct val="100000"/>
              </a:lnSpc>
            </a:pPr>
            <a:r>
              <a:rPr dirty="0" sz="1300" spc="-10">
                <a:solidFill>
                  <a:srgbClr val="FFFFFF"/>
                </a:solidFill>
                <a:latin typeface="Microsoft Sans Serif"/>
                <a:cs typeface="Microsoft Sans Serif"/>
              </a:rPr>
              <a:t>постановщика</a:t>
            </a:r>
            <a:r>
              <a:rPr dirty="0" sz="1300" spc="-3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Microsoft Sans Serif"/>
                <a:cs typeface="Microsoft Sans Serif"/>
              </a:rPr>
              <a:t>задачи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15974" y="5211826"/>
            <a:ext cx="2172970" cy="421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300" spc="-10" i="1">
                <a:solidFill>
                  <a:srgbClr val="FFD5E2"/>
                </a:solidFill>
                <a:latin typeface="Arial"/>
                <a:cs typeface="Arial"/>
              </a:rPr>
              <a:t>Используй</a:t>
            </a:r>
            <a:r>
              <a:rPr dirty="0" sz="1300" spc="-35" i="1">
                <a:solidFill>
                  <a:srgbClr val="FFD5E2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FFD5E2"/>
                </a:solidFill>
                <a:latin typeface="Arial"/>
                <a:cs typeface="Arial"/>
              </a:rPr>
              <a:t>для</a:t>
            </a:r>
            <a:r>
              <a:rPr dirty="0" sz="1300" spc="-30" i="1">
                <a:solidFill>
                  <a:srgbClr val="FFD5E2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FFD5E2"/>
                </a:solidFill>
                <a:latin typeface="Arial"/>
                <a:cs typeface="Arial"/>
              </a:rPr>
              <a:t>оформления </a:t>
            </a:r>
            <a:r>
              <a:rPr dirty="0" sz="1300" i="1">
                <a:solidFill>
                  <a:srgbClr val="FFD5E2"/>
                </a:solidFill>
                <a:latin typeface="Arial"/>
                <a:cs typeface="Arial"/>
              </a:rPr>
              <a:t>слайд</a:t>
            </a:r>
            <a:r>
              <a:rPr dirty="0" sz="1300" spc="-35" i="1">
                <a:solidFill>
                  <a:srgbClr val="FFD5E2"/>
                </a:solidFill>
                <a:latin typeface="Arial"/>
                <a:cs typeface="Arial"/>
              </a:rPr>
              <a:t> </a:t>
            </a:r>
            <a:r>
              <a:rPr dirty="0" sz="1300" spc="-50" i="1">
                <a:solidFill>
                  <a:srgbClr val="FFD5E2"/>
                </a:solidFill>
                <a:latin typeface="Arial"/>
                <a:cs typeface="Arial"/>
              </a:rPr>
              <a:t>7</a:t>
            </a:r>
            <a:endParaRPr sz="13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15974" y="5768441"/>
            <a:ext cx="14833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i="1">
                <a:solidFill>
                  <a:srgbClr val="FFD5E2"/>
                </a:solidFill>
                <a:latin typeface="Arial"/>
                <a:cs typeface="Arial"/>
              </a:rPr>
              <a:t>Обязательный</a:t>
            </a:r>
            <a:r>
              <a:rPr dirty="0" sz="1200" spc="-25" i="1">
                <a:solidFill>
                  <a:srgbClr val="FFD5E2"/>
                </a:solidFill>
                <a:latin typeface="Arial"/>
                <a:cs typeface="Arial"/>
              </a:rPr>
              <a:t> </a:t>
            </a:r>
            <a:r>
              <a:rPr dirty="0" sz="1200" spc="-20" i="1">
                <a:solidFill>
                  <a:srgbClr val="FFD5E2"/>
                </a:solidFill>
                <a:latin typeface="Arial"/>
                <a:cs typeface="Arial"/>
              </a:rPr>
              <a:t>блок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666488" y="1264919"/>
            <a:ext cx="3319779" cy="4935220"/>
          </a:xfrm>
          <a:custGeom>
            <a:avLst/>
            <a:gdLst/>
            <a:ahLst/>
            <a:cxnLst/>
            <a:rect l="l" t="t" r="r" b="b"/>
            <a:pathLst>
              <a:path w="3319779" h="4935220">
                <a:moveTo>
                  <a:pt x="2993263" y="0"/>
                </a:moveTo>
                <a:lnTo>
                  <a:pt x="326009" y="0"/>
                </a:lnTo>
                <a:lnTo>
                  <a:pt x="277825" y="3533"/>
                </a:lnTo>
                <a:lnTo>
                  <a:pt x="231840" y="13799"/>
                </a:lnTo>
                <a:lnTo>
                  <a:pt x="188556" y="30294"/>
                </a:lnTo>
                <a:lnTo>
                  <a:pt x="148477" y="52512"/>
                </a:lnTo>
                <a:lnTo>
                  <a:pt x="112108" y="79952"/>
                </a:lnTo>
                <a:lnTo>
                  <a:pt x="79952" y="112108"/>
                </a:lnTo>
                <a:lnTo>
                  <a:pt x="52512" y="148477"/>
                </a:lnTo>
                <a:lnTo>
                  <a:pt x="30294" y="188556"/>
                </a:lnTo>
                <a:lnTo>
                  <a:pt x="13799" y="231840"/>
                </a:lnTo>
                <a:lnTo>
                  <a:pt x="3533" y="277825"/>
                </a:lnTo>
                <a:lnTo>
                  <a:pt x="0" y="326008"/>
                </a:lnTo>
                <a:lnTo>
                  <a:pt x="0" y="4608728"/>
                </a:lnTo>
                <a:lnTo>
                  <a:pt x="3533" y="4656899"/>
                </a:lnTo>
                <a:lnTo>
                  <a:pt x="13799" y="4702876"/>
                </a:lnTo>
                <a:lnTo>
                  <a:pt x="30294" y="4746154"/>
                </a:lnTo>
                <a:lnTo>
                  <a:pt x="52512" y="4786229"/>
                </a:lnTo>
                <a:lnTo>
                  <a:pt x="79952" y="4822597"/>
                </a:lnTo>
                <a:lnTo>
                  <a:pt x="112108" y="4854753"/>
                </a:lnTo>
                <a:lnTo>
                  <a:pt x="148477" y="4882193"/>
                </a:lnTo>
                <a:lnTo>
                  <a:pt x="188556" y="4904414"/>
                </a:lnTo>
                <a:lnTo>
                  <a:pt x="231840" y="4920910"/>
                </a:lnTo>
                <a:lnTo>
                  <a:pt x="277825" y="4931177"/>
                </a:lnTo>
                <a:lnTo>
                  <a:pt x="326009" y="4934711"/>
                </a:lnTo>
                <a:lnTo>
                  <a:pt x="2993263" y="4934711"/>
                </a:lnTo>
                <a:lnTo>
                  <a:pt x="3041446" y="4931177"/>
                </a:lnTo>
                <a:lnTo>
                  <a:pt x="3087431" y="4920910"/>
                </a:lnTo>
                <a:lnTo>
                  <a:pt x="3130715" y="4904414"/>
                </a:lnTo>
                <a:lnTo>
                  <a:pt x="3170794" y="4882193"/>
                </a:lnTo>
                <a:lnTo>
                  <a:pt x="3207163" y="4854753"/>
                </a:lnTo>
                <a:lnTo>
                  <a:pt x="3239319" y="4822597"/>
                </a:lnTo>
                <a:lnTo>
                  <a:pt x="3266759" y="4786229"/>
                </a:lnTo>
                <a:lnTo>
                  <a:pt x="3288977" y="4746154"/>
                </a:lnTo>
                <a:lnTo>
                  <a:pt x="3305472" y="4702876"/>
                </a:lnTo>
                <a:lnTo>
                  <a:pt x="3315738" y="4656899"/>
                </a:lnTo>
                <a:lnTo>
                  <a:pt x="3319271" y="4608728"/>
                </a:lnTo>
                <a:lnTo>
                  <a:pt x="3319271" y="326008"/>
                </a:lnTo>
                <a:lnTo>
                  <a:pt x="3315738" y="277825"/>
                </a:lnTo>
                <a:lnTo>
                  <a:pt x="3305472" y="231840"/>
                </a:lnTo>
                <a:lnTo>
                  <a:pt x="3288977" y="188556"/>
                </a:lnTo>
                <a:lnTo>
                  <a:pt x="3266759" y="148477"/>
                </a:lnTo>
                <a:lnTo>
                  <a:pt x="3239319" y="112108"/>
                </a:lnTo>
                <a:lnTo>
                  <a:pt x="3207163" y="79952"/>
                </a:lnTo>
                <a:lnTo>
                  <a:pt x="3170794" y="52512"/>
                </a:lnTo>
                <a:lnTo>
                  <a:pt x="3130715" y="30294"/>
                </a:lnTo>
                <a:lnTo>
                  <a:pt x="3087431" y="13799"/>
                </a:lnTo>
                <a:lnTo>
                  <a:pt x="3041446" y="3533"/>
                </a:lnTo>
                <a:lnTo>
                  <a:pt x="2993263" y="0"/>
                </a:lnTo>
                <a:close/>
              </a:path>
            </a:pathLst>
          </a:custGeom>
          <a:solidFill>
            <a:srgbClr val="7539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062473" y="1601851"/>
            <a:ext cx="225488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Слайды</a:t>
            </a:r>
            <a:r>
              <a:rPr dirty="0" sz="18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про</a:t>
            </a: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задачу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и</a:t>
            </a:r>
            <a:r>
              <a:rPr dirty="0" sz="18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команду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94223" y="2359279"/>
            <a:ext cx="2080260" cy="421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95"/>
              </a:spcBef>
              <a:buClr>
                <a:srgbClr val="FC0C50"/>
              </a:buClr>
              <a:buChar char="•"/>
              <a:tabLst>
                <a:tab pos="299085" algn="l"/>
              </a:tabLst>
            </a:pPr>
            <a:r>
              <a:rPr dirty="0" sz="1300" spc="-10">
                <a:solidFill>
                  <a:srgbClr val="FFFFFF"/>
                </a:solidFill>
                <a:latin typeface="Microsoft Sans Serif"/>
                <a:cs typeface="Microsoft Sans Serif"/>
              </a:rPr>
              <a:t>описание</a:t>
            </a:r>
            <a:r>
              <a:rPr dirty="0" sz="1300" spc="5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FFFFFF"/>
                </a:solidFill>
                <a:latin typeface="Microsoft Sans Serif"/>
                <a:cs typeface="Microsoft Sans Serif"/>
              </a:rPr>
              <a:t>сути</a:t>
            </a:r>
            <a:r>
              <a:rPr dirty="0" sz="1300" spc="-3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50">
                <a:solidFill>
                  <a:srgbClr val="FFFFFF"/>
                </a:solidFill>
                <a:latin typeface="Microsoft Sans Serif"/>
                <a:cs typeface="Microsoft Sans Serif"/>
              </a:rPr>
              <a:t>и </a:t>
            </a:r>
            <a:r>
              <a:rPr dirty="0" sz="1300" spc="-10">
                <a:solidFill>
                  <a:srgbClr val="FFFFFF"/>
                </a:solidFill>
                <a:latin typeface="Microsoft Sans Serif"/>
                <a:cs typeface="Microsoft Sans Serif"/>
              </a:rPr>
              <a:t>уникальности</a:t>
            </a:r>
            <a:r>
              <a:rPr dirty="0" sz="1300" spc="2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Microsoft Sans Serif"/>
                <a:cs typeface="Microsoft Sans Serif"/>
              </a:rPr>
              <a:t>решения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94223" y="2956941"/>
            <a:ext cx="2009775" cy="421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95"/>
              </a:spcBef>
              <a:buClr>
                <a:srgbClr val="FC0C50"/>
              </a:buClr>
              <a:buChar char="•"/>
              <a:tabLst>
                <a:tab pos="299085" algn="l"/>
              </a:tabLst>
            </a:pPr>
            <a:r>
              <a:rPr dirty="0" sz="1300">
                <a:solidFill>
                  <a:srgbClr val="FFFFFF"/>
                </a:solidFill>
                <a:latin typeface="Microsoft Sans Serif"/>
                <a:cs typeface="Microsoft Sans Serif"/>
              </a:rPr>
              <a:t>план</a:t>
            </a:r>
            <a:r>
              <a:rPr dirty="0" sz="1300" spc="-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FFFFFF"/>
                </a:solidFill>
                <a:latin typeface="Microsoft Sans Serif"/>
                <a:cs typeface="Microsoft Sans Serif"/>
              </a:rPr>
              <a:t>по</a:t>
            </a:r>
            <a:r>
              <a:rPr dirty="0" sz="1300" spc="-3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Microsoft Sans Serif"/>
                <a:cs typeface="Microsoft Sans Serif"/>
              </a:rPr>
              <a:t>дальнейшему развитию</a:t>
            </a:r>
            <a:r>
              <a:rPr dirty="0" sz="1300" spc="-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Microsoft Sans Serif"/>
                <a:cs typeface="Microsoft Sans Serif"/>
              </a:rPr>
              <a:t>решения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94223" y="3557778"/>
            <a:ext cx="2368550" cy="421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95"/>
              </a:spcBef>
              <a:buClr>
                <a:srgbClr val="FC0C50"/>
              </a:buClr>
              <a:buChar char="•"/>
              <a:tabLst>
                <a:tab pos="299085" algn="l"/>
              </a:tabLst>
            </a:pPr>
            <a:r>
              <a:rPr dirty="0" sz="1300" spc="-20">
                <a:solidFill>
                  <a:srgbClr val="FFFFFF"/>
                </a:solidFill>
                <a:latin typeface="Microsoft Sans Serif"/>
                <a:cs typeface="Microsoft Sans Serif"/>
              </a:rPr>
              <a:t>ФИО</a:t>
            </a:r>
            <a:r>
              <a:rPr dirty="0" sz="1300" spc="-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FFFFFF"/>
                </a:solidFill>
                <a:latin typeface="Microsoft Sans Serif"/>
                <a:cs typeface="Microsoft Sans Serif"/>
              </a:rPr>
              <a:t>и</a:t>
            </a:r>
            <a:r>
              <a:rPr dirty="0" sz="1300" spc="-4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20">
                <a:solidFill>
                  <a:srgbClr val="FFFFFF"/>
                </a:solidFill>
                <a:latin typeface="Microsoft Sans Serif"/>
                <a:cs typeface="Microsoft Sans Serif"/>
              </a:rPr>
              <a:t>контактные</a:t>
            </a:r>
            <a:r>
              <a:rPr dirty="0" sz="1300" spc="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Microsoft Sans Serif"/>
                <a:cs typeface="Microsoft Sans Serif"/>
              </a:rPr>
              <a:t>данные </a:t>
            </a:r>
            <a:r>
              <a:rPr dirty="0" sz="1300">
                <a:solidFill>
                  <a:srgbClr val="FFFFFF"/>
                </a:solidFill>
                <a:latin typeface="Microsoft Sans Serif"/>
                <a:cs typeface="Microsoft Sans Serif"/>
              </a:rPr>
              <a:t>всех</a:t>
            </a:r>
            <a:r>
              <a:rPr dirty="0" sz="1300" spc="-6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Microsoft Sans Serif"/>
                <a:cs typeface="Microsoft Sans Serif"/>
              </a:rPr>
              <a:t>участников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94223" y="4158488"/>
            <a:ext cx="2112010" cy="8210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5"/>
              </a:spcBef>
              <a:buClr>
                <a:srgbClr val="FC0C50"/>
              </a:buClr>
              <a:buChar char="•"/>
              <a:tabLst>
                <a:tab pos="299085" algn="l"/>
              </a:tabLst>
            </a:pPr>
            <a:r>
              <a:rPr dirty="0" sz="1300">
                <a:solidFill>
                  <a:srgbClr val="FFFFFF"/>
                </a:solidFill>
                <a:latin typeface="Microsoft Sans Serif"/>
                <a:cs typeface="Microsoft Sans Serif"/>
              </a:rPr>
              <a:t>роли в</a:t>
            </a:r>
            <a:r>
              <a:rPr dirty="0" sz="1300" spc="-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Microsoft Sans Serif"/>
                <a:cs typeface="Microsoft Sans Serif"/>
              </a:rPr>
              <a:t>команде</a:t>
            </a:r>
            <a:endParaRPr sz="13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Clr>
                <a:srgbClr val="FC0C50"/>
              </a:buClr>
              <a:buFont typeface="Microsoft Sans Serif"/>
              <a:buChar char="•"/>
            </a:pPr>
            <a:endParaRPr sz="1300">
              <a:latin typeface="Microsoft Sans Serif"/>
              <a:cs typeface="Microsoft Sans Serif"/>
            </a:endParaRPr>
          </a:p>
          <a:p>
            <a:pPr marL="299085" marR="5080" indent="-287020">
              <a:lnSpc>
                <a:spcPct val="100000"/>
              </a:lnSpc>
              <a:buClr>
                <a:srgbClr val="FC0C50"/>
              </a:buClr>
              <a:buChar char="•"/>
              <a:tabLst>
                <a:tab pos="299085" algn="l"/>
              </a:tabLst>
            </a:pPr>
            <a:r>
              <a:rPr dirty="0" sz="1300">
                <a:solidFill>
                  <a:srgbClr val="FFFFFF"/>
                </a:solidFill>
                <a:latin typeface="Microsoft Sans Serif"/>
                <a:cs typeface="Microsoft Sans Serif"/>
              </a:rPr>
              <a:t>сложности и</a:t>
            </a:r>
            <a:r>
              <a:rPr dirty="0" sz="1300" spc="-5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Microsoft Sans Serif"/>
                <a:cs typeface="Microsoft Sans Serif"/>
              </a:rPr>
              <a:t>вызовы</a:t>
            </a:r>
            <a:r>
              <a:rPr dirty="0" sz="1300" spc="-5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35">
                <a:solidFill>
                  <a:srgbClr val="FFFFFF"/>
                </a:solidFill>
                <a:latin typeface="Microsoft Sans Serif"/>
                <a:cs typeface="Microsoft Sans Serif"/>
              </a:rPr>
              <a:t>во </a:t>
            </a:r>
            <a:r>
              <a:rPr dirty="0" sz="1300">
                <a:solidFill>
                  <a:srgbClr val="FFFFFF"/>
                </a:solidFill>
                <a:latin typeface="Microsoft Sans Serif"/>
                <a:cs typeface="Microsoft Sans Serif"/>
              </a:rPr>
              <a:t>время</a:t>
            </a:r>
            <a:r>
              <a:rPr dirty="0" sz="1300" spc="-5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FFFFFF"/>
                </a:solidFill>
                <a:latin typeface="Microsoft Sans Serif"/>
                <a:cs typeface="Microsoft Sans Serif"/>
              </a:rPr>
              <a:t>решения</a:t>
            </a:r>
            <a:r>
              <a:rPr dirty="0" sz="1300" spc="-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Microsoft Sans Serif"/>
                <a:cs typeface="Microsoft Sans Serif"/>
              </a:rPr>
              <a:t>задачи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062473" y="5191759"/>
            <a:ext cx="2172970" cy="421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300" spc="-10" i="1">
                <a:solidFill>
                  <a:srgbClr val="FFD5E2"/>
                </a:solidFill>
                <a:latin typeface="Arial"/>
                <a:cs typeface="Arial"/>
              </a:rPr>
              <a:t>Используй</a:t>
            </a:r>
            <a:r>
              <a:rPr dirty="0" sz="1300" spc="-35" i="1">
                <a:solidFill>
                  <a:srgbClr val="FFD5E2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FFD5E2"/>
                </a:solidFill>
                <a:latin typeface="Arial"/>
                <a:cs typeface="Arial"/>
              </a:rPr>
              <a:t>для</a:t>
            </a:r>
            <a:r>
              <a:rPr dirty="0" sz="1300" spc="-30" i="1">
                <a:solidFill>
                  <a:srgbClr val="FFD5E2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FFD5E2"/>
                </a:solidFill>
                <a:latin typeface="Arial"/>
                <a:cs typeface="Arial"/>
              </a:rPr>
              <a:t>оформления </a:t>
            </a:r>
            <a:r>
              <a:rPr dirty="0" sz="1300" i="1">
                <a:solidFill>
                  <a:srgbClr val="FFD5E2"/>
                </a:solidFill>
                <a:latin typeface="Arial"/>
                <a:cs typeface="Arial"/>
              </a:rPr>
              <a:t>слайды</a:t>
            </a:r>
            <a:r>
              <a:rPr dirty="0" sz="1300" spc="-35" i="1">
                <a:solidFill>
                  <a:srgbClr val="FFD5E2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FFD5E2"/>
                </a:solidFill>
                <a:latin typeface="Arial"/>
                <a:cs typeface="Arial"/>
              </a:rPr>
              <a:t>8-</a:t>
            </a:r>
            <a:r>
              <a:rPr dirty="0" sz="1300" spc="-25" i="1">
                <a:solidFill>
                  <a:srgbClr val="FFD5E2"/>
                </a:solidFill>
                <a:latin typeface="Arial"/>
                <a:cs typeface="Arial"/>
              </a:rPr>
              <a:t>11</a:t>
            </a:r>
            <a:endParaRPr sz="13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038471" y="5768441"/>
            <a:ext cx="14833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i="1">
                <a:solidFill>
                  <a:srgbClr val="FFD5E2"/>
                </a:solidFill>
                <a:latin typeface="Arial"/>
                <a:cs typeface="Arial"/>
              </a:rPr>
              <a:t>Обязательный</a:t>
            </a:r>
            <a:r>
              <a:rPr dirty="0" sz="1200" spc="-25" i="1">
                <a:solidFill>
                  <a:srgbClr val="FFD5E2"/>
                </a:solidFill>
                <a:latin typeface="Arial"/>
                <a:cs typeface="Arial"/>
              </a:rPr>
              <a:t> </a:t>
            </a:r>
            <a:r>
              <a:rPr dirty="0" sz="1200" spc="-20" i="1">
                <a:solidFill>
                  <a:srgbClr val="FFD5E2"/>
                </a:solidFill>
                <a:latin typeface="Arial"/>
                <a:cs typeface="Arial"/>
              </a:rPr>
              <a:t>блок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360664" y="1264919"/>
            <a:ext cx="3322320" cy="4935220"/>
          </a:xfrm>
          <a:custGeom>
            <a:avLst/>
            <a:gdLst/>
            <a:ahLst/>
            <a:cxnLst/>
            <a:rect l="l" t="t" r="r" b="b"/>
            <a:pathLst>
              <a:path w="3322320" h="4935220">
                <a:moveTo>
                  <a:pt x="2996056" y="0"/>
                </a:moveTo>
                <a:lnTo>
                  <a:pt x="326262" y="0"/>
                </a:lnTo>
                <a:lnTo>
                  <a:pt x="278045" y="3537"/>
                </a:lnTo>
                <a:lnTo>
                  <a:pt x="232025" y="13811"/>
                </a:lnTo>
                <a:lnTo>
                  <a:pt x="188708" y="30319"/>
                </a:lnTo>
                <a:lnTo>
                  <a:pt x="148599" y="52557"/>
                </a:lnTo>
                <a:lnTo>
                  <a:pt x="112201" y="80019"/>
                </a:lnTo>
                <a:lnTo>
                  <a:pt x="80019" y="112201"/>
                </a:lnTo>
                <a:lnTo>
                  <a:pt x="52557" y="148599"/>
                </a:lnTo>
                <a:lnTo>
                  <a:pt x="30319" y="188708"/>
                </a:lnTo>
                <a:lnTo>
                  <a:pt x="13811" y="232025"/>
                </a:lnTo>
                <a:lnTo>
                  <a:pt x="3537" y="278045"/>
                </a:lnTo>
                <a:lnTo>
                  <a:pt x="0" y="326263"/>
                </a:lnTo>
                <a:lnTo>
                  <a:pt x="0" y="4608423"/>
                </a:lnTo>
                <a:lnTo>
                  <a:pt x="3537" y="4656639"/>
                </a:lnTo>
                <a:lnTo>
                  <a:pt x="13811" y="4702658"/>
                </a:lnTo>
                <a:lnTo>
                  <a:pt x="30319" y="4745976"/>
                </a:lnTo>
                <a:lnTo>
                  <a:pt x="52557" y="4786089"/>
                </a:lnTo>
                <a:lnTo>
                  <a:pt x="80019" y="4822491"/>
                </a:lnTo>
                <a:lnTo>
                  <a:pt x="112201" y="4854677"/>
                </a:lnTo>
                <a:lnTo>
                  <a:pt x="148599" y="4882143"/>
                </a:lnTo>
                <a:lnTo>
                  <a:pt x="188708" y="4904385"/>
                </a:lnTo>
                <a:lnTo>
                  <a:pt x="232025" y="4920896"/>
                </a:lnTo>
                <a:lnTo>
                  <a:pt x="278045" y="4931174"/>
                </a:lnTo>
                <a:lnTo>
                  <a:pt x="326262" y="4934711"/>
                </a:lnTo>
                <a:lnTo>
                  <a:pt x="2996056" y="4934711"/>
                </a:lnTo>
                <a:lnTo>
                  <a:pt x="3044274" y="4931174"/>
                </a:lnTo>
                <a:lnTo>
                  <a:pt x="3090294" y="4920896"/>
                </a:lnTo>
                <a:lnTo>
                  <a:pt x="3133611" y="4904385"/>
                </a:lnTo>
                <a:lnTo>
                  <a:pt x="3173720" y="4882143"/>
                </a:lnTo>
                <a:lnTo>
                  <a:pt x="3210118" y="4854677"/>
                </a:lnTo>
                <a:lnTo>
                  <a:pt x="3242300" y="4822491"/>
                </a:lnTo>
                <a:lnTo>
                  <a:pt x="3269762" y="4786089"/>
                </a:lnTo>
                <a:lnTo>
                  <a:pt x="3292000" y="4745976"/>
                </a:lnTo>
                <a:lnTo>
                  <a:pt x="3308508" y="4702658"/>
                </a:lnTo>
                <a:lnTo>
                  <a:pt x="3318782" y="4656639"/>
                </a:lnTo>
                <a:lnTo>
                  <a:pt x="3322319" y="4608423"/>
                </a:lnTo>
                <a:lnTo>
                  <a:pt x="3322319" y="326263"/>
                </a:lnTo>
                <a:lnTo>
                  <a:pt x="3318782" y="278045"/>
                </a:lnTo>
                <a:lnTo>
                  <a:pt x="3308508" y="232025"/>
                </a:lnTo>
                <a:lnTo>
                  <a:pt x="3292000" y="188708"/>
                </a:lnTo>
                <a:lnTo>
                  <a:pt x="3269762" y="148599"/>
                </a:lnTo>
                <a:lnTo>
                  <a:pt x="3242300" y="112201"/>
                </a:lnTo>
                <a:lnTo>
                  <a:pt x="3210118" y="80019"/>
                </a:lnTo>
                <a:lnTo>
                  <a:pt x="3173720" y="52557"/>
                </a:lnTo>
                <a:lnTo>
                  <a:pt x="3133611" y="30319"/>
                </a:lnTo>
                <a:lnTo>
                  <a:pt x="3090294" y="13811"/>
                </a:lnTo>
                <a:lnTo>
                  <a:pt x="3044274" y="3537"/>
                </a:lnTo>
                <a:lnTo>
                  <a:pt x="2996056" y="0"/>
                </a:lnTo>
                <a:close/>
              </a:path>
            </a:pathLst>
          </a:custGeom>
          <a:solidFill>
            <a:srgbClr val="966B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8758173" y="1601851"/>
            <a:ext cx="147764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20" b="1">
                <a:solidFill>
                  <a:srgbClr val="FFFFFF"/>
                </a:solidFill>
                <a:latin typeface="Arial"/>
                <a:cs typeface="Arial"/>
              </a:rPr>
              <a:t>Презентация 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решения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758173" y="2359279"/>
            <a:ext cx="2595880" cy="8178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95"/>
              </a:spcBef>
              <a:buClr>
                <a:srgbClr val="FC0C50"/>
              </a:buClr>
              <a:buChar char="•"/>
              <a:tabLst>
                <a:tab pos="299085" algn="l"/>
              </a:tabLst>
            </a:pPr>
            <a:r>
              <a:rPr dirty="0" sz="1300" spc="-10">
                <a:solidFill>
                  <a:srgbClr val="FFFFFF"/>
                </a:solidFill>
                <a:latin typeface="Microsoft Sans Serif"/>
                <a:cs typeface="Microsoft Sans Serif"/>
              </a:rPr>
              <a:t>рекомендуемая</a:t>
            </a:r>
            <a:r>
              <a:rPr dirty="0" sz="1300" spc="-6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Microsoft Sans Serif"/>
                <a:cs typeface="Microsoft Sans Serif"/>
              </a:rPr>
              <a:t>структура </a:t>
            </a:r>
            <a:r>
              <a:rPr dirty="0" sz="1300">
                <a:solidFill>
                  <a:srgbClr val="FFFFFF"/>
                </a:solidFill>
                <a:latin typeface="Microsoft Sans Serif"/>
                <a:cs typeface="Microsoft Sans Serif"/>
              </a:rPr>
              <a:t>полной</a:t>
            </a:r>
            <a:r>
              <a:rPr dirty="0" sz="1300" spc="-20">
                <a:solidFill>
                  <a:srgbClr val="FFFFFF"/>
                </a:solidFill>
                <a:latin typeface="Microsoft Sans Serif"/>
                <a:cs typeface="Microsoft Sans Serif"/>
              </a:rPr>
              <a:t> презентации</a:t>
            </a:r>
            <a:r>
              <a:rPr dirty="0" sz="1300" spc="-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Microsoft Sans Serif"/>
                <a:cs typeface="Microsoft Sans Serif"/>
              </a:rPr>
              <a:t>решения приведена</a:t>
            </a:r>
            <a:endParaRPr sz="1300">
              <a:latin typeface="Microsoft Sans Serif"/>
              <a:cs typeface="Microsoft Sans Serif"/>
            </a:endParaRPr>
          </a:p>
          <a:p>
            <a:pPr marL="299085">
              <a:lnSpc>
                <a:spcPct val="100000"/>
              </a:lnSpc>
            </a:pPr>
            <a:r>
              <a:rPr dirty="0" sz="1300">
                <a:solidFill>
                  <a:srgbClr val="FFFFFF"/>
                </a:solidFill>
                <a:latin typeface="Microsoft Sans Serif"/>
                <a:cs typeface="Microsoft Sans Serif"/>
              </a:rPr>
              <a:t>на</a:t>
            </a:r>
            <a:r>
              <a:rPr dirty="0" sz="1300" spc="-4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FFFFFF"/>
                </a:solidFill>
                <a:latin typeface="Microsoft Sans Serif"/>
                <a:cs typeface="Microsoft Sans Serif"/>
              </a:rPr>
              <a:t>следующем</a:t>
            </a:r>
            <a:r>
              <a:rPr dirty="0" sz="1300" spc="-2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Microsoft Sans Serif"/>
                <a:cs typeface="Microsoft Sans Serif"/>
              </a:rPr>
              <a:t>слайде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758173" y="3349828"/>
            <a:ext cx="2457450" cy="8185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95"/>
              </a:spcBef>
              <a:buClr>
                <a:srgbClr val="FC0C50"/>
              </a:buClr>
              <a:buChar char="•"/>
              <a:tabLst>
                <a:tab pos="299085" algn="l"/>
              </a:tabLst>
            </a:pPr>
            <a:r>
              <a:rPr dirty="0" sz="1300">
                <a:solidFill>
                  <a:srgbClr val="FFFFFF"/>
                </a:solidFill>
                <a:latin typeface="Microsoft Sans Serif"/>
                <a:cs typeface="Microsoft Sans Serif"/>
              </a:rPr>
              <a:t>этот</a:t>
            </a:r>
            <a:r>
              <a:rPr dirty="0" sz="1300" spc="-7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Microsoft Sans Serif"/>
                <a:cs typeface="Microsoft Sans Serif"/>
              </a:rPr>
              <a:t>блок</a:t>
            </a:r>
            <a:r>
              <a:rPr dirty="0" sz="1300" spc="-6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Microsoft Sans Serif"/>
                <a:cs typeface="Microsoft Sans Serif"/>
              </a:rPr>
              <a:t>должен</a:t>
            </a:r>
            <a:r>
              <a:rPr dirty="0" sz="1300" spc="-5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20">
                <a:solidFill>
                  <a:srgbClr val="FFFFFF"/>
                </a:solidFill>
                <a:latin typeface="Microsoft Sans Serif"/>
                <a:cs typeface="Microsoft Sans Serif"/>
              </a:rPr>
              <a:t>быть </a:t>
            </a:r>
            <a:r>
              <a:rPr dirty="0" sz="1300" spc="-10">
                <a:solidFill>
                  <a:srgbClr val="FFFFFF"/>
                </a:solidFill>
                <a:latin typeface="Microsoft Sans Serif"/>
                <a:cs typeface="Microsoft Sans Serif"/>
              </a:rPr>
              <a:t>размещен</a:t>
            </a:r>
            <a:r>
              <a:rPr dirty="0" sz="1300" spc="-3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300">
                <a:solidFill>
                  <a:srgbClr val="FFFFFF"/>
                </a:solidFill>
                <a:latin typeface="Microsoft Sans Serif"/>
                <a:cs typeface="Microsoft Sans Serif"/>
              </a:rPr>
              <a:t>после</a:t>
            </a:r>
            <a:r>
              <a:rPr dirty="0" sz="1300" spc="-5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20">
                <a:solidFill>
                  <a:srgbClr val="FFFFFF"/>
                </a:solidFill>
                <a:latin typeface="Microsoft Sans Serif"/>
                <a:cs typeface="Microsoft Sans Serif"/>
              </a:rPr>
              <a:t>описанных </a:t>
            </a:r>
            <a:r>
              <a:rPr dirty="0" sz="1300">
                <a:solidFill>
                  <a:srgbClr val="FFFFFF"/>
                </a:solidFill>
                <a:latin typeface="Microsoft Sans Serif"/>
                <a:cs typeface="Microsoft Sans Serif"/>
              </a:rPr>
              <a:t>общих</a:t>
            </a:r>
            <a:r>
              <a:rPr dirty="0" sz="1300" spc="36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Microsoft Sans Serif"/>
                <a:cs typeface="Microsoft Sans Serif"/>
              </a:rPr>
              <a:t>обязательных</a:t>
            </a:r>
            <a:endParaRPr sz="1300">
              <a:latin typeface="Microsoft Sans Serif"/>
              <a:cs typeface="Microsoft Sans Serif"/>
            </a:endParaRP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dirty="0" sz="1300" spc="-10">
                <a:solidFill>
                  <a:srgbClr val="FFFFFF"/>
                </a:solidFill>
                <a:latin typeface="Microsoft Sans Serif"/>
                <a:cs typeface="Microsoft Sans Serif"/>
              </a:rPr>
              <a:t>слайдов</a:t>
            </a:r>
            <a:endParaRPr sz="1300">
              <a:latin typeface="Microsoft Sans Serif"/>
              <a:cs typeface="Microsoft Sans Serif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758173" y="5191759"/>
            <a:ext cx="2172970" cy="421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300" spc="-10" i="1">
                <a:solidFill>
                  <a:srgbClr val="FDD6E3"/>
                </a:solidFill>
                <a:latin typeface="Arial"/>
                <a:cs typeface="Arial"/>
              </a:rPr>
              <a:t>Используй</a:t>
            </a:r>
            <a:r>
              <a:rPr dirty="0" sz="1300" spc="-35" i="1">
                <a:solidFill>
                  <a:srgbClr val="FDD6E3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FDD6E3"/>
                </a:solidFill>
                <a:latin typeface="Arial"/>
                <a:cs typeface="Arial"/>
              </a:rPr>
              <a:t>для</a:t>
            </a:r>
            <a:r>
              <a:rPr dirty="0" sz="1300" spc="-30" i="1">
                <a:solidFill>
                  <a:srgbClr val="FDD6E3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FDD6E3"/>
                </a:solidFill>
                <a:latin typeface="Arial"/>
                <a:cs typeface="Arial"/>
              </a:rPr>
              <a:t>оформления </a:t>
            </a:r>
            <a:r>
              <a:rPr dirty="0" sz="1300" i="1">
                <a:solidFill>
                  <a:srgbClr val="FDD6E3"/>
                </a:solidFill>
                <a:latin typeface="Arial"/>
                <a:cs typeface="Arial"/>
              </a:rPr>
              <a:t>шаблоны</a:t>
            </a:r>
            <a:r>
              <a:rPr dirty="0" sz="1300" spc="-30" i="1">
                <a:solidFill>
                  <a:srgbClr val="FDD6E3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FDD6E3"/>
                </a:solidFill>
                <a:latin typeface="Arial"/>
                <a:cs typeface="Arial"/>
              </a:rPr>
              <a:t>на</a:t>
            </a:r>
            <a:r>
              <a:rPr dirty="0" sz="1300" spc="-55" i="1">
                <a:solidFill>
                  <a:srgbClr val="FDD6E3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FDD6E3"/>
                </a:solidFill>
                <a:latin typeface="Arial"/>
                <a:cs typeface="Arial"/>
              </a:rPr>
              <a:t>слайдах</a:t>
            </a:r>
            <a:r>
              <a:rPr dirty="0" sz="1300" spc="-15" i="1">
                <a:solidFill>
                  <a:srgbClr val="FDD6E3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FDD6E3"/>
                </a:solidFill>
                <a:latin typeface="Arial"/>
                <a:cs typeface="Arial"/>
              </a:rPr>
              <a:t>12-</a:t>
            </a:r>
            <a:r>
              <a:rPr dirty="0" sz="1300" spc="-25" i="1">
                <a:solidFill>
                  <a:srgbClr val="FDD6E3"/>
                </a:solidFill>
                <a:latin typeface="Arial"/>
                <a:cs typeface="Arial"/>
              </a:rPr>
              <a:t>29</a:t>
            </a:r>
            <a:endParaRPr sz="1300">
              <a:latin typeface="Arial"/>
              <a:cs typeface="Arial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5415" rIns="0" bIns="0" rtlCol="0" vert="horz">
            <a:spAutoFit/>
          </a:bodyPr>
          <a:lstStyle/>
          <a:p>
            <a:pPr marL="184785">
              <a:lnSpc>
                <a:spcPts val="1425"/>
              </a:lnSpc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339977" y="1189431"/>
            <a:ext cx="2762250" cy="2711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600" b="1">
                <a:latin typeface="Arial"/>
                <a:cs typeface="Arial"/>
              </a:rPr>
              <a:t>Для</a:t>
            </a:r>
            <a:r>
              <a:rPr dirty="0" sz="1600" spc="-60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продуктовых</a:t>
            </a:r>
            <a:r>
              <a:rPr dirty="0" sz="1600" spc="20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решений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07566" y="1661557"/>
            <a:ext cx="1081405" cy="1702435"/>
          </a:xfrm>
          <a:prstGeom prst="rect">
            <a:avLst/>
          </a:prstGeom>
        </p:spPr>
        <p:txBody>
          <a:bodyPr wrap="square" lIns="0" tIns="318770" rIns="0" bIns="0" rtlCol="0" vert="horz">
            <a:spAutoFit/>
          </a:bodyPr>
          <a:lstStyle/>
          <a:p>
            <a:pPr marL="26670">
              <a:lnSpc>
                <a:spcPct val="100000"/>
              </a:lnSpc>
              <a:spcBef>
                <a:spcPts val="2510"/>
              </a:spcBef>
            </a:pPr>
            <a:r>
              <a:rPr dirty="0" sz="3600" spc="-25" b="1">
                <a:solidFill>
                  <a:srgbClr val="FF0052"/>
                </a:solidFill>
                <a:latin typeface="Arial"/>
                <a:cs typeface="Arial"/>
              </a:rPr>
              <a:t>01</a:t>
            </a:r>
            <a:endParaRPr sz="3600">
              <a:latin typeface="Arial"/>
              <a:cs typeface="Arial"/>
            </a:endParaRPr>
          </a:p>
          <a:p>
            <a:pPr marL="12700" marR="5080">
              <a:lnSpc>
                <a:spcPct val="90100"/>
              </a:lnSpc>
              <a:spcBef>
                <a:spcPts val="1280"/>
              </a:spcBef>
            </a:pPr>
            <a:r>
              <a:rPr dirty="0" sz="1600" spc="-10">
                <a:latin typeface="Microsoft Sans Serif"/>
                <a:cs typeface="Microsoft Sans Serif"/>
              </a:rPr>
              <a:t>Подробное описание решения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90746" y="1661557"/>
            <a:ext cx="1452880" cy="1482725"/>
          </a:xfrm>
          <a:prstGeom prst="rect">
            <a:avLst/>
          </a:prstGeom>
        </p:spPr>
        <p:txBody>
          <a:bodyPr wrap="square" lIns="0" tIns="3187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10"/>
              </a:spcBef>
            </a:pPr>
            <a:r>
              <a:rPr dirty="0" sz="3600" spc="-25" b="1">
                <a:solidFill>
                  <a:srgbClr val="FF0052"/>
                </a:solidFill>
                <a:latin typeface="Arial"/>
                <a:cs typeface="Arial"/>
              </a:rPr>
              <a:t>02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ts val="1825"/>
              </a:lnSpc>
              <a:spcBef>
                <a:spcPts val="1090"/>
              </a:spcBef>
            </a:pPr>
            <a:r>
              <a:rPr dirty="0" sz="1600" spc="-20">
                <a:latin typeface="Microsoft Sans Serif"/>
                <a:cs typeface="Microsoft Sans Serif"/>
              </a:rPr>
              <a:t>Маркетинговая</a:t>
            </a:r>
            <a:endParaRPr sz="1600">
              <a:latin typeface="Microsoft Sans Serif"/>
              <a:cs typeface="Microsoft Sans Serif"/>
            </a:endParaRPr>
          </a:p>
          <a:p>
            <a:pPr marL="12700">
              <a:lnSpc>
                <a:spcPts val="1825"/>
              </a:lnSpc>
            </a:pPr>
            <a:r>
              <a:rPr dirty="0" sz="1600">
                <a:latin typeface="Microsoft Sans Serif"/>
                <a:cs typeface="Microsoft Sans Serif"/>
              </a:rPr>
              <a:t>часть</a:t>
            </a:r>
            <a:r>
              <a:rPr dirty="0" sz="1600" spc="-20">
                <a:latin typeface="Microsoft Sans Serif"/>
                <a:cs typeface="Microsoft Sans Serif"/>
              </a:rPr>
              <a:t> </a:t>
            </a:r>
            <a:r>
              <a:rPr dirty="0" sz="1600" spc="-10">
                <a:latin typeface="Microsoft Sans Serif"/>
                <a:cs typeface="Microsoft Sans Serif"/>
              </a:rPr>
              <a:t>решения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73671" y="1661557"/>
            <a:ext cx="1428115" cy="1702435"/>
          </a:xfrm>
          <a:prstGeom prst="rect">
            <a:avLst/>
          </a:prstGeom>
        </p:spPr>
        <p:txBody>
          <a:bodyPr wrap="square" lIns="0" tIns="318770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510"/>
              </a:spcBef>
            </a:pPr>
            <a:r>
              <a:rPr dirty="0" sz="3600" spc="-25" b="1">
                <a:solidFill>
                  <a:srgbClr val="FF0052"/>
                </a:solidFill>
                <a:latin typeface="Arial"/>
                <a:cs typeface="Arial"/>
              </a:rPr>
              <a:t>03</a:t>
            </a:r>
            <a:endParaRPr sz="3600">
              <a:latin typeface="Arial"/>
              <a:cs typeface="Arial"/>
            </a:endParaRPr>
          </a:p>
          <a:p>
            <a:pPr marL="12700" marR="5080">
              <a:lnSpc>
                <a:spcPct val="90100"/>
              </a:lnSpc>
              <a:spcBef>
                <a:spcPts val="1280"/>
              </a:spcBef>
            </a:pPr>
            <a:r>
              <a:rPr dirty="0" sz="1600" spc="-10">
                <a:latin typeface="Microsoft Sans Serif"/>
                <a:cs typeface="Microsoft Sans Serif"/>
              </a:rPr>
              <a:t>Бизнесовая составляющая решения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07566" y="3763806"/>
            <a:ext cx="1209040" cy="1708150"/>
          </a:xfrm>
          <a:prstGeom prst="rect">
            <a:avLst/>
          </a:prstGeom>
        </p:spPr>
        <p:txBody>
          <a:bodyPr wrap="square" lIns="0" tIns="323215" rIns="0" bIns="0" rtlCol="0" vert="horz">
            <a:spAutoFit/>
          </a:bodyPr>
          <a:lstStyle/>
          <a:p>
            <a:pPr marL="26670">
              <a:lnSpc>
                <a:spcPct val="100000"/>
              </a:lnSpc>
              <a:spcBef>
                <a:spcPts val="2545"/>
              </a:spcBef>
            </a:pPr>
            <a:r>
              <a:rPr dirty="0" sz="3600" spc="-25" b="1">
                <a:solidFill>
                  <a:srgbClr val="FF0052"/>
                </a:solidFill>
                <a:latin typeface="Arial"/>
                <a:cs typeface="Arial"/>
              </a:rPr>
              <a:t>04</a:t>
            </a:r>
            <a:endParaRPr sz="3600">
              <a:latin typeface="Arial"/>
              <a:cs typeface="Arial"/>
            </a:endParaRPr>
          </a:p>
          <a:p>
            <a:pPr marL="12700" marR="5080">
              <a:lnSpc>
                <a:spcPts val="1730"/>
              </a:lnSpc>
              <a:spcBef>
                <a:spcPts val="1315"/>
              </a:spcBef>
            </a:pPr>
            <a:r>
              <a:rPr dirty="0" sz="1600" spc="-30">
                <a:latin typeface="Microsoft Sans Serif"/>
                <a:cs typeface="Microsoft Sans Serif"/>
              </a:rPr>
              <a:t>Техническая </a:t>
            </a:r>
            <a:r>
              <a:rPr dirty="0" sz="1600" spc="-10">
                <a:latin typeface="Microsoft Sans Serif"/>
                <a:cs typeface="Microsoft Sans Serif"/>
              </a:rPr>
              <a:t>проработка решения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57853" y="3763806"/>
            <a:ext cx="1332230" cy="1488440"/>
          </a:xfrm>
          <a:prstGeom prst="rect">
            <a:avLst/>
          </a:prstGeom>
        </p:spPr>
        <p:txBody>
          <a:bodyPr wrap="square" lIns="0" tIns="323215" rIns="0" bIns="0" rtlCol="0" vert="horz">
            <a:spAutoFit/>
          </a:bodyPr>
          <a:lstStyle/>
          <a:p>
            <a:pPr marL="45085">
              <a:lnSpc>
                <a:spcPct val="100000"/>
              </a:lnSpc>
              <a:spcBef>
                <a:spcPts val="2545"/>
              </a:spcBef>
            </a:pPr>
            <a:r>
              <a:rPr dirty="0" sz="3600" spc="-25" b="1">
                <a:solidFill>
                  <a:srgbClr val="FF0052"/>
                </a:solidFill>
                <a:latin typeface="Arial"/>
                <a:cs typeface="Arial"/>
              </a:rPr>
              <a:t>05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ts val="1825"/>
              </a:lnSpc>
              <a:spcBef>
                <a:spcPts val="1100"/>
              </a:spcBef>
            </a:pPr>
            <a:r>
              <a:rPr dirty="0" sz="1600" spc="-10">
                <a:latin typeface="Microsoft Sans Serif"/>
                <a:cs typeface="Microsoft Sans Serif"/>
              </a:rPr>
              <a:t>Уникальность</a:t>
            </a:r>
            <a:endParaRPr sz="1600">
              <a:latin typeface="Microsoft Sans Serif"/>
              <a:cs typeface="Microsoft Sans Serif"/>
            </a:endParaRPr>
          </a:p>
          <a:p>
            <a:pPr marL="12700">
              <a:lnSpc>
                <a:spcPts val="1825"/>
              </a:lnSpc>
            </a:pPr>
            <a:r>
              <a:rPr dirty="0" sz="1600" spc="-10">
                <a:latin typeface="Microsoft Sans Serif"/>
                <a:cs typeface="Microsoft Sans Serif"/>
              </a:rPr>
              <a:t>решения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39508" y="3763806"/>
            <a:ext cx="1205230" cy="1708150"/>
          </a:xfrm>
          <a:prstGeom prst="rect">
            <a:avLst/>
          </a:prstGeom>
        </p:spPr>
        <p:txBody>
          <a:bodyPr wrap="square" lIns="0" tIns="323215" rIns="0" bIns="0" rtlCol="0" vert="horz">
            <a:spAutoFit/>
          </a:bodyPr>
          <a:lstStyle/>
          <a:p>
            <a:pPr marL="71755">
              <a:lnSpc>
                <a:spcPct val="100000"/>
              </a:lnSpc>
              <a:spcBef>
                <a:spcPts val="2545"/>
              </a:spcBef>
            </a:pPr>
            <a:r>
              <a:rPr dirty="0" sz="3600" spc="-25" b="1">
                <a:solidFill>
                  <a:srgbClr val="FF0052"/>
                </a:solidFill>
                <a:latin typeface="Arial"/>
                <a:cs typeface="Arial"/>
              </a:rPr>
              <a:t>06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ts val="1825"/>
              </a:lnSpc>
              <a:spcBef>
                <a:spcPts val="1100"/>
              </a:spcBef>
            </a:pPr>
            <a:r>
              <a:rPr dirty="0" sz="1600" spc="-10">
                <a:latin typeface="Microsoft Sans Serif"/>
                <a:cs typeface="Microsoft Sans Serif"/>
              </a:rPr>
              <a:t>Планы</a:t>
            </a:r>
            <a:endParaRPr sz="1600">
              <a:latin typeface="Microsoft Sans Serif"/>
              <a:cs typeface="Microsoft Sans Serif"/>
            </a:endParaRPr>
          </a:p>
          <a:p>
            <a:pPr marL="12700">
              <a:lnSpc>
                <a:spcPts val="1730"/>
              </a:lnSpc>
            </a:pPr>
            <a:r>
              <a:rPr dirty="0" sz="1600">
                <a:latin typeface="Microsoft Sans Serif"/>
                <a:cs typeface="Microsoft Sans Serif"/>
              </a:rPr>
              <a:t>по</a:t>
            </a:r>
            <a:r>
              <a:rPr dirty="0" sz="1600" spc="-10">
                <a:latin typeface="Microsoft Sans Serif"/>
                <a:cs typeface="Microsoft Sans Serif"/>
              </a:rPr>
              <a:t> развитию</a:t>
            </a:r>
            <a:endParaRPr sz="1600">
              <a:latin typeface="Microsoft Sans Serif"/>
              <a:cs typeface="Microsoft Sans Serif"/>
            </a:endParaRPr>
          </a:p>
          <a:p>
            <a:pPr marL="12700">
              <a:lnSpc>
                <a:spcPts val="1825"/>
              </a:lnSpc>
            </a:pPr>
            <a:r>
              <a:rPr dirty="0" sz="1600" spc="-10">
                <a:latin typeface="Microsoft Sans Serif"/>
                <a:cs typeface="Microsoft Sans Serif"/>
              </a:rPr>
              <a:t>решения</a:t>
            </a:r>
            <a:endParaRPr sz="1600">
              <a:latin typeface="Microsoft Sans Serif"/>
              <a:cs typeface="Microsoft Sans Serif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947927" y="408431"/>
            <a:ext cx="7919084" cy="5318760"/>
            <a:chOff x="947927" y="408431"/>
            <a:chExt cx="7919084" cy="5318760"/>
          </a:xfrm>
        </p:grpSpPr>
        <p:sp>
          <p:nvSpPr>
            <p:cNvPr id="11" name="object 11"/>
            <p:cNvSpPr/>
            <p:nvPr/>
          </p:nvSpPr>
          <p:spPr>
            <a:xfrm>
              <a:off x="3904488" y="1792223"/>
              <a:ext cx="2359660" cy="1877695"/>
            </a:xfrm>
            <a:custGeom>
              <a:avLst/>
              <a:gdLst/>
              <a:ahLst/>
              <a:cxnLst/>
              <a:rect l="l" t="t" r="r" b="b"/>
              <a:pathLst>
                <a:path w="2359660" h="1877695">
                  <a:moveTo>
                    <a:pt x="0" y="184403"/>
                  </a:moveTo>
                  <a:lnTo>
                    <a:pt x="6586" y="135378"/>
                  </a:lnTo>
                  <a:lnTo>
                    <a:pt x="25174" y="91327"/>
                  </a:lnTo>
                  <a:lnTo>
                    <a:pt x="54006" y="54006"/>
                  </a:lnTo>
                  <a:lnTo>
                    <a:pt x="91327" y="25174"/>
                  </a:lnTo>
                  <a:lnTo>
                    <a:pt x="135378" y="6586"/>
                  </a:lnTo>
                  <a:lnTo>
                    <a:pt x="184403" y="0"/>
                  </a:lnTo>
                  <a:lnTo>
                    <a:pt x="2174748" y="0"/>
                  </a:lnTo>
                  <a:lnTo>
                    <a:pt x="2223773" y="6586"/>
                  </a:lnTo>
                  <a:lnTo>
                    <a:pt x="2267824" y="25174"/>
                  </a:lnTo>
                  <a:lnTo>
                    <a:pt x="2305145" y="54006"/>
                  </a:lnTo>
                  <a:lnTo>
                    <a:pt x="2333977" y="91327"/>
                  </a:lnTo>
                  <a:lnTo>
                    <a:pt x="2352565" y="135378"/>
                  </a:lnTo>
                  <a:lnTo>
                    <a:pt x="2359152" y="184403"/>
                  </a:lnTo>
                  <a:lnTo>
                    <a:pt x="2359152" y="1693164"/>
                  </a:lnTo>
                  <a:lnTo>
                    <a:pt x="2352565" y="1742189"/>
                  </a:lnTo>
                  <a:lnTo>
                    <a:pt x="2333977" y="1786240"/>
                  </a:lnTo>
                  <a:lnTo>
                    <a:pt x="2305145" y="1823561"/>
                  </a:lnTo>
                  <a:lnTo>
                    <a:pt x="2267824" y="1852393"/>
                  </a:lnTo>
                  <a:lnTo>
                    <a:pt x="2223773" y="1870981"/>
                  </a:lnTo>
                  <a:lnTo>
                    <a:pt x="2174748" y="1877568"/>
                  </a:lnTo>
                  <a:lnTo>
                    <a:pt x="184403" y="1877568"/>
                  </a:lnTo>
                  <a:lnTo>
                    <a:pt x="135378" y="1870981"/>
                  </a:lnTo>
                  <a:lnTo>
                    <a:pt x="91327" y="1852393"/>
                  </a:lnTo>
                  <a:lnTo>
                    <a:pt x="54006" y="1823561"/>
                  </a:lnTo>
                  <a:lnTo>
                    <a:pt x="25174" y="1786240"/>
                  </a:lnTo>
                  <a:lnTo>
                    <a:pt x="6586" y="1742189"/>
                  </a:lnTo>
                  <a:lnTo>
                    <a:pt x="0" y="1693164"/>
                  </a:lnTo>
                  <a:lnTo>
                    <a:pt x="0" y="184403"/>
                  </a:lnTo>
                  <a:close/>
                </a:path>
              </a:pathLst>
            </a:custGeom>
            <a:ln w="12192">
              <a:solidFill>
                <a:srgbClr val="FF005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498336" y="1792223"/>
              <a:ext cx="2362200" cy="1877695"/>
            </a:xfrm>
            <a:custGeom>
              <a:avLst/>
              <a:gdLst/>
              <a:ahLst/>
              <a:cxnLst/>
              <a:rect l="l" t="t" r="r" b="b"/>
              <a:pathLst>
                <a:path w="2362200" h="1877695">
                  <a:moveTo>
                    <a:pt x="0" y="184403"/>
                  </a:moveTo>
                  <a:lnTo>
                    <a:pt x="6586" y="135378"/>
                  </a:lnTo>
                  <a:lnTo>
                    <a:pt x="25174" y="91327"/>
                  </a:lnTo>
                  <a:lnTo>
                    <a:pt x="54006" y="54006"/>
                  </a:lnTo>
                  <a:lnTo>
                    <a:pt x="91327" y="25174"/>
                  </a:lnTo>
                  <a:lnTo>
                    <a:pt x="135378" y="6586"/>
                  </a:lnTo>
                  <a:lnTo>
                    <a:pt x="184404" y="0"/>
                  </a:lnTo>
                  <a:lnTo>
                    <a:pt x="2177795" y="0"/>
                  </a:lnTo>
                  <a:lnTo>
                    <a:pt x="2226821" y="6586"/>
                  </a:lnTo>
                  <a:lnTo>
                    <a:pt x="2270872" y="25174"/>
                  </a:lnTo>
                  <a:lnTo>
                    <a:pt x="2308193" y="54006"/>
                  </a:lnTo>
                  <a:lnTo>
                    <a:pt x="2337025" y="91327"/>
                  </a:lnTo>
                  <a:lnTo>
                    <a:pt x="2355613" y="135378"/>
                  </a:lnTo>
                  <a:lnTo>
                    <a:pt x="2362199" y="184403"/>
                  </a:lnTo>
                  <a:lnTo>
                    <a:pt x="2362199" y="1693164"/>
                  </a:lnTo>
                  <a:lnTo>
                    <a:pt x="2355613" y="1742189"/>
                  </a:lnTo>
                  <a:lnTo>
                    <a:pt x="2337025" y="1786240"/>
                  </a:lnTo>
                  <a:lnTo>
                    <a:pt x="2308193" y="1823561"/>
                  </a:lnTo>
                  <a:lnTo>
                    <a:pt x="2270872" y="1852393"/>
                  </a:lnTo>
                  <a:lnTo>
                    <a:pt x="2226821" y="1870981"/>
                  </a:lnTo>
                  <a:lnTo>
                    <a:pt x="2177795" y="1877568"/>
                  </a:lnTo>
                  <a:lnTo>
                    <a:pt x="184404" y="1877568"/>
                  </a:lnTo>
                  <a:lnTo>
                    <a:pt x="135378" y="1870981"/>
                  </a:lnTo>
                  <a:lnTo>
                    <a:pt x="91327" y="1852393"/>
                  </a:lnTo>
                  <a:lnTo>
                    <a:pt x="54006" y="1823561"/>
                  </a:lnTo>
                  <a:lnTo>
                    <a:pt x="25174" y="1786240"/>
                  </a:lnTo>
                  <a:lnTo>
                    <a:pt x="6586" y="1742189"/>
                  </a:lnTo>
                  <a:lnTo>
                    <a:pt x="0" y="1693164"/>
                  </a:lnTo>
                  <a:lnTo>
                    <a:pt x="0" y="184403"/>
                  </a:lnTo>
                  <a:close/>
                </a:path>
              </a:pathLst>
            </a:custGeom>
            <a:ln w="12192">
              <a:solidFill>
                <a:srgbClr val="FF005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347215" y="1792223"/>
              <a:ext cx="7513320" cy="3929379"/>
            </a:xfrm>
            <a:custGeom>
              <a:avLst/>
              <a:gdLst/>
              <a:ahLst/>
              <a:cxnLst/>
              <a:rect l="l" t="t" r="r" b="b"/>
              <a:pathLst>
                <a:path w="7513320" h="3929379">
                  <a:moveTo>
                    <a:pt x="0" y="184403"/>
                  </a:moveTo>
                  <a:lnTo>
                    <a:pt x="6586" y="135378"/>
                  </a:lnTo>
                  <a:lnTo>
                    <a:pt x="25174" y="91327"/>
                  </a:lnTo>
                  <a:lnTo>
                    <a:pt x="54006" y="54006"/>
                  </a:lnTo>
                  <a:lnTo>
                    <a:pt x="91327" y="25174"/>
                  </a:lnTo>
                  <a:lnTo>
                    <a:pt x="135378" y="6586"/>
                  </a:lnTo>
                  <a:lnTo>
                    <a:pt x="184403" y="0"/>
                  </a:lnTo>
                  <a:lnTo>
                    <a:pt x="2174748" y="0"/>
                  </a:lnTo>
                  <a:lnTo>
                    <a:pt x="2223773" y="6586"/>
                  </a:lnTo>
                  <a:lnTo>
                    <a:pt x="2267824" y="25174"/>
                  </a:lnTo>
                  <a:lnTo>
                    <a:pt x="2305145" y="54006"/>
                  </a:lnTo>
                  <a:lnTo>
                    <a:pt x="2333977" y="91327"/>
                  </a:lnTo>
                  <a:lnTo>
                    <a:pt x="2352565" y="135378"/>
                  </a:lnTo>
                  <a:lnTo>
                    <a:pt x="2359152" y="184403"/>
                  </a:lnTo>
                  <a:lnTo>
                    <a:pt x="2359152" y="1693164"/>
                  </a:lnTo>
                  <a:lnTo>
                    <a:pt x="2352565" y="1742189"/>
                  </a:lnTo>
                  <a:lnTo>
                    <a:pt x="2333977" y="1786240"/>
                  </a:lnTo>
                  <a:lnTo>
                    <a:pt x="2305145" y="1823561"/>
                  </a:lnTo>
                  <a:lnTo>
                    <a:pt x="2267824" y="1852393"/>
                  </a:lnTo>
                  <a:lnTo>
                    <a:pt x="2223773" y="1870981"/>
                  </a:lnTo>
                  <a:lnTo>
                    <a:pt x="2174748" y="1877568"/>
                  </a:lnTo>
                  <a:lnTo>
                    <a:pt x="184403" y="1877568"/>
                  </a:lnTo>
                  <a:lnTo>
                    <a:pt x="135378" y="1870981"/>
                  </a:lnTo>
                  <a:lnTo>
                    <a:pt x="91327" y="1852393"/>
                  </a:lnTo>
                  <a:lnTo>
                    <a:pt x="54006" y="1823561"/>
                  </a:lnTo>
                  <a:lnTo>
                    <a:pt x="25174" y="1786240"/>
                  </a:lnTo>
                  <a:lnTo>
                    <a:pt x="6586" y="1742189"/>
                  </a:lnTo>
                  <a:lnTo>
                    <a:pt x="0" y="1693164"/>
                  </a:lnTo>
                  <a:lnTo>
                    <a:pt x="0" y="184403"/>
                  </a:lnTo>
                  <a:close/>
                </a:path>
                <a:path w="7513320" h="3929379">
                  <a:moveTo>
                    <a:pt x="2557272" y="2235708"/>
                  </a:moveTo>
                  <a:lnTo>
                    <a:pt x="2563858" y="2186682"/>
                  </a:lnTo>
                  <a:lnTo>
                    <a:pt x="2582446" y="2142631"/>
                  </a:lnTo>
                  <a:lnTo>
                    <a:pt x="2611278" y="2105310"/>
                  </a:lnTo>
                  <a:lnTo>
                    <a:pt x="2648599" y="2076478"/>
                  </a:lnTo>
                  <a:lnTo>
                    <a:pt x="2692650" y="2057890"/>
                  </a:lnTo>
                  <a:lnTo>
                    <a:pt x="2741676" y="2051303"/>
                  </a:lnTo>
                  <a:lnTo>
                    <a:pt x="4732020" y="2051303"/>
                  </a:lnTo>
                  <a:lnTo>
                    <a:pt x="4781045" y="2057890"/>
                  </a:lnTo>
                  <a:lnTo>
                    <a:pt x="4825096" y="2076478"/>
                  </a:lnTo>
                  <a:lnTo>
                    <a:pt x="4862417" y="2105310"/>
                  </a:lnTo>
                  <a:lnTo>
                    <a:pt x="4891249" y="2142631"/>
                  </a:lnTo>
                  <a:lnTo>
                    <a:pt x="4909837" y="2186682"/>
                  </a:lnTo>
                  <a:lnTo>
                    <a:pt x="4916424" y="2235708"/>
                  </a:lnTo>
                  <a:lnTo>
                    <a:pt x="4916424" y="3744467"/>
                  </a:lnTo>
                  <a:lnTo>
                    <a:pt x="4909837" y="3793489"/>
                  </a:lnTo>
                  <a:lnTo>
                    <a:pt x="4891249" y="3837539"/>
                  </a:lnTo>
                  <a:lnTo>
                    <a:pt x="4862417" y="3874860"/>
                  </a:lnTo>
                  <a:lnTo>
                    <a:pt x="4825096" y="3903694"/>
                  </a:lnTo>
                  <a:lnTo>
                    <a:pt x="4781045" y="3922284"/>
                  </a:lnTo>
                  <a:lnTo>
                    <a:pt x="4732020" y="3928872"/>
                  </a:lnTo>
                  <a:lnTo>
                    <a:pt x="2741676" y="3928872"/>
                  </a:lnTo>
                  <a:lnTo>
                    <a:pt x="2692650" y="3922284"/>
                  </a:lnTo>
                  <a:lnTo>
                    <a:pt x="2648599" y="3903694"/>
                  </a:lnTo>
                  <a:lnTo>
                    <a:pt x="2611278" y="3874860"/>
                  </a:lnTo>
                  <a:lnTo>
                    <a:pt x="2582446" y="3837539"/>
                  </a:lnTo>
                  <a:lnTo>
                    <a:pt x="2563858" y="3793489"/>
                  </a:lnTo>
                  <a:lnTo>
                    <a:pt x="2557272" y="3744467"/>
                  </a:lnTo>
                  <a:lnTo>
                    <a:pt x="2557272" y="2235708"/>
                  </a:lnTo>
                  <a:close/>
                </a:path>
                <a:path w="7513320" h="3929379">
                  <a:moveTo>
                    <a:pt x="5151120" y="2235708"/>
                  </a:moveTo>
                  <a:lnTo>
                    <a:pt x="5157706" y="2186682"/>
                  </a:lnTo>
                  <a:lnTo>
                    <a:pt x="5176294" y="2142631"/>
                  </a:lnTo>
                  <a:lnTo>
                    <a:pt x="5205126" y="2105310"/>
                  </a:lnTo>
                  <a:lnTo>
                    <a:pt x="5242447" y="2076478"/>
                  </a:lnTo>
                  <a:lnTo>
                    <a:pt x="5286498" y="2057890"/>
                  </a:lnTo>
                  <a:lnTo>
                    <a:pt x="5335524" y="2051303"/>
                  </a:lnTo>
                  <a:lnTo>
                    <a:pt x="7328915" y="2051303"/>
                  </a:lnTo>
                  <a:lnTo>
                    <a:pt x="7377941" y="2057890"/>
                  </a:lnTo>
                  <a:lnTo>
                    <a:pt x="7421992" y="2076478"/>
                  </a:lnTo>
                  <a:lnTo>
                    <a:pt x="7459313" y="2105310"/>
                  </a:lnTo>
                  <a:lnTo>
                    <a:pt x="7488145" y="2142631"/>
                  </a:lnTo>
                  <a:lnTo>
                    <a:pt x="7506733" y="2186682"/>
                  </a:lnTo>
                  <a:lnTo>
                    <a:pt x="7513319" y="2235708"/>
                  </a:lnTo>
                  <a:lnTo>
                    <a:pt x="7513319" y="3744467"/>
                  </a:lnTo>
                  <a:lnTo>
                    <a:pt x="7506733" y="3793489"/>
                  </a:lnTo>
                  <a:lnTo>
                    <a:pt x="7488145" y="3837539"/>
                  </a:lnTo>
                  <a:lnTo>
                    <a:pt x="7459313" y="3874860"/>
                  </a:lnTo>
                  <a:lnTo>
                    <a:pt x="7421992" y="3903694"/>
                  </a:lnTo>
                  <a:lnTo>
                    <a:pt x="7377941" y="3922284"/>
                  </a:lnTo>
                  <a:lnTo>
                    <a:pt x="7328915" y="3928872"/>
                  </a:lnTo>
                  <a:lnTo>
                    <a:pt x="5335524" y="3928872"/>
                  </a:lnTo>
                  <a:lnTo>
                    <a:pt x="5286498" y="3922284"/>
                  </a:lnTo>
                  <a:lnTo>
                    <a:pt x="5242447" y="3903694"/>
                  </a:lnTo>
                  <a:lnTo>
                    <a:pt x="5205126" y="3874860"/>
                  </a:lnTo>
                  <a:lnTo>
                    <a:pt x="5176294" y="3837539"/>
                  </a:lnTo>
                  <a:lnTo>
                    <a:pt x="5157706" y="3793489"/>
                  </a:lnTo>
                  <a:lnTo>
                    <a:pt x="5151120" y="3744467"/>
                  </a:lnTo>
                  <a:lnTo>
                    <a:pt x="5151120" y="2235708"/>
                  </a:lnTo>
                  <a:close/>
                </a:path>
              </a:pathLst>
            </a:custGeom>
            <a:ln w="12192">
              <a:solidFill>
                <a:srgbClr val="FF005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347215" y="3843528"/>
              <a:ext cx="2359660" cy="1877695"/>
            </a:xfrm>
            <a:custGeom>
              <a:avLst/>
              <a:gdLst/>
              <a:ahLst/>
              <a:cxnLst/>
              <a:rect l="l" t="t" r="r" b="b"/>
              <a:pathLst>
                <a:path w="2359660" h="1877695">
                  <a:moveTo>
                    <a:pt x="0" y="184404"/>
                  </a:moveTo>
                  <a:lnTo>
                    <a:pt x="6586" y="135378"/>
                  </a:lnTo>
                  <a:lnTo>
                    <a:pt x="25174" y="91327"/>
                  </a:lnTo>
                  <a:lnTo>
                    <a:pt x="54006" y="54006"/>
                  </a:lnTo>
                  <a:lnTo>
                    <a:pt x="91327" y="25174"/>
                  </a:lnTo>
                  <a:lnTo>
                    <a:pt x="135378" y="6586"/>
                  </a:lnTo>
                  <a:lnTo>
                    <a:pt x="184403" y="0"/>
                  </a:lnTo>
                  <a:lnTo>
                    <a:pt x="2174748" y="0"/>
                  </a:lnTo>
                  <a:lnTo>
                    <a:pt x="2223773" y="6586"/>
                  </a:lnTo>
                  <a:lnTo>
                    <a:pt x="2267824" y="25174"/>
                  </a:lnTo>
                  <a:lnTo>
                    <a:pt x="2305145" y="54006"/>
                  </a:lnTo>
                  <a:lnTo>
                    <a:pt x="2333977" y="91327"/>
                  </a:lnTo>
                  <a:lnTo>
                    <a:pt x="2352565" y="135378"/>
                  </a:lnTo>
                  <a:lnTo>
                    <a:pt x="2359152" y="184404"/>
                  </a:lnTo>
                  <a:lnTo>
                    <a:pt x="2359152" y="1693164"/>
                  </a:lnTo>
                  <a:lnTo>
                    <a:pt x="2352565" y="1742185"/>
                  </a:lnTo>
                  <a:lnTo>
                    <a:pt x="2333977" y="1786235"/>
                  </a:lnTo>
                  <a:lnTo>
                    <a:pt x="2305145" y="1823556"/>
                  </a:lnTo>
                  <a:lnTo>
                    <a:pt x="2267824" y="1852390"/>
                  </a:lnTo>
                  <a:lnTo>
                    <a:pt x="2223773" y="1870980"/>
                  </a:lnTo>
                  <a:lnTo>
                    <a:pt x="2174748" y="1877568"/>
                  </a:lnTo>
                  <a:lnTo>
                    <a:pt x="184403" y="1877568"/>
                  </a:lnTo>
                  <a:lnTo>
                    <a:pt x="135378" y="1870980"/>
                  </a:lnTo>
                  <a:lnTo>
                    <a:pt x="91327" y="1852390"/>
                  </a:lnTo>
                  <a:lnTo>
                    <a:pt x="54006" y="1823556"/>
                  </a:lnTo>
                  <a:lnTo>
                    <a:pt x="25174" y="1786235"/>
                  </a:lnTo>
                  <a:lnTo>
                    <a:pt x="6586" y="1742185"/>
                  </a:lnTo>
                  <a:lnTo>
                    <a:pt x="0" y="1693164"/>
                  </a:lnTo>
                  <a:lnTo>
                    <a:pt x="0" y="184404"/>
                  </a:lnTo>
                  <a:close/>
                </a:path>
              </a:pathLst>
            </a:custGeom>
            <a:ln w="12192">
              <a:solidFill>
                <a:srgbClr val="FF005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947927" y="408431"/>
              <a:ext cx="7360920" cy="622300"/>
            </a:xfrm>
            <a:custGeom>
              <a:avLst/>
              <a:gdLst/>
              <a:ahLst/>
              <a:cxnLst/>
              <a:rect l="l" t="t" r="r" b="b"/>
              <a:pathLst>
                <a:path w="7360920" h="622300">
                  <a:moveTo>
                    <a:pt x="7210298" y="0"/>
                  </a:moveTo>
                  <a:lnTo>
                    <a:pt x="150660" y="0"/>
                  </a:lnTo>
                  <a:lnTo>
                    <a:pt x="103038" y="7678"/>
                  </a:lnTo>
                  <a:lnTo>
                    <a:pt x="61680" y="29061"/>
                  </a:lnTo>
                  <a:lnTo>
                    <a:pt x="29067" y="61667"/>
                  </a:lnTo>
                  <a:lnTo>
                    <a:pt x="7680" y="103014"/>
                  </a:lnTo>
                  <a:lnTo>
                    <a:pt x="0" y="150621"/>
                  </a:lnTo>
                  <a:lnTo>
                    <a:pt x="0" y="471169"/>
                  </a:lnTo>
                  <a:lnTo>
                    <a:pt x="7680" y="518777"/>
                  </a:lnTo>
                  <a:lnTo>
                    <a:pt x="29067" y="560124"/>
                  </a:lnTo>
                  <a:lnTo>
                    <a:pt x="61680" y="592730"/>
                  </a:lnTo>
                  <a:lnTo>
                    <a:pt x="103038" y="614113"/>
                  </a:lnTo>
                  <a:lnTo>
                    <a:pt x="150660" y="621791"/>
                  </a:lnTo>
                  <a:lnTo>
                    <a:pt x="7210298" y="621791"/>
                  </a:lnTo>
                  <a:lnTo>
                    <a:pt x="7257905" y="614113"/>
                  </a:lnTo>
                  <a:lnTo>
                    <a:pt x="7299252" y="592730"/>
                  </a:lnTo>
                  <a:lnTo>
                    <a:pt x="7331858" y="560124"/>
                  </a:lnTo>
                  <a:lnTo>
                    <a:pt x="7353241" y="518777"/>
                  </a:lnTo>
                  <a:lnTo>
                    <a:pt x="7360920" y="471169"/>
                  </a:lnTo>
                  <a:lnTo>
                    <a:pt x="7360920" y="150621"/>
                  </a:lnTo>
                  <a:lnTo>
                    <a:pt x="7353241" y="103014"/>
                  </a:lnTo>
                  <a:lnTo>
                    <a:pt x="7331858" y="61667"/>
                  </a:lnTo>
                  <a:lnTo>
                    <a:pt x="7299252" y="29061"/>
                  </a:lnTo>
                  <a:lnTo>
                    <a:pt x="7257905" y="7678"/>
                  </a:lnTo>
                  <a:lnTo>
                    <a:pt x="7210298" y="0"/>
                  </a:lnTo>
                  <a:close/>
                </a:path>
              </a:pathLst>
            </a:custGeom>
            <a:solidFill>
              <a:srgbClr val="52097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4526" rIns="0" bIns="0" rtlCol="0" vert="horz">
            <a:spAutoFit/>
          </a:bodyPr>
          <a:lstStyle/>
          <a:p>
            <a:pPr marL="749935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FFFFFF"/>
                </a:solidFill>
              </a:rPr>
              <a:t>РЕКОМЕНДУЕМАЯ</a:t>
            </a:r>
            <a:r>
              <a:rPr dirty="0" spc="-85">
                <a:solidFill>
                  <a:srgbClr val="FFFFFF"/>
                </a:solidFill>
              </a:rPr>
              <a:t> </a:t>
            </a:r>
            <a:r>
              <a:rPr dirty="0" spc="-20">
                <a:solidFill>
                  <a:srgbClr val="FFFFFF"/>
                </a:solidFill>
              </a:rPr>
              <a:t>СТРУКТУРА</a:t>
            </a:r>
            <a:r>
              <a:rPr dirty="0" spc="-120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ПРЕЗЕНТАЦИИ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5415" rIns="0" bIns="0" rtlCol="0" vert="horz">
            <a:spAutoFit/>
          </a:bodyPr>
          <a:lstStyle/>
          <a:p>
            <a:pPr marL="184785">
              <a:lnSpc>
                <a:spcPts val="1425"/>
              </a:lnSpc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874500" cy="6857999"/>
          </a:xfrm>
          <a:prstGeom prst="rect">
            <a:avLst/>
          </a:prstGeom>
        </p:spPr>
      </p:pic>
      <p:sp>
        <p:nvSpPr>
          <p:cNvPr id="42" name="object 42"/>
          <p:cNvSpPr/>
          <p:nvPr/>
        </p:nvSpPr>
        <p:spPr>
          <a:xfrm>
            <a:off x="947927" y="408431"/>
            <a:ext cx="2950845" cy="622300"/>
          </a:xfrm>
          <a:custGeom>
            <a:avLst/>
            <a:gdLst/>
            <a:ahLst/>
            <a:cxnLst/>
            <a:rect l="l" t="t" r="r" b="b"/>
            <a:pathLst>
              <a:path w="2950845" h="622300">
                <a:moveTo>
                  <a:pt x="2799842" y="0"/>
                </a:moveTo>
                <a:lnTo>
                  <a:pt x="150647" y="0"/>
                </a:lnTo>
                <a:lnTo>
                  <a:pt x="103032" y="7678"/>
                </a:lnTo>
                <a:lnTo>
                  <a:pt x="61678" y="29061"/>
                </a:lnTo>
                <a:lnTo>
                  <a:pt x="29066" y="61667"/>
                </a:lnTo>
                <a:lnTo>
                  <a:pt x="7680" y="103014"/>
                </a:lnTo>
                <a:lnTo>
                  <a:pt x="0" y="150621"/>
                </a:lnTo>
                <a:lnTo>
                  <a:pt x="0" y="471169"/>
                </a:lnTo>
                <a:lnTo>
                  <a:pt x="7680" y="518777"/>
                </a:lnTo>
                <a:lnTo>
                  <a:pt x="29066" y="560124"/>
                </a:lnTo>
                <a:lnTo>
                  <a:pt x="61678" y="592730"/>
                </a:lnTo>
                <a:lnTo>
                  <a:pt x="103032" y="614113"/>
                </a:lnTo>
                <a:lnTo>
                  <a:pt x="150647" y="621791"/>
                </a:lnTo>
                <a:lnTo>
                  <a:pt x="2799842" y="621791"/>
                </a:lnTo>
                <a:lnTo>
                  <a:pt x="2847449" y="614113"/>
                </a:lnTo>
                <a:lnTo>
                  <a:pt x="2888796" y="592730"/>
                </a:lnTo>
                <a:lnTo>
                  <a:pt x="2921402" y="560124"/>
                </a:lnTo>
                <a:lnTo>
                  <a:pt x="2942785" y="518777"/>
                </a:lnTo>
                <a:lnTo>
                  <a:pt x="2950464" y="471169"/>
                </a:lnTo>
                <a:lnTo>
                  <a:pt x="2950464" y="150621"/>
                </a:lnTo>
                <a:lnTo>
                  <a:pt x="2942785" y="103014"/>
                </a:lnTo>
                <a:lnTo>
                  <a:pt x="2921402" y="61667"/>
                </a:lnTo>
                <a:lnTo>
                  <a:pt x="2888796" y="29061"/>
                </a:lnTo>
                <a:lnTo>
                  <a:pt x="2847449" y="7678"/>
                </a:lnTo>
                <a:lnTo>
                  <a:pt x="2799842" y="0"/>
                </a:lnTo>
                <a:close/>
              </a:path>
            </a:pathLst>
          </a:custGeom>
          <a:solidFill>
            <a:srgbClr val="52097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4526" rIns="0" bIns="0" rtlCol="0" vert="horz">
            <a:spAutoFit/>
          </a:bodyPr>
          <a:lstStyle/>
          <a:p>
            <a:pPr marL="749935">
              <a:lnSpc>
                <a:spcPct val="100000"/>
              </a:lnSpc>
              <a:spcBef>
                <a:spcPts val="90"/>
              </a:spcBef>
            </a:pPr>
            <a:r>
              <a:rPr dirty="0" spc="-10">
                <a:solidFill>
                  <a:srgbClr val="FFFFFF"/>
                </a:solidFill>
              </a:rPr>
              <a:t>ОФОРМЛЕНИЕ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55370" y="2168779"/>
            <a:ext cx="864869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 spc="-10" b="1">
                <a:solidFill>
                  <a:srgbClr val="520977"/>
                </a:solidFill>
                <a:latin typeface="Arial"/>
                <a:cs typeface="Arial"/>
              </a:rPr>
              <a:t>ШРИФТ: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43810" y="2165985"/>
            <a:ext cx="4313555" cy="2559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00">
                <a:latin typeface="Microsoft Sans Serif"/>
                <a:cs typeface="Microsoft Sans Serif"/>
              </a:rPr>
              <a:t>Montserrat:</a:t>
            </a:r>
            <a:r>
              <a:rPr dirty="0" sz="1500" spc="490">
                <a:latin typeface="Microsoft Sans Serif"/>
                <a:cs typeface="Microsoft Sans Serif"/>
              </a:rPr>
              <a:t> </a:t>
            </a:r>
            <a:r>
              <a:rPr dirty="0" u="sng" sz="1500" spc="-1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  <a:hlinkClick r:id="rId3"/>
              </a:rPr>
              <a:t>https://fonts-online.ru/fonts/montserrat</a:t>
            </a:r>
            <a:endParaRPr sz="15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55370" y="2897886"/>
            <a:ext cx="916940" cy="6115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 spc="-10" b="1">
                <a:solidFill>
                  <a:srgbClr val="520977"/>
                </a:solidFill>
                <a:latin typeface="Arial"/>
                <a:cs typeface="Arial"/>
              </a:rPr>
              <a:t>ЦВЕТА:</a:t>
            </a:r>
            <a:endParaRPr sz="1600">
              <a:latin typeface="Arial"/>
              <a:cs typeface="Arial"/>
            </a:endParaRPr>
          </a:p>
          <a:p>
            <a:pPr marL="31115">
              <a:lnSpc>
                <a:spcPct val="100000"/>
              </a:lnSpc>
              <a:spcBef>
                <a:spcPts val="1010"/>
              </a:spcBef>
            </a:pPr>
            <a:r>
              <a:rPr dirty="0" sz="1400" spc="-10">
                <a:latin typeface="Microsoft Sans Serif"/>
                <a:cs typeface="Microsoft Sans Serif"/>
              </a:rPr>
              <a:t>акцентные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3963" y="4767452"/>
            <a:ext cx="71501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20">
                <a:latin typeface="Microsoft Sans Serif"/>
                <a:cs typeface="Microsoft Sans Serif"/>
              </a:rPr>
              <a:t>базовые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41057" y="2712529"/>
            <a:ext cx="10586085" cy="3255645"/>
            <a:chOff x="841057" y="2712529"/>
            <a:chExt cx="10586085" cy="3255645"/>
          </a:xfrm>
        </p:grpSpPr>
        <p:sp>
          <p:nvSpPr>
            <p:cNvPr id="8" name="object 8"/>
            <p:cNvSpPr/>
            <p:nvPr/>
          </p:nvSpPr>
          <p:spPr>
            <a:xfrm>
              <a:off x="853439" y="2724912"/>
              <a:ext cx="10561320" cy="0"/>
            </a:xfrm>
            <a:custGeom>
              <a:avLst/>
              <a:gdLst/>
              <a:ahLst/>
              <a:cxnLst/>
              <a:rect l="l" t="t" r="r" b="b"/>
              <a:pathLst>
                <a:path w="10561320" h="0">
                  <a:moveTo>
                    <a:pt x="0" y="0"/>
                  </a:moveTo>
                  <a:lnTo>
                    <a:pt x="10561192" y="0"/>
                  </a:lnTo>
                </a:path>
              </a:pathLst>
            </a:custGeom>
            <a:ln w="24384">
              <a:solidFill>
                <a:srgbClr val="FF005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61960" y="4776216"/>
              <a:ext cx="1694688" cy="119176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97635" y="3653028"/>
              <a:ext cx="1496695" cy="753110"/>
            </a:xfrm>
            <a:custGeom>
              <a:avLst/>
              <a:gdLst/>
              <a:ahLst/>
              <a:cxnLst/>
              <a:rect l="l" t="t" r="r" b="b"/>
              <a:pathLst>
                <a:path w="1496695" h="753110">
                  <a:moveTo>
                    <a:pt x="1371091" y="0"/>
                  </a:moveTo>
                  <a:lnTo>
                    <a:pt x="125475" y="0"/>
                  </a:lnTo>
                  <a:lnTo>
                    <a:pt x="76638" y="9854"/>
                  </a:lnTo>
                  <a:lnTo>
                    <a:pt x="36753" y="36734"/>
                  </a:lnTo>
                  <a:lnTo>
                    <a:pt x="9861" y="76616"/>
                  </a:lnTo>
                  <a:lnTo>
                    <a:pt x="0" y="125476"/>
                  </a:lnTo>
                  <a:lnTo>
                    <a:pt x="0" y="627380"/>
                  </a:lnTo>
                  <a:lnTo>
                    <a:pt x="9861" y="676239"/>
                  </a:lnTo>
                  <a:lnTo>
                    <a:pt x="36753" y="716121"/>
                  </a:lnTo>
                  <a:lnTo>
                    <a:pt x="76638" y="743001"/>
                  </a:lnTo>
                  <a:lnTo>
                    <a:pt x="125475" y="752856"/>
                  </a:lnTo>
                  <a:lnTo>
                    <a:pt x="1371091" y="752856"/>
                  </a:lnTo>
                  <a:lnTo>
                    <a:pt x="1419951" y="743001"/>
                  </a:lnTo>
                  <a:lnTo>
                    <a:pt x="1459833" y="716121"/>
                  </a:lnTo>
                  <a:lnTo>
                    <a:pt x="1486713" y="676239"/>
                  </a:lnTo>
                  <a:lnTo>
                    <a:pt x="1496568" y="627380"/>
                  </a:lnTo>
                  <a:lnTo>
                    <a:pt x="1496568" y="125476"/>
                  </a:lnTo>
                  <a:lnTo>
                    <a:pt x="1486713" y="76616"/>
                  </a:lnTo>
                  <a:lnTo>
                    <a:pt x="1459833" y="36734"/>
                  </a:lnTo>
                  <a:lnTo>
                    <a:pt x="1419951" y="9854"/>
                  </a:lnTo>
                  <a:lnTo>
                    <a:pt x="1371091" y="0"/>
                  </a:lnTo>
                  <a:close/>
                </a:path>
              </a:pathLst>
            </a:custGeom>
            <a:solidFill>
              <a:srgbClr val="FF00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897635" y="3653028"/>
              <a:ext cx="1496695" cy="753110"/>
            </a:xfrm>
            <a:custGeom>
              <a:avLst/>
              <a:gdLst/>
              <a:ahLst/>
              <a:cxnLst/>
              <a:rect l="l" t="t" r="r" b="b"/>
              <a:pathLst>
                <a:path w="1496695" h="753110">
                  <a:moveTo>
                    <a:pt x="0" y="125476"/>
                  </a:moveTo>
                  <a:lnTo>
                    <a:pt x="9861" y="76616"/>
                  </a:lnTo>
                  <a:lnTo>
                    <a:pt x="36753" y="36734"/>
                  </a:lnTo>
                  <a:lnTo>
                    <a:pt x="76638" y="9854"/>
                  </a:lnTo>
                  <a:lnTo>
                    <a:pt x="125475" y="0"/>
                  </a:lnTo>
                  <a:lnTo>
                    <a:pt x="1371091" y="0"/>
                  </a:lnTo>
                  <a:lnTo>
                    <a:pt x="1419951" y="9854"/>
                  </a:lnTo>
                  <a:lnTo>
                    <a:pt x="1459833" y="36734"/>
                  </a:lnTo>
                  <a:lnTo>
                    <a:pt x="1486713" y="76616"/>
                  </a:lnTo>
                  <a:lnTo>
                    <a:pt x="1496568" y="125476"/>
                  </a:lnTo>
                  <a:lnTo>
                    <a:pt x="1496568" y="627380"/>
                  </a:lnTo>
                  <a:lnTo>
                    <a:pt x="1486713" y="676239"/>
                  </a:lnTo>
                  <a:lnTo>
                    <a:pt x="1459833" y="716121"/>
                  </a:lnTo>
                  <a:lnTo>
                    <a:pt x="1419951" y="743001"/>
                  </a:lnTo>
                  <a:lnTo>
                    <a:pt x="1371091" y="752856"/>
                  </a:lnTo>
                  <a:lnTo>
                    <a:pt x="125475" y="752856"/>
                  </a:lnTo>
                  <a:lnTo>
                    <a:pt x="76638" y="743001"/>
                  </a:lnTo>
                  <a:lnTo>
                    <a:pt x="36753" y="716121"/>
                  </a:lnTo>
                  <a:lnTo>
                    <a:pt x="9861" y="676239"/>
                  </a:lnTo>
                  <a:lnTo>
                    <a:pt x="0" y="627380"/>
                  </a:lnTo>
                  <a:lnTo>
                    <a:pt x="0" y="125476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1144930" y="3922598"/>
            <a:ext cx="99695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Microsoft Sans Serif"/>
                <a:cs typeface="Microsoft Sans Serif"/>
              </a:rPr>
              <a:t>HEX</a:t>
            </a:r>
            <a:r>
              <a:rPr dirty="0" sz="1200" spc="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Microsoft Sans Serif"/>
                <a:cs typeface="Microsoft Sans Serif"/>
              </a:rPr>
              <a:t>#FF0053</a:t>
            </a:r>
            <a:endParaRPr sz="1200">
              <a:latin typeface="Microsoft Sans Serif"/>
              <a:cs typeface="Microsoft Sans Serif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608897" y="3648265"/>
            <a:ext cx="1524635" cy="762635"/>
            <a:chOff x="2608897" y="3648265"/>
            <a:chExt cx="1524635" cy="762635"/>
          </a:xfrm>
        </p:grpSpPr>
        <p:sp>
          <p:nvSpPr>
            <p:cNvPr id="15" name="object 15"/>
            <p:cNvSpPr/>
            <p:nvPr/>
          </p:nvSpPr>
          <p:spPr>
            <a:xfrm>
              <a:off x="2613660" y="3653028"/>
              <a:ext cx="1515110" cy="753110"/>
            </a:xfrm>
            <a:custGeom>
              <a:avLst/>
              <a:gdLst/>
              <a:ahLst/>
              <a:cxnLst/>
              <a:rect l="l" t="t" r="r" b="b"/>
              <a:pathLst>
                <a:path w="1515110" h="753110">
                  <a:moveTo>
                    <a:pt x="1389379" y="0"/>
                  </a:moveTo>
                  <a:lnTo>
                    <a:pt x="125475" y="0"/>
                  </a:lnTo>
                  <a:lnTo>
                    <a:pt x="76616" y="9854"/>
                  </a:lnTo>
                  <a:lnTo>
                    <a:pt x="36734" y="36734"/>
                  </a:lnTo>
                  <a:lnTo>
                    <a:pt x="9854" y="76616"/>
                  </a:lnTo>
                  <a:lnTo>
                    <a:pt x="0" y="125476"/>
                  </a:lnTo>
                  <a:lnTo>
                    <a:pt x="0" y="627380"/>
                  </a:lnTo>
                  <a:lnTo>
                    <a:pt x="9854" y="676239"/>
                  </a:lnTo>
                  <a:lnTo>
                    <a:pt x="36734" y="716121"/>
                  </a:lnTo>
                  <a:lnTo>
                    <a:pt x="76616" y="743001"/>
                  </a:lnTo>
                  <a:lnTo>
                    <a:pt x="125475" y="752856"/>
                  </a:lnTo>
                  <a:lnTo>
                    <a:pt x="1389379" y="752856"/>
                  </a:lnTo>
                  <a:lnTo>
                    <a:pt x="1438239" y="743001"/>
                  </a:lnTo>
                  <a:lnTo>
                    <a:pt x="1478121" y="716121"/>
                  </a:lnTo>
                  <a:lnTo>
                    <a:pt x="1505001" y="676239"/>
                  </a:lnTo>
                  <a:lnTo>
                    <a:pt x="1514855" y="627380"/>
                  </a:lnTo>
                  <a:lnTo>
                    <a:pt x="1514855" y="125476"/>
                  </a:lnTo>
                  <a:lnTo>
                    <a:pt x="1505001" y="76616"/>
                  </a:lnTo>
                  <a:lnTo>
                    <a:pt x="1478121" y="36734"/>
                  </a:lnTo>
                  <a:lnTo>
                    <a:pt x="1438239" y="9854"/>
                  </a:lnTo>
                  <a:lnTo>
                    <a:pt x="1389379" y="0"/>
                  </a:lnTo>
                  <a:close/>
                </a:path>
              </a:pathLst>
            </a:custGeom>
            <a:solidFill>
              <a:srgbClr val="FFD5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613660" y="3653028"/>
              <a:ext cx="1515110" cy="753110"/>
            </a:xfrm>
            <a:custGeom>
              <a:avLst/>
              <a:gdLst/>
              <a:ahLst/>
              <a:cxnLst/>
              <a:rect l="l" t="t" r="r" b="b"/>
              <a:pathLst>
                <a:path w="1515110" h="753110">
                  <a:moveTo>
                    <a:pt x="0" y="125476"/>
                  </a:moveTo>
                  <a:lnTo>
                    <a:pt x="9854" y="76616"/>
                  </a:lnTo>
                  <a:lnTo>
                    <a:pt x="36734" y="36734"/>
                  </a:lnTo>
                  <a:lnTo>
                    <a:pt x="76616" y="9854"/>
                  </a:lnTo>
                  <a:lnTo>
                    <a:pt x="125475" y="0"/>
                  </a:lnTo>
                  <a:lnTo>
                    <a:pt x="1389379" y="0"/>
                  </a:lnTo>
                  <a:lnTo>
                    <a:pt x="1438239" y="9854"/>
                  </a:lnTo>
                  <a:lnTo>
                    <a:pt x="1478121" y="36734"/>
                  </a:lnTo>
                  <a:lnTo>
                    <a:pt x="1505001" y="76616"/>
                  </a:lnTo>
                  <a:lnTo>
                    <a:pt x="1514855" y="125476"/>
                  </a:lnTo>
                  <a:lnTo>
                    <a:pt x="1514855" y="627380"/>
                  </a:lnTo>
                  <a:lnTo>
                    <a:pt x="1505001" y="676239"/>
                  </a:lnTo>
                  <a:lnTo>
                    <a:pt x="1478121" y="716121"/>
                  </a:lnTo>
                  <a:lnTo>
                    <a:pt x="1438239" y="743001"/>
                  </a:lnTo>
                  <a:lnTo>
                    <a:pt x="1389379" y="752856"/>
                  </a:lnTo>
                  <a:lnTo>
                    <a:pt x="125475" y="752856"/>
                  </a:lnTo>
                  <a:lnTo>
                    <a:pt x="76616" y="743001"/>
                  </a:lnTo>
                  <a:lnTo>
                    <a:pt x="36734" y="716121"/>
                  </a:lnTo>
                  <a:lnTo>
                    <a:pt x="9854" y="676239"/>
                  </a:lnTo>
                  <a:lnTo>
                    <a:pt x="0" y="627380"/>
                  </a:lnTo>
                  <a:lnTo>
                    <a:pt x="0" y="125476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2850007" y="3922598"/>
            <a:ext cx="103695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1C1D21"/>
                </a:solidFill>
                <a:latin typeface="Microsoft Sans Serif"/>
                <a:cs typeface="Microsoft Sans Serif"/>
              </a:rPr>
              <a:t>HEX</a:t>
            </a:r>
            <a:r>
              <a:rPr dirty="0" sz="1200" spc="10">
                <a:solidFill>
                  <a:srgbClr val="1C1D21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1C1D21"/>
                </a:solidFill>
                <a:latin typeface="Microsoft Sans Serif"/>
                <a:cs typeface="Microsoft Sans Serif"/>
              </a:rPr>
              <a:t>#FFD6E4</a:t>
            </a:r>
            <a:endParaRPr sz="1200">
              <a:latin typeface="Microsoft Sans Serif"/>
              <a:cs typeface="Microsoft Sans Serif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343209" y="3648265"/>
            <a:ext cx="1524635" cy="762635"/>
            <a:chOff x="4343209" y="3648265"/>
            <a:chExt cx="1524635" cy="762635"/>
          </a:xfrm>
        </p:grpSpPr>
        <p:sp>
          <p:nvSpPr>
            <p:cNvPr id="19" name="object 19"/>
            <p:cNvSpPr/>
            <p:nvPr/>
          </p:nvSpPr>
          <p:spPr>
            <a:xfrm>
              <a:off x="4347971" y="3653028"/>
              <a:ext cx="1515110" cy="753110"/>
            </a:xfrm>
            <a:custGeom>
              <a:avLst/>
              <a:gdLst/>
              <a:ahLst/>
              <a:cxnLst/>
              <a:rect l="l" t="t" r="r" b="b"/>
              <a:pathLst>
                <a:path w="1515110" h="753110">
                  <a:moveTo>
                    <a:pt x="1389379" y="0"/>
                  </a:moveTo>
                  <a:lnTo>
                    <a:pt x="125475" y="0"/>
                  </a:lnTo>
                  <a:lnTo>
                    <a:pt x="76616" y="9854"/>
                  </a:lnTo>
                  <a:lnTo>
                    <a:pt x="36734" y="36734"/>
                  </a:lnTo>
                  <a:lnTo>
                    <a:pt x="9854" y="76616"/>
                  </a:lnTo>
                  <a:lnTo>
                    <a:pt x="0" y="125476"/>
                  </a:lnTo>
                  <a:lnTo>
                    <a:pt x="0" y="627380"/>
                  </a:lnTo>
                  <a:lnTo>
                    <a:pt x="9854" y="676239"/>
                  </a:lnTo>
                  <a:lnTo>
                    <a:pt x="36734" y="716121"/>
                  </a:lnTo>
                  <a:lnTo>
                    <a:pt x="76616" y="743001"/>
                  </a:lnTo>
                  <a:lnTo>
                    <a:pt x="125475" y="752856"/>
                  </a:lnTo>
                  <a:lnTo>
                    <a:pt x="1389379" y="752856"/>
                  </a:lnTo>
                  <a:lnTo>
                    <a:pt x="1438239" y="743001"/>
                  </a:lnTo>
                  <a:lnTo>
                    <a:pt x="1478121" y="716121"/>
                  </a:lnTo>
                  <a:lnTo>
                    <a:pt x="1505001" y="676239"/>
                  </a:lnTo>
                  <a:lnTo>
                    <a:pt x="1514855" y="627380"/>
                  </a:lnTo>
                  <a:lnTo>
                    <a:pt x="1514855" y="125476"/>
                  </a:lnTo>
                  <a:lnTo>
                    <a:pt x="1505001" y="76616"/>
                  </a:lnTo>
                  <a:lnTo>
                    <a:pt x="1478121" y="36734"/>
                  </a:lnTo>
                  <a:lnTo>
                    <a:pt x="1438239" y="9854"/>
                  </a:lnTo>
                  <a:lnTo>
                    <a:pt x="1389379" y="0"/>
                  </a:lnTo>
                  <a:close/>
                </a:path>
              </a:pathLst>
            </a:custGeom>
            <a:solidFill>
              <a:srgbClr val="8983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347971" y="3653028"/>
              <a:ext cx="1515110" cy="753110"/>
            </a:xfrm>
            <a:custGeom>
              <a:avLst/>
              <a:gdLst/>
              <a:ahLst/>
              <a:cxnLst/>
              <a:rect l="l" t="t" r="r" b="b"/>
              <a:pathLst>
                <a:path w="1515110" h="753110">
                  <a:moveTo>
                    <a:pt x="0" y="125476"/>
                  </a:moveTo>
                  <a:lnTo>
                    <a:pt x="9854" y="76616"/>
                  </a:lnTo>
                  <a:lnTo>
                    <a:pt x="36734" y="36734"/>
                  </a:lnTo>
                  <a:lnTo>
                    <a:pt x="76616" y="9854"/>
                  </a:lnTo>
                  <a:lnTo>
                    <a:pt x="125475" y="0"/>
                  </a:lnTo>
                  <a:lnTo>
                    <a:pt x="1389379" y="0"/>
                  </a:lnTo>
                  <a:lnTo>
                    <a:pt x="1438239" y="9854"/>
                  </a:lnTo>
                  <a:lnTo>
                    <a:pt x="1478121" y="36734"/>
                  </a:lnTo>
                  <a:lnTo>
                    <a:pt x="1505001" y="76616"/>
                  </a:lnTo>
                  <a:lnTo>
                    <a:pt x="1514855" y="125476"/>
                  </a:lnTo>
                  <a:lnTo>
                    <a:pt x="1514855" y="627380"/>
                  </a:lnTo>
                  <a:lnTo>
                    <a:pt x="1505001" y="676239"/>
                  </a:lnTo>
                  <a:lnTo>
                    <a:pt x="1478121" y="716121"/>
                  </a:lnTo>
                  <a:lnTo>
                    <a:pt x="1438239" y="743001"/>
                  </a:lnTo>
                  <a:lnTo>
                    <a:pt x="1389379" y="752856"/>
                  </a:lnTo>
                  <a:lnTo>
                    <a:pt x="125475" y="752856"/>
                  </a:lnTo>
                  <a:lnTo>
                    <a:pt x="76616" y="743001"/>
                  </a:lnTo>
                  <a:lnTo>
                    <a:pt x="36734" y="716121"/>
                  </a:lnTo>
                  <a:lnTo>
                    <a:pt x="9854" y="676239"/>
                  </a:lnTo>
                  <a:lnTo>
                    <a:pt x="0" y="627380"/>
                  </a:lnTo>
                  <a:lnTo>
                    <a:pt x="0" y="125476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4593716" y="3922598"/>
            <a:ext cx="101854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1C1D21"/>
                </a:solidFill>
                <a:latin typeface="Microsoft Sans Serif"/>
                <a:cs typeface="Microsoft Sans Serif"/>
              </a:rPr>
              <a:t>HEX</a:t>
            </a:r>
            <a:r>
              <a:rPr dirty="0" sz="1200" spc="10">
                <a:solidFill>
                  <a:srgbClr val="1C1D21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1C1D21"/>
                </a:solidFill>
                <a:latin typeface="Microsoft Sans Serif"/>
                <a:cs typeface="Microsoft Sans Serif"/>
              </a:rPr>
              <a:t>#8A83D1</a:t>
            </a:r>
            <a:endParaRPr sz="1200">
              <a:latin typeface="Microsoft Sans Serif"/>
              <a:cs typeface="Microsoft Sans Serif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077521" y="3648265"/>
            <a:ext cx="1524635" cy="762635"/>
            <a:chOff x="6077521" y="3648265"/>
            <a:chExt cx="1524635" cy="762635"/>
          </a:xfrm>
        </p:grpSpPr>
        <p:sp>
          <p:nvSpPr>
            <p:cNvPr id="23" name="object 23"/>
            <p:cNvSpPr/>
            <p:nvPr/>
          </p:nvSpPr>
          <p:spPr>
            <a:xfrm>
              <a:off x="6082284" y="3653028"/>
              <a:ext cx="1515110" cy="753110"/>
            </a:xfrm>
            <a:custGeom>
              <a:avLst/>
              <a:gdLst/>
              <a:ahLst/>
              <a:cxnLst/>
              <a:rect l="l" t="t" r="r" b="b"/>
              <a:pathLst>
                <a:path w="1515109" h="753110">
                  <a:moveTo>
                    <a:pt x="1389380" y="0"/>
                  </a:moveTo>
                  <a:lnTo>
                    <a:pt x="125475" y="0"/>
                  </a:lnTo>
                  <a:lnTo>
                    <a:pt x="76616" y="9854"/>
                  </a:lnTo>
                  <a:lnTo>
                    <a:pt x="36734" y="36734"/>
                  </a:lnTo>
                  <a:lnTo>
                    <a:pt x="9854" y="76616"/>
                  </a:lnTo>
                  <a:lnTo>
                    <a:pt x="0" y="125476"/>
                  </a:lnTo>
                  <a:lnTo>
                    <a:pt x="0" y="627380"/>
                  </a:lnTo>
                  <a:lnTo>
                    <a:pt x="9854" y="676239"/>
                  </a:lnTo>
                  <a:lnTo>
                    <a:pt x="36734" y="716121"/>
                  </a:lnTo>
                  <a:lnTo>
                    <a:pt x="76616" y="743001"/>
                  </a:lnTo>
                  <a:lnTo>
                    <a:pt x="125475" y="752856"/>
                  </a:lnTo>
                  <a:lnTo>
                    <a:pt x="1389380" y="752856"/>
                  </a:lnTo>
                  <a:lnTo>
                    <a:pt x="1438239" y="743001"/>
                  </a:lnTo>
                  <a:lnTo>
                    <a:pt x="1478121" y="716121"/>
                  </a:lnTo>
                  <a:lnTo>
                    <a:pt x="1505001" y="676239"/>
                  </a:lnTo>
                  <a:lnTo>
                    <a:pt x="1514856" y="627380"/>
                  </a:lnTo>
                  <a:lnTo>
                    <a:pt x="1514856" y="125476"/>
                  </a:lnTo>
                  <a:lnTo>
                    <a:pt x="1505001" y="76616"/>
                  </a:lnTo>
                  <a:lnTo>
                    <a:pt x="1478121" y="36734"/>
                  </a:lnTo>
                  <a:lnTo>
                    <a:pt x="1438239" y="9854"/>
                  </a:lnTo>
                  <a:lnTo>
                    <a:pt x="1389380" y="0"/>
                  </a:lnTo>
                  <a:close/>
                </a:path>
              </a:pathLst>
            </a:custGeom>
            <a:solidFill>
              <a:srgbClr val="FB377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082284" y="3653028"/>
              <a:ext cx="1515110" cy="753110"/>
            </a:xfrm>
            <a:custGeom>
              <a:avLst/>
              <a:gdLst/>
              <a:ahLst/>
              <a:cxnLst/>
              <a:rect l="l" t="t" r="r" b="b"/>
              <a:pathLst>
                <a:path w="1515109" h="753110">
                  <a:moveTo>
                    <a:pt x="0" y="125476"/>
                  </a:moveTo>
                  <a:lnTo>
                    <a:pt x="9854" y="76616"/>
                  </a:lnTo>
                  <a:lnTo>
                    <a:pt x="36734" y="36734"/>
                  </a:lnTo>
                  <a:lnTo>
                    <a:pt x="76616" y="9854"/>
                  </a:lnTo>
                  <a:lnTo>
                    <a:pt x="125475" y="0"/>
                  </a:lnTo>
                  <a:lnTo>
                    <a:pt x="1389380" y="0"/>
                  </a:lnTo>
                  <a:lnTo>
                    <a:pt x="1438239" y="9854"/>
                  </a:lnTo>
                  <a:lnTo>
                    <a:pt x="1478121" y="36734"/>
                  </a:lnTo>
                  <a:lnTo>
                    <a:pt x="1505001" y="76616"/>
                  </a:lnTo>
                  <a:lnTo>
                    <a:pt x="1514856" y="125476"/>
                  </a:lnTo>
                  <a:lnTo>
                    <a:pt x="1514856" y="627380"/>
                  </a:lnTo>
                  <a:lnTo>
                    <a:pt x="1505001" y="676239"/>
                  </a:lnTo>
                  <a:lnTo>
                    <a:pt x="1478121" y="716121"/>
                  </a:lnTo>
                  <a:lnTo>
                    <a:pt x="1438239" y="743001"/>
                  </a:lnTo>
                  <a:lnTo>
                    <a:pt x="1389380" y="752856"/>
                  </a:lnTo>
                  <a:lnTo>
                    <a:pt x="125475" y="752856"/>
                  </a:lnTo>
                  <a:lnTo>
                    <a:pt x="76616" y="743001"/>
                  </a:lnTo>
                  <a:lnTo>
                    <a:pt x="36734" y="716121"/>
                  </a:lnTo>
                  <a:lnTo>
                    <a:pt x="9854" y="676239"/>
                  </a:lnTo>
                  <a:lnTo>
                    <a:pt x="0" y="627380"/>
                  </a:lnTo>
                  <a:lnTo>
                    <a:pt x="0" y="125476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6331458" y="3922598"/>
            <a:ext cx="101219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Microsoft Sans Serif"/>
                <a:cs typeface="Microsoft Sans Serif"/>
              </a:rPr>
              <a:t>HEX</a:t>
            </a:r>
            <a:r>
              <a:rPr dirty="0" sz="1200" spc="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Microsoft Sans Serif"/>
                <a:cs typeface="Microsoft Sans Serif"/>
              </a:rPr>
              <a:t>#FC3777</a:t>
            </a:r>
            <a:endParaRPr sz="1200">
              <a:latin typeface="Microsoft Sans Serif"/>
              <a:cs typeface="Microsoft Sans Serif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7811833" y="3648265"/>
            <a:ext cx="1524635" cy="762635"/>
            <a:chOff x="7811833" y="3648265"/>
            <a:chExt cx="1524635" cy="762635"/>
          </a:xfrm>
        </p:grpSpPr>
        <p:sp>
          <p:nvSpPr>
            <p:cNvPr id="27" name="object 27"/>
            <p:cNvSpPr/>
            <p:nvPr/>
          </p:nvSpPr>
          <p:spPr>
            <a:xfrm>
              <a:off x="7816595" y="3653028"/>
              <a:ext cx="1515110" cy="753110"/>
            </a:xfrm>
            <a:custGeom>
              <a:avLst/>
              <a:gdLst/>
              <a:ahLst/>
              <a:cxnLst/>
              <a:rect l="l" t="t" r="r" b="b"/>
              <a:pathLst>
                <a:path w="1515109" h="753110">
                  <a:moveTo>
                    <a:pt x="1389379" y="0"/>
                  </a:moveTo>
                  <a:lnTo>
                    <a:pt x="125475" y="0"/>
                  </a:lnTo>
                  <a:lnTo>
                    <a:pt x="76616" y="9854"/>
                  </a:lnTo>
                  <a:lnTo>
                    <a:pt x="36734" y="36734"/>
                  </a:lnTo>
                  <a:lnTo>
                    <a:pt x="9854" y="76616"/>
                  </a:lnTo>
                  <a:lnTo>
                    <a:pt x="0" y="125476"/>
                  </a:lnTo>
                  <a:lnTo>
                    <a:pt x="0" y="627380"/>
                  </a:lnTo>
                  <a:lnTo>
                    <a:pt x="9854" y="676239"/>
                  </a:lnTo>
                  <a:lnTo>
                    <a:pt x="36734" y="716121"/>
                  </a:lnTo>
                  <a:lnTo>
                    <a:pt x="76616" y="743001"/>
                  </a:lnTo>
                  <a:lnTo>
                    <a:pt x="125475" y="752856"/>
                  </a:lnTo>
                  <a:lnTo>
                    <a:pt x="1389379" y="752856"/>
                  </a:lnTo>
                  <a:lnTo>
                    <a:pt x="1438239" y="743001"/>
                  </a:lnTo>
                  <a:lnTo>
                    <a:pt x="1478121" y="716121"/>
                  </a:lnTo>
                  <a:lnTo>
                    <a:pt x="1505001" y="676239"/>
                  </a:lnTo>
                  <a:lnTo>
                    <a:pt x="1514855" y="627380"/>
                  </a:lnTo>
                  <a:lnTo>
                    <a:pt x="1514855" y="125476"/>
                  </a:lnTo>
                  <a:lnTo>
                    <a:pt x="1505001" y="76616"/>
                  </a:lnTo>
                  <a:lnTo>
                    <a:pt x="1478121" y="36734"/>
                  </a:lnTo>
                  <a:lnTo>
                    <a:pt x="1438239" y="9854"/>
                  </a:lnTo>
                  <a:lnTo>
                    <a:pt x="1389379" y="0"/>
                  </a:lnTo>
                  <a:close/>
                </a:path>
              </a:pathLst>
            </a:custGeom>
            <a:solidFill>
              <a:srgbClr val="2C13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7816595" y="3653028"/>
              <a:ext cx="1515110" cy="753110"/>
            </a:xfrm>
            <a:custGeom>
              <a:avLst/>
              <a:gdLst/>
              <a:ahLst/>
              <a:cxnLst/>
              <a:rect l="l" t="t" r="r" b="b"/>
              <a:pathLst>
                <a:path w="1515109" h="753110">
                  <a:moveTo>
                    <a:pt x="0" y="125476"/>
                  </a:moveTo>
                  <a:lnTo>
                    <a:pt x="9854" y="76616"/>
                  </a:lnTo>
                  <a:lnTo>
                    <a:pt x="36734" y="36734"/>
                  </a:lnTo>
                  <a:lnTo>
                    <a:pt x="76616" y="9854"/>
                  </a:lnTo>
                  <a:lnTo>
                    <a:pt x="125475" y="0"/>
                  </a:lnTo>
                  <a:lnTo>
                    <a:pt x="1389379" y="0"/>
                  </a:lnTo>
                  <a:lnTo>
                    <a:pt x="1438239" y="9854"/>
                  </a:lnTo>
                  <a:lnTo>
                    <a:pt x="1478121" y="36734"/>
                  </a:lnTo>
                  <a:lnTo>
                    <a:pt x="1505001" y="76616"/>
                  </a:lnTo>
                  <a:lnTo>
                    <a:pt x="1514855" y="125476"/>
                  </a:lnTo>
                  <a:lnTo>
                    <a:pt x="1514855" y="627380"/>
                  </a:lnTo>
                  <a:lnTo>
                    <a:pt x="1505001" y="676239"/>
                  </a:lnTo>
                  <a:lnTo>
                    <a:pt x="1478121" y="716121"/>
                  </a:lnTo>
                  <a:lnTo>
                    <a:pt x="1438239" y="743001"/>
                  </a:lnTo>
                  <a:lnTo>
                    <a:pt x="1389379" y="752856"/>
                  </a:lnTo>
                  <a:lnTo>
                    <a:pt x="125475" y="752856"/>
                  </a:lnTo>
                  <a:lnTo>
                    <a:pt x="76616" y="743001"/>
                  </a:lnTo>
                  <a:lnTo>
                    <a:pt x="36734" y="716121"/>
                  </a:lnTo>
                  <a:lnTo>
                    <a:pt x="9854" y="676239"/>
                  </a:lnTo>
                  <a:lnTo>
                    <a:pt x="0" y="627380"/>
                  </a:lnTo>
                  <a:lnTo>
                    <a:pt x="0" y="125476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8078216" y="3922598"/>
            <a:ext cx="98806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Microsoft Sans Serif"/>
                <a:cs typeface="Microsoft Sans Serif"/>
              </a:rPr>
              <a:t>HEX</a:t>
            </a:r>
            <a:r>
              <a:rPr dirty="0" sz="1200" spc="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Microsoft Sans Serif"/>
                <a:cs typeface="Microsoft Sans Serif"/>
              </a:rPr>
              <a:t>#310F53</a:t>
            </a:r>
            <a:endParaRPr sz="1200">
              <a:latin typeface="Microsoft Sans Serif"/>
              <a:cs typeface="Microsoft Sans Serif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9503473" y="3648265"/>
            <a:ext cx="1527810" cy="762635"/>
            <a:chOff x="9503473" y="3648265"/>
            <a:chExt cx="1527810" cy="762635"/>
          </a:xfrm>
        </p:grpSpPr>
        <p:sp>
          <p:nvSpPr>
            <p:cNvPr id="39" name="object 39"/>
            <p:cNvSpPr/>
            <p:nvPr/>
          </p:nvSpPr>
          <p:spPr>
            <a:xfrm>
              <a:off x="9508235" y="3653028"/>
              <a:ext cx="1518285" cy="753110"/>
            </a:xfrm>
            <a:custGeom>
              <a:avLst/>
              <a:gdLst/>
              <a:ahLst/>
              <a:cxnLst/>
              <a:rect l="l" t="t" r="r" b="b"/>
              <a:pathLst>
                <a:path w="1518284" h="753110">
                  <a:moveTo>
                    <a:pt x="1392428" y="0"/>
                  </a:moveTo>
                  <a:lnTo>
                    <a:pt x="125475" y="0"/>
                  </a:lnTo>
                  <a:lnTo>
                    <a:pt x="76616" y="9854"/>
                  </a:lnTo>
                  <a:lnTo>
                    <a:pt x="36734" y="36734"/>
                  </a:lnTo>
                  <a:lnTo>
                    <a:pt x="9854" y="76616"/>
                  </a:lnTo>
                  <a:lnTo>
                    <a:pt x="0" y="125476"/>
                  </a:lnTo>
                  <a:lnTo>
                    <a:pt x="0" y="627380"/>
                  </a:lnTo>
                  <a:lnTo>
                    <a:pt x="9854" y="676239"/>
                  </a:lnTo>
                  <a:lnTo>
                    <a:pt x="36734" y="716121"/>
                  </a:lnTo>
                  <a:lnTo>
                    <a:pt x="76616" y="743001"/>
                  </a:lnTo>
                  <a:lnTo>
                    <a:pt x="125475" y="752856"/>
                  </a:lnTo>
                  <a:lnTo>
                    <a:pt x="1392428" y="752856"/>
                  </a:lnTo>
                  <a:lnTo>
                    <a:pt x="1441287" y="743001"/>
                  </a:lnTo>
                  <a:lnTo>
                    <a:pt x="1481169" y="716121"/>
                  </a:lnTo>
                  <a:lnTo>
                    <a:pt x="1508049" y="676239"/>
                  </a:lnTo>
                  <a:lnTo>
                    <a:pt x="1517904" y="627380"/>
                  </a:lnTo>
                  <a:lnTo>
                    <a:pt x="1517904" y="125476"/>
                  </a:lnTo>
                  <a:lnTo>
                    <a:pt x="1508049" y="76616"/>
                  </a:lnTo>
                  <a:lnTo>
                    <a:pt x="1481169" y="36734"/>
                  </a:lnTo>
                  <a:lnTo>
                    <a:pt x="1441287" y="9854"/>
                  </a:lnTo>
                  <a:lnTo>
                    <a:pt x="1392428" y="0"/>
                  </a:lnTo>
                  <a:close/>
                </a:path>
              </a:pathLst>
            </a:custGeom>
            <a:solidFill>
              <a:srgbClr val="52097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9508235" y="3653028"/>
              <a:ext cx="1518285" cy="753110"/>
            </a:xfrm>
            <a:custGeom>
              <a:avLst/>
              <a:gdLst/>
              <a:ahLst/>
              <a:cxnLst/>
              <a:rect l="l" t="t" r="r" b="b"/>
              <a:pathLst>
                <a:path w="1518284" h="753110">
                  <a:moveTo>
                    <a:pt x="0" y="125476"/>
                  </a:moveTo>
                  <a:lnTo>
                    <a:pt x="9854" y="76616"/>
                  </a:lnTo>
                  <a:lnTo>
                    <a:pt x="36734" y="36734"/>
                  </a:lnTo>
                  <a:lnTo>
                    <a:pt x="76616" y="9854"/>
                  </a:lnTo>
                  <a:lnTo>
                    <a:pt x="125475" y="0"/>
                  </a:lnTo>
                  <a:lnTo>
                    <a:pt x="1392428" y="0"/>
                  </a:lnTo>
                  <a:lnTo>
                    <a:pt x="1441287" y="9854"/>
                  </a:lnTo>
                  <a:lnTo>
                    <a:pt x="1481169" y="36734"/>
                  </a:lnTo>
                  <a:lnTo>
                    <a:pt x="1508049" y="76616"/>
                  </a:lnTo>
                  <a:lnTo>
                    <a:pt x="1517904" y="125476"/>
                  </a:lnTo>
                  <a:lnTo>
                    <a:pt x="1517904" y="627380"/>
                  </a:lnTo>
                  <a:lnTo>
                    <a:pt x="1508049" y="676239"/>
                  </a:lnTo>
                  <a:lnTo>
                    <a:pt x="1481169" y="716121"/>
                  </a:lnTo>
                  <a:lnTo>
                    <a:pt x="1441287" y="743001"/>
                  </a:lnTo>
                  <a:lnTo>
                    <a:pt x="1392428" y="752856"/>
                  </a:lnTo>
                  <a:lnTo>
                    <a:pt x="125475" y="752856"/>
                  </a:lnTo>
                  <a:lnTo>
                    <a:pt x="76616" y="743001"/>
                  </a:lnTo>
                  <a:lnTo>
                    <a:pt x="36734" y="716121"/>
                  </a:lnTo>
                  <a:lnTo>
                    <a:pt x="9854" y="676239"/>
                  </a:lnTo>
                  <a:lnTo>
                    <a:pt x="0" y="627380"/>
                  </a:lnTo>
                  <a:lnTo>
                    <a:pt x="0" y="125476"/>
                  </a:lnTo>
                  <a:close/>
                </a:path>
              </a:pathLst>
            </a:custGeom>
            <a:ln w="914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9778365" y="3922598"/>
            <a:ext cx="97980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Microsoft Sans Serif"/>
                <a:cs typeface="Microsoft Sans Serif"/>
              </a:rPr>
              <a:t>HEX</a:t>
            </a:r>
            <a:r>
              <a:rPr dirty="0" sz="1200" spc="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Microsoft Sans Serif"/>
                <a:cs typeface="Microsoft Sans Serif"/>
              </a:rPr>
              <a:t>#520978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70141" y="4803139"/>
            <a:ext cx="1275715" cy="506730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 marR="5080">
              <a:lnSpc>
                <a:spcPts val="1250"/>
              </a:lnSpc>
              <a:spcBef>
                <a:spcPts val="155"/>
              </a:spcBef>
            </a:pPr>
            <a:r>
              <a:rPr dirty="0" sz="1050" i="1">
                <a:solidFill>
                  <a:srgbClr val="520977"/>
                </a:solidFill>
                <a:latin typeface="Cambria"/>
                <a:cs typeface="Cambria"/>
              </a:rPr>
              <a:t>Цветовая</a:t>
            </a:r>
            <a:r>
              <a:rPr dirty="0" sz="1050" spc="20" i="1">
                <a:solidFill>
                  <a:srgbClr val="520977"/>
                </a:solidFill>
                <a:latin typeface="Cambria"/>
                <a:cs typeface="Cambria"/>
              </a:rPr>
              <a:t> </a:t>
            </a:r>
            <a:r>
              <a:rPr dirty="0" sz="1050" i="1">
                <a:solidFill>
                  <a:srgbClr val="520977"/>
                </a:solidFill>
                <a:latin typeface="Cambria"/>
                <a:cs typeface="Cambria"/>
              </a:rPr>
              <a:t>схема</a:t>
            </a:r>
            <a:r>
              <a:rPr dirty="0" sz="1050" spc="5" i="1">
                <a:solidFill>
                  <a:srgbClr val="520977"/>
                </a:solidFill>
                <a:latin typeface="Cambria"/>
                <a:cs typeface="Cambria"/>
              </a:rPr>
              <a:t> </a:t>
            </a:r>
            <a:r>
              <a:rPr dirty="0" sz="1050" spc="-25" i="1">
                <a:solidFill>
                  <a:srgbClr val="520977"/>
                </a:solidFill>
                <a:latin typeface="Cambria"/>
                <a:cs typeface="Cambria"/>
              </a:rPr>
              <a:t>уже</a:t>
            </a:r>
            <a:r>
              <a:rPr dirty="0" sz="1050" spc="-10" i="1">
                <a:solidFill>
                  <a:srgbClr val="520977"/>
                </a:solidFill>
                <a:latin typeface="Cambria"/>
                <a:cs typeface="Cambria"/>
              </a:rPr>
              <a:t> установлена</a:t>
            </a:r>
            <a:endParaRPr sz="1050">
              <a:latin typeface="Cambria"/>
              <a:cs typeface="Cambria"/>
            </a:endParaRPr>
          </a:p>
          <a:p>
            <a:pPr marL="12700">
              <a:lnSpc>
                <a:spcPts val="1230"/>
              </a:lnSpc>
            </a:pPr>
            <a:r>
              <a:rPr dirty="0" sz="1050" i="1">
                <a:solidFill>
                  <a:srgbClr val="520977"/>
                </a:solidFill>
                <a:latin typeface="Cambria"/>
                <a:cs typeface="Cambria"/>
              </a:rPr>
              <a:t>в</a:t>
            </a:r>
            <a:r>
              <a:rPr dirty="0" sz="1050" spc="40" i="1">
                <a:solidFill>
                  <a:srgbClr val="520977"/>
                </a:solidFill>
                <a:latin typeface="Cambria"/>
                <a:cs typeface="Cambria"/>
              </a:rPr>
              <a:t> </a:t>
            </a:r>
            <a:r>
              <a:rPr dirty="0" sz="1050" i="1">
                <a:solidFill>
                  <a:srgbClr val="520977"/>
                </a:solidFill>
                <a:latin typeface="Cambria"/>
                <a:cs typeface="Cambria"/>
              </a:rPr>
              <a:t>этом</a:t>
            </a:r>
            <a:r>
              <a:rPr dirty="0" sz="1050" spc="40" i="1">
                <a:solidFill>
                  <a:srgbClr val="520977"/>
                </a:solidFill>
                <a:latin typeface="Cambria"/>
                <a:cs typeface="Cambria"/>
              </a:rPr>
              <a:t> </a:t>
            </a:r>
            <a:r>
              <a:rPr dirty="0" sz="1050" spc="-10" i="1">
                <a:solidFill>
                  <a:srgbClr val="520977"/>
                </a:solidFill>
                <a:latin typeface="Cambria"/>
                <a:cs typeface="Cambria"/>
              </a:rPr>
              <a:t>документе</a:t>
            </a:r>
            <a:endParaRPr sz="1050">
              <a:latin typeface="Cambria"/>
              <a:cs typeface="Cambria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892873" y="5147881"/>
            <a:ext cx="1506220" cy="762635"/>
            <a:chOff x="892873" y="5147881"/>
            <a:chExt cx="1506220" cy="762635"/>
          </a:xfrm>
        </p:grpSpPr>
        <p:sp>
          <p:nvSpPr>
            <p:cNvPr id="31" name="object 31"/>
            <p:cNvSpPr/>
            <p:nvPr/>
          </p:nvSpPr>
          <p:spPr>
            <a:xfrm>
              <a:off x="897636" y="5152644"/>
              <a:ext cx="1496695" cy="753110"/>
            </a:xfrm>
            <a:custGeom>
              <a:avLst/>
              <a:gdLst/>
              <a:ahLst/>
              <a:cxnLst/>
              <a:rect l="l" t="t" r="r" b="b"/>
              <a:pathLst>
                <a:path w="1496695" h="753110">
                  <a:moveTo>
                    <a:pt x="1371091" y="0"/>
                  </a:moveTo>
                  <a:lnTo>
                    <a:pt x="125475" y="0"/>
                  </a:lnTo>
                  <a:lnTo>
                    <a:pt x="76638" y="9854"/>
                  </a:lnTo>
                  <a:lnTo>
                    <a:pt x="36753" y="36734"/>
                  </a:lnTo>
                  <a:lnTo>
                    <a:pt x="9861" y="76616"/>
                  </a:lnTo>
                  <a:lnTo>
                    <a:pt x="0" y="125475"/>
                  </a:lnTo>
                  <a:lnTo>
                    <a:pt x="0" y="627379"/>
                  </a:lnTo>
                  <a:lnTo>
                    <a:pt x="9861" y="676217"/>
                  </a:lnTo>
                  <a:lnTo>
                    <a:pt x="36753" y="716102"/>
                  </a:lnTo>
                  <a:lnTo>
                    <a:pt x="76638" y="742994"/>
                  </a:lnTo>
                  <a:lnTo>
                    <a:pt x="125475" y="752855"/>
                  </a:lnTo>
                  <a:lnTo>
                    <a:pt x="1371091" y="752855"/>
                  </a:lnTo>
                  <a:lnTo>
                    <a:pt x="1419951" y="742994"/>
                  </a:lnTo>
                  <a:lnTo>
                    <a:pt x="1459833" y="716102"/>
                  </a:lnTo>
                  <a:lnTo>
                    <a:pt x="1486713" y="676217"/>
                  </a:lnTo>
                  <a:lnTo>
                    <a:pt x="1496568" y="627379"/>
                  </a:lnTo>
                  <a:lnTo>
                    <a:pt x="1496568" y="125475"/>
                  </a:lnTo>
                  <a:lnTo>
                    <a:pt x="1486713" y="76616"/>
                  </a:lnTo>
                  <a:lnTo>
                    <a:pt x="1459833" y="36734"/>
                  </a:lnTo>
                  <a:lnTo>
                    <a:pt x="1419951" y="9854"/>
                  </a:lnTo>
                  <a:lnTo>
                    <a:pt x="13710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897636" y="5152644"/>
              <a:ext cx="1496695" cy="753110"/>
            </a:xfrm>
            <a:custGeom>
              <a:avLst/>
              <a:gdLst/>
              <a:ahLst/>
              <a:cxnLst/>
              <a:rect l="l" t="t" r="r" b="b"/>
              <a:pathLst>
                <a:path w="1496695" h="753110">
                  <a:moveTo>
                    <a:pt x="0" y="125475"/>
                  </a:moveTo>
                  <a:lnTo>
                    <a:pt x="9861" y="76616"/>
                  </a:lnTo>
                  <a:lnTo>
                    <a:pt x="36753" y="36734"/>
                  </a:lnTo>
                  <a:lnTo>
                    <a:pt x="76638" y="9854"/>
                  </a:lnTo>
                  <a:lnTo>
                    <a:pt x="125475" y="0"/>
                  </a:lnTo>
                  <a:lnTo>
                    <a:pt x="1371091" y="0"/>
                  </a:lnTo>
                  <a:lnTo>
                    <a:pt x="1419951" y="9854"/>
                  </a:lnTo>
                  <a:lnTo>
                    <a:pt x="1459833" y="36734"/>
                  </a:lnTo>
                  <a:lnTo>
                    <a:pt x="1486713" y="76616"/>
                  </a:lnTo>
                  <a:lnTo>
                    <a:pt x="1496568" y="125475"/>
                  </a:lnTo>
                  <a:lnTo>
                    <a:pt x="1496568" y="627379"/>
                  </a:lnTo>
                  <a:lnTo>
                    <a:pt x="1486713" y="676217"/>
                  </a:lnTo>
                  <a:lnTo>
                    <a:pt x="1459833" y="716102"/>
                  </a:lnTo>
                  <a:lnTo>
                    <a:pt x="1419951" y="742994"/>
                  </a:lnTo>
                  <a:lnTo>
                    <a:pt x="1371091" y="752855"/>
                  </a:lnTo>
                  <a:lnTo>
                    <a:pt x="125475" y="752855"/>
                  </a:lnTo>
                  <a:lnTo>
                    <a:pt x="76638" y="742994"/>
                  </a:lnTo>
                  <a:lnTo>
                    <a:pt x="36753" y="716102"/>
                  </a:lnTo>
                  <a:lnTo>
                    <a:pt x="9861" y="676217"/>
                  </a:lnTo>
                  <a:lnTo>
                    <a:pt x="0" y="627379"/>
                  </a:lnTo>
                  <a:lnTo>
                    <a:pt x="0" y="125475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1126642" y="5434380"/>
            <a:ext cx="103441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1C1D21"/>
                </a:solidFill>
                <a:latin typeface="Microsoft Sans Serif"/>
                <a:cs typeface="Microsoft Sans Serif"/>
              </a:rPr>
              <a:t>HEX</a:t>
            </a:r>
            <a:r>
              <a:rPr dirty="0" sz="1200" spc="15">
                <a:solidFill>
                  <a:srgbClr val="1C1D21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1C1D21"/>
                </a:solidFill>
                <a:latin typeface="Microsoft Sans Serif"/>
                <a:cs typeface="Microsoft Sans Serif"/>
              </a:rPr>
              <a:t>#FFFFFF</a:t>
            </a:r>
            <a:endParaRPr sz="1200">
              <a:latin typeface="Microsoft Sans Serif"/>
              <a:cs typeface="Microsoft Sans Serif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627185" y="5147881"/>
            <a:ext cx="1506220" cy="762635"/>
            <a:chOff x="2627185" y="5147881"/>
            <a:chExt cx="1506220" cy="762635"/>
          </a:xfrm>
        </p:grpSpPr>
        <p:sp>
          <p:nvSpPr>
            <p:cNvPr id="35" name="object 35"/>
            <p:cNvSpPr/>
            <p:nvPr/>
          </p:nvSpPr>
          <p:spPr>
            <a:xfrm>
              <a:off x="2631948" y="5152644"/>
              <a:ext cx="1496695" cy="753110"/>
            </a:xfrm>
            <a:custGeom>
              <a:avLst/>
              <a:gdLst/>
              <a:ahLst/>
              <a:cxnLst/>
              <a:rect l="l" t="t" r="r" b="b"/>
              <a:pathLst>
                <a:path w="1496695" h="753110">
                  <a:moveTo>
                    <a:pt x="1371091" y="0"/>
                  </a:moveTo>
                  <a:lnTo>
                    <a:pt x="125475" y="0"/>
                  </a:lnTo>
                  <a:lnTo>
                    <a:pt x="76616" y="9854"/>
                  </a:lnTo>
                  <a:lnTo>
                    <a:pt x="36734" y="36734"/>
                  </a:lnTo>
                  <a:lnTo>
                    <a:pt x="9854" y="76616"/>
                  </a:lnTo>
                  <a:lnTo>
                    <a:pt x="0" y="125475"/>
                  </a:lnTo>
                  <a:lnTo>
                    <a:pt x="0" y="627379"/>
                  </a:lnTo>
                  <a:lnTo>
                    <a:pt x="9854" y="676217"/>
                  </a:lnTo>
                  <a:lnTo>
                    <a:pt x="36734" y="716102"/>
                  </a:lnTo>
                  <a:lnTo>
                    <a:pt x="76616" y="742994"/>
                  </a:lnTo>
                  <a:lnTo>
                    <a:pt x="125475" y="752855"/>
                  </a:lnTo>
                  <a:lnTo>
                    <a:pt x="1371091" y="752855"/>
                  </a:lnTo>
                  <a:lnTo>
                    <a:pt x="1419951" y="742994"/>
                  </a:lnTo>
                  <a:lnTo>
                    <a:pt x="1459833" y="716102"/>
                  </a:lnTo>
                  <a:lnTo>
                    <a:pt x="1486713" y="676217"/>
                  </a:lnTo>
                  <a:lnTo>
                    <a:pt x="1496567" y="627379"/>
                  </a:lnTo>
                  <a:lnTo>
                    <a:pt x="1496567" y="125475"/>
                  </a:lnTo>
                  <a:lnTo>
                    <a:pt x="1486713" y="76616"/>
                  </a:lnTo>
                  <a:lnTo>
                    <a:pt x="1459833" y="36734"/>
                  </a:lnTo>
                  <a:lnTo>
                    <a:pt x="1419951" y="9854"/>
                  </a:lnTo>
                  <a:lnTo>
                    <a:pt x="1371091" y="0"/>
                  </a:lnTo>
                  <a:close/>
                </a:path>
              </a:pathLst>
            </a:custGeom>
            <a:solidFill>
              <a:srgbClr val="1C1D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2631948" y="5152644"/>
              <a:ext cx="1496695" cy="753110"/>
            </a:xfrm>
            <a:custGeom>
              <a:avLst/>
              <a:gdLst/>
              <a:ahLst/>
              <a:cxnLst/>
              <a:rect l="l" t="t" r="r" b="b"/>
              <a:pathLst>
                <a:path w="1496695" h="753110">
                  <a:moveTo>
                    <a:pt x="0" y="125475"/>
                  </a:moveTo>
                  <a:lnTo>
                    <a:pt x="9854" y="76616"/>
                  </a:lnTo>
                  <a:lnTo>
                    <a:pt x="36734" y="36734"/>
                  </a:lnTo>
                  <a:lnTo>
                    <a:pt x="76616" y="9854"/>
                  </a:lnTo>
                  <a:lnTo>
                    <a:pt x="125475" y="0"/>
                  </a:lnTo>
                  <a:lnTo>
                    <a:pt x="1371091" y="0"/>
                  </a:lnTo>
                  <a:lnTo>
                    <a:pt x="1419951" y="9854"/>
                  </a:lnTo>
                  <a:lnTo>
                    <a:pt x="1459833" y="36734"/>
                  </a:lnTo>
                  <a:lnTo>
                    <a:pt x="1486713" y="76616"/>
                  </a:lnTo>
                  <a:lnTo>
                    <a:pt x="1496567" y="125475"/>
                  </a:lnTo>
                  <a:lnTo>
                    <a:pt x="1496567" y="627379"/>
                  </a:lnTo>
                  <a:lnTo>
                    <a:pt x="1486713" y="676217"/>
                  </a:lnTo>
                  <a:lnTo>
                    <a:pt x="1459833" y="716102"/>
                  </a:lnTo>
                  <a:lnTo>
                    <a:pt x="1419951" y="742994"/>
                  </a:lnTo>
                  <a:lnTo>
                    <a:pt x="1371091" y="752855"/>
                  </a:lnTo>
                  <a:lnTo>
                    <a:pt x="125475" y="752855"/>
                  </a:lnTo>
                  <a:lnTo>
                    <a:pt x="76616" y="742994"/>
                  </a:lnTo>
                  <a:lnTo>
                    <a:pt x="36734" y="716102"/>
                  </a:lnTo>
                  <a:lnTo>
                    <a:pt x="9854" y="676217"/>
                  </a:lnTo>
                  <a:lnTo>
                    <a:pt x="0" y="627379"/>
                  </a:lnTo>
                  <a:lnTo>
                    <a:pt x="0" y="125475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2863976" y="5434380"/>
            <a:ext cx="102806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Microsoft Sans Serif"/>
                <a:cs typeface="Microsoft Sans Serif"/>
              </a:rPr>
              <a:t>HEX</a:t>
            </a:r>
            <a:r>
              <a:rPr dirty="0" sz="1200" spc="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Microsoft Sans Serif"/>
                <a:cs typeface="Microsoft Sans Serif"/>
              </a:rPr>
              <a:t>#1C1D22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5415" rIns="0" bIns="0" rtlCol="0" vert="horz">
            <a:spAutoFit/>
          </a:bodyPr>
          <a:lstStyle/>
          <a:p>
            <a:pPr marL="184785">
              <a:lnSpc>
                <a:spcPts val="1425"/>
              </a:lnSpc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47927" y="408431"/>
              <a:ext cx="6276340" cy="622300"/>
            </a:xfrm>
            <a:custGeom>
              <a:avLst/>
              <a:gdLst/>
              <a:ahLst/>
              <a:cxnLst/>
              <a:rect l="l" t="t" r="r" b="b"/>
              <a:pathLst>
                <a:path w="6276340" h="622300">
                  <a:moveTo>
                    <a:pt x="6125210" y="0"/>
                  </a:moveTo>
                  <a:lnTo>
                    <a:pt x="150660" y="0"/>
                  </a:lnTo>
                  <a:lnTo>
                    <a:pt x="103038" y="7678"/>
                  </a:lnTo>
                  <a:lnTo>
                    <a:pt x="61680" y="29061"/>
                  </a:lnTo>
                  <a:lnTo>
                    <a:pt x="29067" y="61667"/>
                  </a:lnTo>
                  <a:lnTo>
                    <a:pt x="7680" y="103014"/>
                  </a:lnTo>
                  <a:lnTo>
                    <a:pt x="0" y="150621"/>
                  </a:lnTo>
                  <a:lnTo>
                    <a:pt x="0" y="471169"/>
                  </a:lnTo>
                  <a:lnTo>
                    <a:pt x="7680" y="518777"/>
                  </a:lnTo>
                  <a:lnTo>
                    <a:pt x="29067" y="560124"/>
                  </a:lnTo>
                  <a:lnTo>
                    <a:pt x="61680" y="592730"/>
                  </a:lnTo>
                  <a:lnTo>
                    <a:pt x="103038" y="614113"/>
                  </a:lnTo>
                  <a:lnTo>
                    <a:pt x="150660" y="621791"/>
                  </a:lnTo>
                  <a:lnTo>
                    <a:pt x="6125210" y="621791"/>
                  </a:lnTo>
                  <a:lnTo>
                    <a:pt x="6172817" y="614113"/>
                  </a:lnTo>
                  <a:lnTo>
                    <a:pt x="6214164" y="592730"/>
                  </a:lnTo>
                  <a:lnTo>
                    <a:pt x="6246770" y="560124"/>
                  </a:lnTo>
                  <a:lnTo>
                    <a:pt x="6268153" y="518777"/>
                  </a:lnTo>
                  <a:lnTo>
                    <a:pt x="6275832" y="471169"/>
                  </a:lnTo>
                  <a:lnTo>
                    <a:pt x="6275832" y="150621"/>
                  </a:lnTo>
                  <a:lnTo>
                    <a:pt x="6268153" y="103014"/>
                  </a:lnTo>
                  <a:lnTo>
                    <a:pt x="6246770" y="61667"/>
                  </a:lnTo>
                  <a:lnTo>
                    <a:pt x="6214164" y="29061"/>
                  </a:lnTo>
                  <a:lnTo>
                    <a:pt x="6172817" y="7678"/>
                  </a:lnTo>
                  <a:lnTo>
                    <a:pt x="6125210" y="0"/>
                  </a:lnTo>
                  <a:close/>
                </a:path>
              </a:pathLst>
            </a:custGeom>
            <a:solidFill>
              <a:srgbClr val="FF005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4526" rIns="0" bIns="0" rtlCol="0" vert="horz">
            <a:spAutoFit/>
          </a:bodyPr>
          <a:lstStyle/>
          <a:p>
            <a:pPr marL="749935">
              <a:lnSpc>
                <a:spcPct val="100000"/>
              </a:lnSpc>
              <a:spcBef>
                <a:spcPts val="90"/>
              </a:spcBef>
            </a:pPr>
            <a:r>
              <a:rPr dirty="0" spc="-10">
                <a:solidFill>
                  <a:srgbClr val="FFFFFF"/>
                </a:solidFill>
              </a:rPr>
              <a:t>ЛОГОТИПЫ</a:t>
            </a:r>
            <a:r>
              <a:rPr dirty="0" spc="-110">
                <a:solidFill>
                  <a:srgbClr val="FFFFFF"/>
                </a:solidFill>
              </a:rPr>
              <a:t> </a:t>
            </a:r>
            <a:r>
              <a:rPr dirty="0" spc="-20">
                <a:solidFill>
                  <a:srgbClr val="FFFFFF"/>
                </a:solidFill>
              </a:rPr>
              <a:t>ПОСТАНОВЩИКОВ</a:t>
            </a:r>
            <a:r>
              <a:rPr dirty="0" spc="5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ЗАДАЧ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7681721" y="477977"/>
            <a:ext cx="3636010" cy="4851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500">
                <a:solidFill>
                  <a:srgbClr val="FFFFFF"/>
                </a:solidFill>
                <a:latin typeface="Microsoft Sans Serif"/>
                <a:cs typeface="Microsoft Sans Serif"/>
              </a:rPr>
              <a:t>Черные</a:t>
            </a:r>
            <a:r>
              <a:rPr dirty="0" sz="1500" spc="-7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Microsoft Sans Serif"/>
                <a:cs typeface="Microsoft Sans Serif"/>
              </a:rPr>
              <a:t>версии</a:t>
            </a:r>
            <a:endParaRPr sz="15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u="sng" sz="1500" spc="-1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Microsoft Sans Serif"/>
                <a:cs typeface="Microsoft Sans Serif"/>
                <a:hlinkClick r:id="rId25"/>
              </a:rPr>
              <a:t>https://disk.yandex.ru/d/PXfwjMA16G2aTw</a:t>
            </a:r>
            <a:endParaRPr sz="1500">
              <a:latin typeface="Microsoft Sans Serif"/>
              <a:cs typeface="Microsoft Sans Serif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98170" y="1418336"/>
            <a:ext cx="732155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ГОРОД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87095" y="1853183"/>
            <a:ext cx="11412220" cy="4490085"/>
            <a:chOff x="387095" y="1853183"/>
            <a:chExt cx="11412220" cy="4490085"/>
          </a:xfrm>
        </p:grpSpPr>
        <p:pic>
          <p:nvPicPr>
            <p:cNvPr id="7" name="object 7" descr=" 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01112" y="2740151"/>
              <a:ext cx="2331719" cy="502920"/>
            </a:xfrm>
            <a:prstGeom prst="rect">
              <a:avLst/>
            </a:prstGeom>
          </p:spPr>
        </p:pic>
        <p:pic>
          <p:nvPicPr>
            <p:cNvPr id="8" name="object 8" descr=" 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20327" y="2740151"/>
              <a:ext cx="1917192" cy="502920"/>
            </a:xfrm>
            <a:prstGeom prst="rect">
              <a:avLst/>
            </a:prstGeom>
          </p:spPr>
        </p:pic>
        <p:pic>
          <p:nvPicPr>
            <p:cNvPr id="9" name="object 9" descr=" 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96527" y="3678935"/>
              <a:ext cx="1837944" cy="502919"/>
            </a:xfrm>
            <a:prstGeom prst="rect">
              <a:avLst/>
            </a:prstGeom>
          </p:spPr>
        </p:pic>
        <p:pic>
          <p:nvPicPr>
            <p:cNvPr id="10" name="object 10" descr=" 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3191" y="2740151"/>
              <a:ext cx="1149095" cy="502920"/>
            </a:xfrm>
            <a:prstGeom prst="rect">
              <a:avLst/>
            </a:prstGeom>
          </p:spPr>
        </p:pic>
        <p:pic>
          <p:nvPicPr>
            <p:cNvPr id="11" name="object 11" descr=" 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3191" y="3678935"/>
              <a:ext cx="1289303" cy="502919"/>
            </a:xfrm>
            <a:prstGeom prst="rect">
              <a:avLst/>
            </a:prstGeom>
          </p:spPr>
        </p:pic>
        <p:pic>
          <p:nvPicPr>
            <p:cNvPr id="12" name="object 12" descr=" 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95999" y="2746247"/>
              <a:ext cx="1505711" cy="502920"/>
            </a:xfrm>
            <a:prstGeom prst="rect">
              <a:avLst/>
            </a:prstGeom>
          </p:spPr>
        </p:pic>
        <p:pic>
          <p:nvPicPr>
            <p:cNvPr id="13" name="object 13" descr=" 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691384" y="3678935"/>
              <a:ext cx="1264920" cy="496824"/>
            </a:xfrm>
            <a:prstGeom prst="rect">
              <a:avLst/>
            </a:prstGeom>
          </p:spPr>
        </p:pic>
        <p:pic>
          <p:nvPicPr>
            <p:cNvPr id="14" name="object 14" descr=" 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910328" y="3678935"/>
              <a:ext cx="2877312" cy="438912"/>
            </a:xfrm>
            <a:prstGeom prst="rect">
              <a:avLst/>
            </a:prstGeom>
          </p:spPr>
        </p:pic>
        <p:pic>
          <p:nvPicPr>
            <p:cNvPr id="15" name="object 15" descr=" 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717792" y="1853183"/>
              <a:ext cx="1237488" cy="445008"/>
            </a:xfrm>
            <a:prstGeom prst="rect">
              <a:avLst/>
            </a:prstGeom>
          </p:spPr>
        </p:pic>
        <p:pic>
          <p:nvPicPr>
            <p:cNvPr id="16" name="object 16" descr=" 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182112" y="1914143"/>
              <a:ext cx="2362200" cy="323088"/>
            </a:xfrm>
            <a:prstGeom prst="rect">
              <a:avLst/>
            </a:prstGeom>
          </p:spPr>
        </p:pic>
        <p:pic>
          <p:nvPicPr>
            <p:cNvPr id="17" name="object 17" descr=" 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195815" y="1853183"/>
              <a:ext cx="1441703" cy="445008"/>
            </a:xfrm>
            <a:prstGeom prst="rect">
              <a:avLst/>
            </a:prstGeom>
          </p:spPr>
        </p:pic>
        <p:pic>
          <p:nvPicPr>
            <p:cNvPr id="18" name="object 18" descr=" 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855975" y="5955792"/>
              <a:ext cx="1886712" cy="310896"/>
            </a:xfrm>
            <a:prstGeom prst="rect">
              <a:avLst/>
            </a:prstGeom>
          </p:spPr>
        </p:pic>
        <p:pic>
          <p:nvPicPr>
            <p:cNvPr id="19" name="object 19" descr=" 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93191" y="5971031"/>
              <a:ext cx="1969008" cy="280416"/>
            </a:xfrm>
            <a:prstGeom prst="rect">
              <a:avLst/>
            </a:prstGeom>
          </p:spPr>
        </p:pic>
        <p:pic>
          <p:nvPicPr>
            <p:cNvPr id="20" name="object 20" descr=" 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87095" y="5010911"/>
              <a:ext cx="1435608" cy="451103"/>
            </a:xfrm>
            <a:prstGeom prst="rect">
              <a:avLst/>
            </a:prstGeom>
          </p:spPr>
        </p:pic>
        <p:pic>
          <p:nvPicPr>
            <p:cNvPr id="21" name="object 21" descr=" 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462784" y="5065776"/>
              <a:ext cx="2350008" cy="338328"/>
            </a:xfrm>
            <a:prstGeom prst="rect">
              <a:avLst/>
            </a:prstGeom>
          </p:spPr>
        </p:pic>
        <p:pic>
          <p:nvPicPr>
            <p:cNvPr id="22" name="object 22" descr=" 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455919" y="5010911"/>
              <a:ext cx="1758696" cy="451103"/>
            </a:xfrm>
            <a:prstGeom prst="rect">
              <a:avLst/>
            </a:prstGeom>
          </p:spPr>
        </p:pic>
        <p:pic>
          <p:nvPicPr>
            <p:cNvPr id="23" name="object 23" descr=" 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854695" y="5010911"/>
              <a:ext cx="1886711" cy="451103"/>
            </a:xfrm>
            <a:prstGeom prst="rect">
              <a:avLst/>
            </a:prstGeom>
          </p:spPr>
        </p:pic>
        <p:pic>
          <p:nvPicPr>
            <p:cNvPr id="24" name="object 24" descr=" 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0381488" y="5010911"/>
              <a:ext cx="1417320" cy="451103"/>
            </a:xfrm>
            <a:prstGeom prst="rect">
              <a:avLst/>
            </a:prstGeom>
          </p:spPr>
        </p:pic>
        <p:pic>
          <p:nvPicPr>
            <p:cNvPr id="25" name="object 25" descr=" 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239511" y="5998463"/>
              <a:ext cx="2221991" cy="228600"/>
            </a:xfrm>
            <a:prstGeom prst="rect">
              <a:avLst/>
            </a:prstGeom>
          </p:spPr>
        </p:pic>
        <p:pic>
          <p:nvPicPr>
            <p:cNvPr id="26" name="object 26" descr=" 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955279" y="5879592"/>
              <a:ext cx="1880616" cy="463295"/>
            </a:xfrm>
            <a:prstGeom prst="rect">
              <a:avLst/>
            </a:prstGeom>
          </p:spPr>
        </p:pic>
        <p:pic>
          <p:nvPicPr>
            <p:cNvPr id="27" name="object 27" descr=" 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0332719" y="5971031"/>
              <a:ext cx="1466087" cy="280416"/>
            </a:xfrm>
            <a:prstGeom prst="rect">
              <a:avLst/>
            </a:prstGeom>
          </p:spPr>
        </p:pic>
        <p:pic>
          <p:nvPicPr>
            <p:cNvPr id="28" name="object 28" descr=" 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93191" y="1865375"/>
              <a:ext cx="1987295" cy="445008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398170" y="4558360"/>
            <a:ext cx="876935" cy="2711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БИЗНЕС</a:t>
            </a:r>
            <a:endParaRPr sz="1600">
              <a:latin typeface="Arial"/>
              <a:cs typeface="Arial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5415" rIns="0" bIns="0" rtlCol="0" vert="horz">
            <a:spAutoFit/>
          </a:bodyPr>
          <a:lstStyle/>
          <a:p>
            <a:pPr marL="184785">
              <a:lnSpc>
                <a:spcPts val="1425"/>
              </a:lnSpc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572" y="-4572"/>
            <a:ext cx="12197080" cy="6863080"/>
            <a:chOff x="-4572" y="-4572"/>
            <a:chExt cx="12197080" cy="68630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5829300" cy="1973580"/>
            </a:xfrm>
            <a:custGeom>
              <a:avLst/>
              <a:gdLst/>
              <a:ahLst/>
              <a:cxnLst/>
              <a:rect l="l" t="t" r="r" b="b"/>
              <a:pathLst>
                <a:path w="5829300" h="1973580">
                  <a:moveTo>
                    <a:pt x="5829299" y="0"/>
                  </a:moveTo>
                  <a:lnTo>
                    <a:pt x="5829299" y="1749044"/>
                  </a:lnTo>
                  <a:lnTo>
                    <a:pt x="5824741" y="1794316"/>
                  </a:lnTo>
                  <a:lnTo>
                    <a:pt x="5811664" y="1836473"/>
                  </a:lnTo>
                  <a:lnTo>
                    <a:pt x="5790971" y="1874615"/>
                  </a:lnTo>
                  <a:lnTo>
                    <a:pt x="5763561" y="1907841"/>
                  </a:lnTo>
                  <a:lnTo>
                    <a:pt x="5730335" y="1935251"/>
                  </a:lnTo>
                  <a:lnTo>
                    <a:pt x="5692193" y="1955944"/>
                  </a:lnTo>
                  <a:lnTo>
                    <a:pt x="5650036" y="1969021"/>
                  </a:lnTo>
                  <a:lnTo>
                    <a:pt x="5604763" y="1973579"/>
                  </a:lnTo>
                  <a:lnTo>
                    <a:pt x="0" y="1973579"/>
                  </a:lnTo>
                </a:path>
              </a:pathLst>
            </a:custGeom>
            <a:ln w="9144">
              <a:solidFill>
                <a:srgbClr val="FFD5E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1874500" cy="6858000"/>
            <a:chOff x="0" y="0"/>
            <a:chExt cx="118745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1874500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2971799"/>
              <a:ext cx="6456045" cy="3886200"/>
            </a:xfrm>
            <a:custGeom>
              <a:avLst/>
              <a:gdLst/>
              <a:ahLst/>
              <a:cxnLst/>
              <a:rect l="l" t="t" r="r" b="b"/>
              <a:pathLst>
                <a:path w="6456045" h="3886200">
                  <a:moveTo>
                    <a:pt x="6455664" y="0"/>
                  </a:moveTo>
                  <a:lnTo>
                    <a:pt x="0" y="0"/>
                  </a:lnTo>
                  <a:lnTo>
                    <a:pt x="0" y="3886200"/>
                  </a:lnTo>
                  <a:lnTo>
                    <a:pt x="6455664" y="3886200"/>
                  </a:lnTo>
                  <a:lnTo>
                    <a:pt x="6455664" y="0"/>
                  </a:lnTo>
                  <a:close/>
                </a:path>
              </a:pathLst>
            </a:custGeom>
            <a:solidFill>
              <a:srgbClr val="DCCEE3">
                <a:alpha val="49803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413715" y="3513582"/>
            <a:ext cx="3133725" cy="19380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 b="1">
                <a:solidFill>
                  <a:srgbClr val="520977"/>
                </a:solidFill>
                <a:latin typeface="Arial"/>
                <a:cs typeface="Arial"/>
              </a:rPr>
              <a:t>О</a:t>
            </a:r>
            <a:r>
              <a:rPr dirty="0" sz="1600" spc="5" b="1">
                <a:solidFill>
                  <a:srgbClr val="520977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520977"/>
                </a:solidFill>
                <a:latin typeface="Arial"/>
                <a:cs typeface="Arial"/>
              </a:rPr>
              <a:t>команде</a:t>
            </a:r>
            <a:endParaRPr sz="1600">
              <a:latin typeface="Arial"/>
              <a:cs typeface="Arial"/>
            </a:endParaRPr>
          </a:p>
          <a:p>
            <a:pPr marL="158750" indent="-146050">
              <a:lnSpc>
                <a:spcPct val="100000"/>
              </a:lnSpc>
              <a:spcBef>
                <a:spcPts val="1370"/>
              </a:spcBef>
              <a:buClr>
                <a:srgbClr val="FF0052"/>
              </a:buClr>
              <a:buFont typeface="Wingdings"/>
              <a:buChar char=""/>
              <a:tabLst>
                <a:tab pos="158750" algn="l"/>
              </a:tabLst>
            </a:pPr>
            <a:r>
              <a:rPr dirty="0" sz="1400" b="1">
                <a:latin typeface="Arial"/>
                <a:cs typeface="Arial"/>
              </a:rPr>
              <a:t>Капитан: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20">
                <a:latin typeface="Microsoft Sans Serif"/>
                <a:cs typeface="Microsoft Sans Serif"/>
              </a:rPr>
              <a:t>ФИО,</a:t>
            </a:r>
            <a:r>
              <a:rPr dirty="0" sz="1400" spc="-60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специальность</a:t>
            </a:r>
            <a:endParaRPr sz="1400">
              <a:latin typeface="Microsoft Sans Serif"/>
              <a:cs typeface="Microsoft Sans Serif"/>
            </a:endParaRPr>
          </a:p>
          <a:p>
            <a:pPr marL="158750" indent="-146050">
              <a:lnSpc>
                <a:spcPct val="100000"/>
              </a:lnSpc>
              <a:spcBef>
                <a:spcPts val="335"/>
              </a:spcBef>
              <a:buClr>
                <a:srgbClr val="FF0052"/>
              </a:buClr>
              <a:buFont typeface="Wingdings"/>
              <a:buChar char=""/>
              <a:tabLst>
                <a:tab pos="158750" algn="l"/>
                <a:tab pos="2157730" algn="l"/>
              </a:tabLst>
            </a:pPr>
            <a:r>
              <a:rPr dirty="0" sz="1400" spc="-25" b="1">
                <a:latin typeface="Arial"/>
                <a:cs typeface="Arial"/>
              </a:rPr>
              <a:t>Кол-</a:t>
            </a:r>
            <a:r>
              <a:rPr dirty="0" sz="1400" b="1">
                <a:latin typeface="Arial"/>
                <a:cs typeface="Arial"/>
              </a:rPr>
              <a:t>во участников:</a:t>
            </a:r>
            <a:r>
              <a:rPr dirty="0" sz="1400" spc="114" b="1">
                <a:latin typeface="Arial"/>
                <a:cs typeface="Arial"/>
              </a:rPr>
              <a:t> </a:t>
            </a:r>
            <a:r>
              <a:rPr dirty="0" u="sng" sz="14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z="1400" spc="-10">
                <a:latin typeface="Microsoft Sans Serif"/>
                <a:cs typeface="Microsoft Sans Serif"/>
              </a:rPr>
              <a:t>человек</a:t>
            </a:r>
            <a:endParaRPr sz="1400">
              <a:latin typeface="Microsoft Sans Serif"/>
              <a:cs typeface="Microsoft Sans Serif"/>
            </a:endParaRPr>
          </a:p>
          <a:p>
            <a:pPr marL="158750" indent="-146050">
              <a:lnSpc>
                <a:spcPct val="100000"/>
              </a:lnSpc>
              <a:spcBef>
                <a:spcPts val="340"/>
              </a:spcBef>
              <a:buClr>
                <a:srgbClr val="FF0052"/>
              </a:buClr>
              <a:buFont typeface="Wingdings"/>
              <a:buChar char=""/>
              <a:tabLst>
                <a:tab pos="158750" algn="l"/>
              </a:tabLst>
            </a:pPr>
            <a:r>
              <a:rPr dirty="0" sz="1400" b="1">
                <a:latin typeface="Arial"/>
                <a:cs typeface="Arial"/>
              </a:rPr>
              <a:t>Краткое</a:t>
            </a:r>
            <a:r>
              <a:rPr dirty="0" sz="1400" spc="-4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описание:</a:t>
            </a:r>
            <a:endParaRPr sz="1400">
              <a:latin typeface="Arial"/>
              <a:cs typeface="Arial"/>
            </a:endParaRPr>
          </a:p>
          <a:p>
            <a:pPr marL="158750" indent="-146050">
              <a:lnSpc>
                <a:spcPct val="100000"/>
              </a:lnSpc>
              <a:spcBef>
                <a:spcPts val="335"/>
              </a:spcBef>
              <a:buClr>
                <a:srgbClr val="FF0052"/>
              </a:buClr>
              <a:buFont typeface="Microsoft Sans Serif"/>
              <a:buChar char="-"/>
              <a:tabLst>
                <a:tab pos="158750" algn="l"/>
              </a:tabLst>
            </a:pPr>
            <a:r>
              <a:rPr dirty="0" sz="1400" i="1">
                <a:latin typeface="Arial"/>
                <a:cs typeface="Arial"/>
              </a:rPr>
              <a:t>как</a:t>
            </a:r>
            <a:r>
              <a:rPr dirty="0" sz="1400" spc="-30" i="1">
                <a:latin typeface="Arial"/>
                <a:cs typeface="Arial"/>
              </a:rPr>
              <a:t> </a:t>
            </a:r>
            <a:r>
              <a:rPr dirty="0" sz="1400" spc="-10" i="1">
                <a:latin typeface="Arial"/>
                <a:cs typeface="Arial"/>
              </a:rPr>
              <a:t>образовалась</a:t>
            </a:r>
            <a:r>
              <a:rPr dirty="0" sz="1400" spc="-25" i="1">
                <a:latin typeface="Arial"/>
                <a:cs typeface="Arial"/>
              </a:rPr>
              <a:t> </a:t>
            </a:r>
            <a:r>
              <a:rPr dirty="0" sz="1400" spc="-10" i="1">
                <a:latin typeface="Arial"/>
                <a:cs typeface="Arial"/>
              </a:rPr>
              <a:t>команда?</a:t>
            </a:r>
            <a:endParaRPr sz="1400">
              <a:latin typeface="Arial"/>
              <a:cs typeface="Arial"/>
            </a:endParaRPr>
          </a:p>
          <a:p>
            <a:pPr marL="158750" indent="-146050">
              <a:lnSpc>
                <a:spcPct val="100000"/>
              </a:lnSpc>
              <a:spcBef>
                <a:spcPts val="335"/>
              </a:spcBef>
              <a:buClr>
                <a:srgbClr val="FF0052"/>
              </a:buClr>
              <a:buFont typeface="Microsoft Sans Serif"/>
              <a:buChar char="-"/>
              <a:tabLst>
                <a:tab pos="158750" algn="l"/>
              </a:tabLst>
            </a:pPr>
            <a:r>
              <a:rPr dirty="0" sz="1400" i="1">
                <a:latin typeface="Arial"/>
                <a:cs typeface="Arial"/>
              </a:rPr>
              <a:t>место</a:t>
            </a:r>
            <a:r>
              <a:rPr dirty="0" sz="1400" spc="-60" i="1">
                <a:latin typeface="Arial"/>
                <a:cs typeface="Arial"/>
              </a:rPr>
              <a:t> </a:t>
            </a:r>
            <a:r>
              <a:rPr dirty="0" sz="1400" i="1">
                <a:latin typeface="Arial"/>
                <a:cs typeface="Arial"/>
              </a:rPr>
              <a:t>работы/учебы</a:t>
            </a:r>
            <a:r>
              <a:rPr dirty="0" sz="1400" spc="-70" i="1">
                <a:latin typeface="Arial"/>
                <a:cs typeface="Arial"/>
              </a:rPr>
              <a:t> </a:t>
            </a:r>
            <a:r>
              <a:rPr dirty="0" sz="1400" spc="-10" i="1">
                <a:latin typeface="Arial"/>
                <a:cs typeface="Arial"/>
              </a:rPr>
              <a:t>участников?</a:t>
            </a:r>
            <a:endParaRPr sz="1400">
              <a:latin typeface="Arial"/>
              <a:cs typeface="Arial"/>
            </a:endParaRPr>
          </a:p>
          <a:p>
            <a:pPr marL="158750" indent="-146050">
              <a:lnSpc>
                <a:spcPct val="100000"/>
              </a:lnSpc>
              <a:spcBef>
                <a:spcPts val="340"/>
              </a:spcBef>
              <a:buClr>
                <a:srgbClr val="FF0052"/>
              </a:buClr>
              <a:buFont typeface="Wingdings"/>
              <a:buChar char=""/>
              <a:tabLst>
                <a:tab pos="158750" algn="l"/>
              </a:tabLst>
            </a:pPr>
            <a:r>
              <a:rPr dirty="0" sz="1400" b="1">
                <a:latin typeface="Arial"/>
                <a:cs typeface="Arial"/>
              </a:rPr>
              <a:t>Город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и</a:t>
            </a:r>
            <a:r>
              <a:rPr dirty="0" sz="1400" spc="-6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регион: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96240" y="2234183"/>
            <a:ext cx="11386185" cy="2209800"/>
            <a:chOff x="396240" y="2234183"/>
            <a:chExt cx="11386185" cy="2209800"/>
          </a:xfrm>
        </p:grpSpPr>
        <p:sp>
          <p:nvSpPr>
            <p:cNvPr id="7" name="object 7"/>
            <p:cNvSpPr/>
            <p:nvPr/>
          </p:nvSpPr>
          <p:spPr>
            <a:xfrm>
              <a:off x="6879336" y="2240279"/>
              <a:ext cx="4903470" cy="2197735"/>
            </a:xfrm>
            <a:custGeom>
              <a:avLst/>
              <a:gdLst/>
              <a:ahLst/>
              <a:cxnLst/>
              <a:rect l="l" t="t" r="r" b="b"/>
              <a:pathLst>
                <a:path w="4903470" h="2197735">
                  <a:moveTo>
                    <a:pt x="0" y="0"/>
                  </a:moveTo>
                  <a:lnTo>
                    <a:pt x="4884801" y="0"/>
                  </a:lnTo>
                </a:path>
                <a:path w="4903470" h="2197735">
                  <a:moveTo>
                    <a:pt x="18288" y="2197608"/>
                  </a:moveTo>
                  <a:lnTo>
                    <a:pt x="4903089" y="2197608"/>
                  </a:lnTo>
                </a:path>
              </a:pathLst>
            </a:custGeom>
            <a:ln w="12192">
              <a:solidFill>
                <a:srgbClr val="52097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96240" y="3447287"/>
              <a:ext cx="5700395" cy="0"/>
            </a:xfrm>
            <a:custGeom>
              <a:avLst/>
              <a:gdLst/>
              <a:ahLst/>
              <a:cxnLst/>
              <a:rect l="l" t="t" r="r" b="b"/>
              <a:pathLst>
                <a:path w="5700395" h="0">
                  <a:moveTo>
                    <a:pt x="0" y="0"/>
                  </a:moveTo>
                  <a:lnTo>
                    <a:pt x="5700141" y="0"/>
                  </a:lnTo>
                </a:path>
              </a:pathLst>
            </a:custGeom>
            <a:ln w="6096">
              <a:solidFill>
                <a:srgbClr val="52097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6888606" y="2244596"/>
            <a:ext cx="2854960" cy="644525"/>
          </a:xfrm>
          <a:prstGeom prst="rect">
            <a:avLst/>
          </a:prstGeom>
        </p:spPr>
        <p:txBody>
          <a:bodyPr wrap="square" lIns="0" tIns="100330" rIns="0" bIns="0" rtlCol="0" vert="horz">
            <a:spAutoFit/>
          </a:bodyPr>
          <a:lstStyle/>
          <a:p>
            <a:pPr marL="24130">
              <a:lnSpc>
                <a:spcPct val="100000"/>
              </a:lnSpc>
              <a:spcBef>
                <a:spcPts val="790"/>
              </a:spcBef>
            </a:pPr>
            <a:r>
              <a:rPr dirty="0" sz="1600" b="1">
                <a:solidFill>
                  <a:srgbClr val="520977"/>
                </a:solidFill>
                <a:latin typeface="Arial"/>
                <a:cs typeface="Arial"/>
              </a:rPr>
              <a:t>Краткое</a:t>
            </a:r>
            <a:r>
              <a:rPr dirty="0" sz="1600" spc="-50" b="1">
                <a:solidFill>
                  <a:srgbClr val="520977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520977"/>
                </a:solidFill>
                <a:latin typeface="Arial"/>
                <a:cs typeface="Arial"/>
              </a:rPr>
              <a:t>описание</a:t>
            </a:r>
            <a:r>
              <a:rPr dirty="0" sz="1600" spc="-65" b="1">
                <a:solidFill>
                  <a:srgbClr val="520977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520977"/>
                </a:solidFill>
                <a:latin typeface="Arial"/>
                <a:cs typeface="Arial"/>
              </a:rPr>
              <a:t>решения: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sz="1400">
                <a:latin typeface="Microsoft Sans Serif"/>
                <a:cs typeface="Microsoft Sans Serif"/>
              </a:rPr>
              <a:t>В</a:t>
            </a:r>
            <a:r>
              <a:rPr dirty="0" sz="1400" spc="-6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чем</a:t>
            </a:r>
            <a:r>
              <a:rPr dirty="0" sz="1400" spc="-4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суть</a:t>
            </a:r>
            <a:r>
              <a:rPr dirty="0" sz="1400" spc="-3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вашего</a:t>
            </a:r>
            <a:r>
              <a:rPr dirty="0" sz="1400" spc="-35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решения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00418" y="4464677"/>
            <a:ext cx="3645535" cy="895350"/>
          </a:xfrm>
          <a:prstGeom prst="rect">
            <a:avLst/>
          </a:prstGeom>
        </p:spPr>
        <p:txBody>
          <a:bodyPr wrap="square" lIns="0" tIns="1200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5"/>
              </a:spcBef>
            </a:pPr>
            <a:r>
              <a:rPr dirty="0" sz="1600" spc="-10" b="1">
                <a:solidFill>
                  <a:srgbClr val="520977"/>
                </a:solidFill>
                <a:latin typeface="Arial"/>
                <a:cs typeface="Arial"/>
              </a:rPr>
              <a:t>Уникальность</a:t>
            </a:r>
            <a:r>
              <a:rPr dirty="0" sz="1600" spc="-35" b="1">
                <a:solidFill>
                  <a:srgbClr val="520977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520977"/>
                </a:solidFill>
                <a:latin typeface="Arial"/>
                <a:cs typeface="Arial"/>
              </a:rPr>
              <a:t>решения:</a:t>
            </a:r>
            <a:endParaRPr sz="160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720"/>
              </a:spcBef>
            </a:pPr>
            <a:r>
              <a:rPr dirty="0" sz="1400">
                <a:latin typeface="Microsoft Sans Serif"/>
                <a:cs typeface="Microsoft Sans Serif"/>
              </a:rPr>
              <a:t>Что</a:t>
            </a:r>
            <a:r>
              <a:rPr dirty="0" sz="1400" spc="-6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делает</a:t>
            </a:r>
            <a:r>
              <a:rPr dirty="0" sz="1400" spc="-3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ваше</a:t>
            </a:r>
            <a:r>
              <a:rPr dirty="0" sz="1400" spc="-4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решение</a:t>
            </a:r>
            <a:r>
              <a:rPr dirty="0" sz="1400" spc="-20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уникальным</a:t>
            </a:r>
            <a:r>
              <a:rPr dirty="0" sz="1400" spc="65">
                <a:latin typeface="Microsoft Sans Serif"/>
                <a:cs typeface="Microsoft Sans Serif"/>
              </a:rPr>
              <a:t> </a:t>
            </a:r>
            <a:r>
              <a:rPr dirty="0" sz="1400" spc="-25">
                <a:latin typeface="Microsoft Sans Serif"/>
                <a:cs typeface="Microsoft Sans Serif"/>
              </a:rPr>
              <a:t>или</a:t>
            </a:r>
            <a:endParaRPr sz="1400">
              <a:latin typeface="Microsoft Sans Serif"/>
              <a:cs typeface="Microsoft Sans Serif"/>
            </a:endParaRPr>
          </a:p>
          <a:p>
            <a:pPr marL="28575">
              <a:lnSpc>
                <a:spcPct val="100000"/>
              </a:lnSpc>
            </a:pPr>
            <a:r>
              <a:rPr dirty="0" sz="1400" spc="-10">
                <a:latin typeface="Microsoft Sans Serif"/>
                <a:cs typeface="Microsoft Sans Serif"/>
              </a:rPr>
              <a:t>инновационным?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3180" rIns="0" bIns="0" rtlCol="0" vert="horz">
            <a:spAutoFit/>
          </a:bodyPr>
          <a:lstStyle/>
          <a:p>
            <a:pPr marL="62865">
              <a:lnSpc>
                <a:spcPct val="100000"/>
              </a:lnSpc>
              <a:spcBef>
                <a:spcPts val="340"/>
              </a:spcBef>
            </a:pPr>
            <a:fld id="{81D60167-4931-47E6-BA6A-407CBD079E47}" type="slidenum">
              <a:rPr dirty="0" spc="-25">
                <a:solidFill>
                  <a:srgbClr val="520977"/>
                </a:solidFill>
              </a:rPr>
              <a:t>10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651760" y="1520952"/>
              <a:ext cx="2192020" cy="4834255"/>
            </a:xfrm>
            <a:custGeom>
              <a:avLst/>
              <a:gdLst/>
              <a:ahLst/>
              <a:cxnLst/>
              <a:rect l="l" t="t" r="r" b="b"/>
              <a:pathLst>
                <a:path w="2192020" h="4834255">
                  <a:moveTo>
                    <a:pt x="1976247" y="0"/>
                  </a:moveTo>
                  <a:lnTo>
                    <a:pt x="215264" y="0"/>
                  </a:lnTo>
                  <a:lnTo>
                    <a:pt x="165911" y="5686"/>
                  </a:lnTo>
                  <a:lnTo>
                    <a:pt x="120603" y="21882"/>
                  </a:lnTo>
                  <a:lnTo>
                    <a:pt x="80634" y="47296"/>
                  </a:lnTo>
                  <a:lnTo>
                    <a:pt x="47296" y="80634"/>
                  </a:lnTo>
                  <a:lnTo>
                    <a:pt x="21882" y="120603"/>
                  </a:lnTo>
                  <a:lnTo>
                    <a:pt x="5686" y="165911"/>
                  </a:lnTo>
                  <a:lnTo>
                    <a:pt x="0" y="215264"/>
                  </a:lnTo>
                  <a:lnTo>
                    <a:pt x="0" y="4618901"/>
                  </a:lnTo>
                  <a:lnTo>
                    <a:pt x="5686" y="4668252"/>
                  </a:lnTo>
                  <a:lnTo>
                    <a:pt x="21882" y="4713554"/>
                  </a:lnTo>
                  <a:lnTo>
                    <a:pt x="47296" y="4753516"/>
                  </a:lnTo>
                  <a:lnTo>
                    <a:pt x="80634" y="4786846"/>
                  </a:lnTo>
                  <a:lnTo>
                    <a:pt x="120603" y="4812253"/>
                  </a:lnTo>
                  <a:lnTo>
                    <a:pt x="165911" y="4828443"/>
                  </a:lnTo>
                  <a:lnTo>
                    <a:pt x="215264" y="4834128"/>
                  </a:lnTo>
                  <a:lnTo>
                    <a:pt x="1976247" y="4834128"/>
                  </a:lnTo>
                  <a:lnTo>
                    <a:pt x="2025600" y="4828443"/>
                  </a:lnTo>
                  <a:lnTo>
                    <a:pt x="2070908" y="4812253"/>
                  </a:lnTo>
                  <a:lnTo>
                    <a:pt x="2110877" y="4786846"/>
                  </a:lnTo>
                  <a:lnTo>
                    <a:pt x="2144215" y="4753516"/>
                  </a:lnTo>
                  <a:lnTo>
                    <a:pt x="2169629" y="4713554"/>
                  </a:lnTo>
                  <a:lnTo>
                    <a:pt x="2185825" y="4668252"/>
                  </a:lnTo>
                  <a:lnTo>
                    <a:pt x="2191512" y="4618901"/>
                  </a:lnTo>
                  <a:lnTo>
                    <a:pt x="2191512" y="215264"/>
                  </a:lnTo>
                  <a:lnTo>
                    <a:pt x="2185825" y="165911"/>
                  </a:lnTo>
                  <a:lnTo>
                    <a:pt x="2169629" y="120603"/>
                  </a:lnTo>
                  <a:lnTo>
                    <a:pt x="2144215" y="80634"/>
                  </a:lnTo>
                  <a:lnTo>
                    <a:pt x="2110877" y="47296"/>
                  </a:lnTo>
                  <a:lnTo>
                    <a:pt x="2070908" y="21882"/>
                  </a:lnTo>
                  <a:lnTo>
                    <a:pt x="2025600" y="5686"/>
                  </a:lnTo>
                  <a:lnTo>
                    <a:pt x="19762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2902966" y="3626053"/>
            <a:ext cx="1439545" cy="2711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600" b="1">
                <a:solidFill>
                  <a:srgbClr val="520977"/>
                </a:solidFill>
                <a:latin typeface="Arial"/>
                <a:cs typeface="Arial"/>
              </a:rPr>
              <a:t>Имя</a:t>
            </a:r>
            <a:r>
              <a:rPr dirty="0" sz="1600" spc="-10" b="1">
                <a:solidFill>
                  <a:srgbClr val="520977"/>
                </a:solidFill>
                <a:latin typeface="Arial"/>
                <a:cs typeface="Arial"/>
              </a:rPr>
              <a:t> Фамилия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02966" y="4263339"/>
            <a:ext cx="1655445" cy="7029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0655" indent="-147955">
              <a:lnSpc>
                <a:spcPts val="1370"/>
              </a:lnSpc>
              <a:spcBef>
                <a:spcPts val="100"/>
              </a:spcBef>
              <a:buClr>
                <a:srgbClr val="FF0052"/>
              </a:buClr>
              <a:buChar char="•"/>
              <a:tabLst>
                <a:tab pos="160655" algn="l"/>
              </a:tabLst>
            </a:pPr>
            <a:r>
              <a:rPr dirty="0" sz="1200">
                <a:latin typeface="Microsoft Sans Serif"/>
                <a:cs typeface="Microsoft Sans Serif"/>
              </a:rPr>
              <a:t>Роль</a:t>
            </a:r>
            <a:r>
              <a:rPr dirty="0" sz="1200" spc="-3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в</a:t>
            </a:r>
            <a:r>
              <a:rPr dirty="0" sz="1200" spc="-20">
                <a:latin typeface="Microsoft Sans Serif"/>
                <a:cs typeface="Microsoft Sans Serif"/>
              </a:rPr>
              <a:t> </a:t>
            </a:r>
            <a:r>
              <a:rPr dirty="0" sz="1200" spc="-10">
                <a:latin typeface="Microsoft Sans Serif"/>
                <a:cs typeface="Microsoft Sans Serif"/>
              </a:rPr>
              <a:t>команде</a:t>
            </a:r>
            <a:endParaRPr sz="1200">
              <a:latin typeface="Microsoft Sans Serif"/>
              <a:cs typeface="Microsoft Sans Serif"/>
            </a:endParaRPr>
          </a:p>
          <a:p>
            <a:pPr marL="160655" indent="-147955">
              <a:lnSpc>
                <a:spcPts val="1295"/>
              </a:lnSpc>
              <a:buClr>
                <a:srgbClr val="FF0052"/>
              </a:buClr>
              <a:buChar char="•"/>
              <a:tabLst>
                <a:tab pos="160655" algn="l"/>
              </a:tabLst>
            </a:pPr>
            <a:r>
              <a:rPr dirty="0" sz="1200">
                <a:latin typeface="Microsoft Sans Serif"/>
                <a:cs typeface="Microsoft Sans Serif"/>
              </a:rPr>
              <a:t>Ник</a:t>
            </a:r>
            <a:r>
              <a:rPr dirty="0" sz="1200" spc="-3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в</a:t>
            </a:r>
            <a:r>
              <a:rPr dirty="0" sz="1200" spc="-20">
                <a:latin typeface="Microsoft Sans Serif"/>
                <a:cs typeface="Microsoft Sans Serif"/>
              </a:rPr>
              <a:t> </a:t>
            </a:r>
            <a:r>
              <a:rPr dirty="0" sz="1200" spc="-10">
                <a:latin typeface="Microsoft Sans Serif"/>
                <a:cs typeface="Microsoft Sans Serif"/>
              </a:rPr>
              <a:t>мессенджере</a:t>
            </a:r>
            <a:endParaRPr sz="1200">
              <a:latin typeface="Microsoft Sans Serif"/>
              <a:cs typeface="Microsoft Sans Serif"/>
            </a:endParaRPr>
          </a:p>
          <a:p>
            <a:pPr marL="160655" indent="-147955">
              <a:lnSpc>
                <a:spcPts val="1295"/>
              </a:lnSpc>
              <a:buClr>
                <a:srgbClr val="FF0052"/>
              </a:buClr>
              <a:buChar char="•"/>
              <a:tabLst>
                <a:tab pos="160655" algn="l"/>
              </a:tabLst>
            </a:pPr>
            <a:r>
              <a:rPr dirty="0" sz="1200">
                <a:latin typeface="Microsoft Sans Serif"/>
                <a:cs typeface="Microsoft Sans Serif"/>
              </a:rPr>
              <a:t>Номер</a:t>
            </a:r>
            <a:r>
              <a:rPr dirty="0" sz="1200" spc="-65">
                <a:latin typeface="Microsoft Sans Serif"/>
                <a:cs typeface="Microsoft Sans Serif"/>
              </a:rPr>
              <a:t> </a:t>
            </a:r>
            <a:r>
              <a:rPr dirty="0" sz="1200" spc="-10">
                <a:latin typeface="Microsoft Sans Serif"/>
                <a:cs typeface="Microsoft Sans Serif"/>
              </a:rPr>
              <a:t>телефона</a:t>
            </a:r>
            <a:endParaRPr sz="1200">
              <a:latin typeface="Microsoft Sans Serif"/>
              <a:cs typeface="Microsoft Sans Serif"/>
            </a:endParaRPr>
          </a:p>
          <a:p>
            <a:pPr marL="160655" indent="-147955">
              <a:lnSpc>
                <a:spcPts val="1370"/>
              </a:lnSpc>
              <a:buClr>
                <a:srgbClr val="FF0052"/>
              </a:buClr>
              <a:buChar char="•"/>
              <a:tabLst>
                <a:tab pos="160655" algn="l"/>
              </a:tabLst>
            </a:pPr>
            <a:r>
              <a:rPr dirty="0" sz="1200">
                <a:latin typeface="Microsoft Sans Serif"/>
                <a:cs typeface="Microsoft Sans Serif"/>
              </a:rPr>
              <a:t>Место</a:t>
            </a:r>
            <a:r>
              <a:rPr dirty="0" sz="1200" spc="-30">
                <a:latin typeface="Microsoft Sans Serif"/>
                <a:cs typeface="Microsoft Sans Serif"/>
              </a:rPr>
              <a:t> </a:t>
            </a:r>
            <a:r>
              <a:rPr dirty="0" sz="1200" spc="-10">
                <a:latin typeface="Microsoft Sans Serif"/>
                <a:cs typeface="Microsoft Sans Serif"/>
              </a:rPr>
              <a:t>работы/учебы</a:t>
            </a:r>
            <a:endParaRPr sz="1200">
              <a:latin typeface="Microsoft Sans Serif"/>
              <a:cs typeface="Microsoft Sans Serif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47472" y="323088"/>
            <a:ext cx="3950335" cy="6032500"/>
            <a:chOff x="347472" y="323088"/>
            <a:chExt cx="3950335" cy="6032500"/>
          </a:xfrm>
        </p:grpSpPr>
        <p:sp>
          <p:nvSpPr>
            <p:cNvPr id="17" name="object 17"/>
            <p:cNvSpPr/>
            <p:nvPr/>
          </p:nvSpPr>
          <p:spPr>
            <a:xfrm>
              <a:off x="347472" y="1520952"/>
              <a:ext cx="2192020" cy="4834255"/>
            </a:xfrm>
            <a:custGeom>
              <a:avLst/>
              <a:gdLst/>
              <a:ahLst/>
              <a:cxnLst/>
              <a:rect l="l" t="t" r="r" b="b"/>
              <a:pathLst>
                <a:path w="2192020" h="4834255">
                  <a:moveTo>
                    <a:pt x="1976247" y="0"/>
                  </a:moveTo>
                  <a:lnTo>
                    <a:pt x="215226" y="0"/>
                  </a:lnTo>
                  <a:lnTo>
                    <a:pt x="165875" y="5686"/>
                  </a:lnTo>
                  <a:lnTo>
                    <a:pt x="120573" y="21882"/>
                  </a:lnTo>
                  <a:lnTo>
                    <a:pt x="80611" y="47296"/>
                  </a:lnTo>
                  <a:lnTo>
                    <a:pt x="47281" y="80634"/>
                  </a:lnTo>
                  <a:lnTo>
                    <a:pt x="21874" y="120603"/>
                  </a:lnTo>
                  <a:lnTo>
                    <a:pt x="5684" y="165911"/>
                  </a:lnTo>
                  <a:lnTo>
                    <a:pt x="0" y="215264"/>
                  </a:lnTo>
                  <a:lnTo>
                    <a:pt x="0" y="4618901"/>
                  </a:lnTo>
                  <a:lnTo>
                    <a:pt x="5684" y="4668252"/>
                  </a:lnTo>
                  <a:lnTo>
                    <a:pt x="21874" y="4713554"/>
                  </a:lnTo>
                  <a:lnTo>
                    <a:pt x="47281" y="4753516"/>
                  </a:lnTo>
                  <a:lnTo>
                    <a:pt x="80611" y="4786846"/>
                  </a:lnTo>
                  <a:lnTo>
                    <a:pt x="120573" y="4812253"/>
                  </a:lnTo>
                  <a:lnTo>
                    <a:pt x="165875" y="4828443"/>
                  </a:lnTo>
                  <a:lnTo>
                    <a:pt x="215226" y="4834128"/>
                  </a:lnTo>
                  <a:lnTo>
                    <a:pt x="1976247" y="4834128"/>
                  </a:lnTo>
                  <a:lnTo>
                    <a:pt x="2025600" y="4828443"/>
                  </a:lnTo>
                  <a:lnTo>
                    <a:pt x="2070908" y="4812253"/>
                  </a:lnTo>
                  <a:lnTo>
                    <a:pt x="2110877" y="4786846"/>
                  </a:lnTo>
                  <a:lnTo>
                    <a:pt x="2144215" y="4753516"/>
                  </a:lnTo>
                  <a:lnTo>
                    <a:pt x="2169629" y="4713554"/>
                  </a:lnTo>
                  <a:lnTo>
                    <a:pt x="2185825" y="4668252"/>
                  </a:lnTo>
                  <a:lnTo>
                    <a:pt x="2191512" y="4618901"/>
                  </a:lnTo>
                  <a:lnTo>
                    <a:pt x="2191512" y="215264"/>
                  </a:lnTo>
                  <a:lnTo>
                    <a:pt x="2185825" y="165911"/>
                  </a:lnTo>
                  <a:lnTo>
                    <a:pt x="2169629" y="120603"/>
                  </a:lnTo>
                  <a:lnTo>
                    <a:pt x="2144215" y="80634"/>
                  </a:lnTo>
                  <a:lnTo>
                    <a:pt x="2110877" y="47296"/>
                  </a:lnTo>
                  <a:lnTo>
                    <a:pt x="2070908" y="21882"/>
                  </a:lnTo>
                  <a:lnTo>
                    <a:pt x="2025600" y="5686"/>
                  </a:lnTo>
                  <a:lnTo>
                    <a:pt x="19762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47472" y="323088"/>
              <a:ext cx="3950335" cy="622300"/>
            </a:xfrm>
            <a:custGeom>
              <a:avLst/>
              <a:gdLst/>
              <a:ahLst/>
              <a:cxnLst/>
              <a:rect l="l" t="t" r="r" b="b"/>
              <a:pathLst>
                <a:path w="3950335" h="622300">
                  <a:moveTo>
                    <a:pt x="3833876" y="0"/>
                  </a:moveTo>
                  <a:lnTo>
                    <a:pt x="116306" y="0"/>
                  </a:lnTo>
                  <a:lnTo>
                    <a:pt x="71033" y="9140"/>
                  </a:lnTo>
                  <a:lnTo>
                    <a:pt x="34064" y="34067"/>
                  </a:lnTo>
                  <a:lnTo>
                    <a:pt x="9139" y="71044"/>
                  </a:lnTo>
                  <a:lnTo>
                    <a:pt x="0" y="116331"/>
                  </a:lnTo>
                  <a:lnTo>
                    <a:pt x="0" y="505459"/>
                  </a:lnTo>
                  <a:lnTo>
                    <a:pt x="9139" y="550747"/>
                  </a:lnTo>
                  <a:lnTo>
                    <a:pt x="34064" y="587724"/>
                  </a:lnTo>
                  <a:lnTo>
                    <a:pt x="71033" y="612651"/>
                  </a:lnTo>
                  <a:lnTo>
                    <a:pt x="116306" y="621791"/>
                  </a:lnTo>
                  <a:lnTo>
                    <a:pt x="3833876" y="621791"/>
                  </a:lnTo>
                  <a:lnTo>
                    <a:pt x="3879163" y="612651"/>
                  </a:lnTo>
                  <a:lnTo>
                    <a:pt x="3916140" y="587724"/>
                  </a:lnTo>
                  <a:lnTo>
                    <a:pt x="3941067" y="550747"/>
                  </a:lnTo>
                  <a:lnTo>
                    <a:pt x="3950207" y="505459"/>
                  </a:lnTo>
                  <a:lnTo>
                    <a:pt x="3950207" y="116331"/>
                  </a:lnTo>
                  <a:lnTo>
                    <a:pt x="3941067" y="71044"/>
                  </a:lnTo>
                  <a:lnTo>
                    <a:pt x="3916140" y="34067"/>
                  </a:lnTo>
                  <a:lnTo>
                    <a:pt x="3879163" y="9140"/>
                  </a:lnTo>
                  <a:lnTo>
                    <a:pt x="3833876" y="0"/>
                  </a:lnTo>
                  <a:close/>
                </a:path>
              </a:pathLst>
            </a:custGeom>
            <a:solidFill>
              <a:srgbClr val="FF005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597204" y="3626053"/>
            <a:ext cx="1436370" cy="2711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600" b="1">
                <a:solidFill>
                  <a:srgbClr val="520977"/>
                </a:solidFill>
                <a:latin typeface="Arial"/>
                <a:cs typeface="Arial"/>
              </a:rPr>
              <a:t>Имя</a:t>
            </a:r>
            <a:r>
              <a:rPr dirty="0" sz="1600" spc="-25" b="1">
                <a:solidFill>
                  <a:srgbClr val="520977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520977"/>
                </a:solidFill>
                <a:latin typeface="Arial"/>
                <a:cs typeface="Arial"/>
              </a:rPr>
              <a:t>Фамилия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956047" y="1520952"/>
            <a:ext cx="2194560" cy="4834255"/>
          </a:xfrm>
          <a:custGeom>
            <a:avLst/>
            <a:gdLst/>
            <a:ahLst/>
            <a:cxnLst/>
            <a:rect l="l" t="t" r="r" b="b"/>
            <a:pathLst>
              <a:path w="2194559" h="4834255">
                <a:moveTo>
                  <a:pt x="1979041" y="0"/>
                </a:moveTo>
                <a:lnTo>
                  <a:pt x="215518" y="0"/>
                </a:lnTo>
                <a:lnTo>
                  <a:pt x="166111" y="5693"/>
                </a:lnTo>
                <a:lnTo>
                  <a:pt x="120751" y="21910"/>
                </a:lnTo>
                <a:lnTo>
                  <a:pt x="80734" y="47356"/>
                </a:lnTo>
                <a:lnTo>
                  <a:pt x="47356" y="80734"/>
                </a:lnTo>
                <a:lnTo>
                  <a:pt x="21910" y="120751"/>
                </a:lnTo>
                <a:lnTo>
                  <a:pt x="5693" y="166111"/>
                </a:lnTo>
                <a:lnTo>
                  <a:pt x="0" y="215519"/>
                </a:lnTo>
                <a:lnTo>
                  <a:pt x="0" y="4618596"/>
                </a:lnTo>
                <a:lnTo>
                  <a:pt x="5693" y="4668016"/>
                </a:lnTo>
                <a:lnTo>
                  <a:pt x="21910" y="4713382"/>
                </a:lnTo>
                <a:lnTo>
                  <a:pt x="47356" y="4753401"/>
                </a:lnTo>
                <a:lnTo>
                  <a:pt x="80734" y="4786778"/>
                </a:lnTo>
                <a:lnTo>
                  <a:pt x="120751" y="4812221"/>
                </a:lnTo>
                <a:lnTo>
                  <a:pt x="166111" y="4828435"/>
                </a:lnTo>
                <a:lnTo>
                  <a:pt x="215518" y="4834128"/>
                </a:lnTo>
                <a:lnTo>
                  <a:pt x="1979041" y="4834128"/>
                </a:lnTo>
                <a:lnTo>
                  <a:pt x="2028448" y="4828435"/>
                </a:lnTo>
                <a:lnTo>
                  <a:pt x="2073808" y="4812221"/>
                </a:lnTo>
                <a:lnTo>
                  <a:pt x="2113825" y="4786778"/>
                </a:lnTo>
                <a:lnTo>
                  <a:pt x="2147203" y="4753401"/>
                </a:lnTo>
                <a:lnTo>
                  <a:pt x="2172649" y="4713382"/>
                </a:lnTo>
                <a:lnTo>
                  <a:pt x="2188866" y="4668016"/>
                </a:lnTo>
                <a:lnTo>
                  <a:pt x="2194559" y="4618596"/>
                </a:lnTo>
                <a:lnTo>
                  <a:pt x="2194559" y="215519"/>
                </a:lnTo>
                <a:lnTo>
                  <a:pt x="2188866" y="166111"/>
                </a:lnTo>
                <a:lnTo>
                  <a:pt x="2172649" y="120751"/>
                </a:lnTo>
                <a:lnTo>
                  <a:pt x="2147203" y="80734"/>
                </a:lnTo>
                <a:lnTo>
                  <a:pt x="2113825" y="47356"/>
                </a:lnTo>
                <a:lnTo>
                  <a:pt x="2073808" y="21910"/>
                </a:lnTo>
                <a:lnTo>
                  <a:pt x="2028448" y="5693"/>
                </a:lnTo>
                <a:lnTo>
                  <a:pt x="197904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209159" y="3626053"/>
            <a:ext cx="1436370" cy="2711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600" b="1">
                <a:solidFill>
                  <a:srgbClr val="520977"/>
                </a:solidFill>
                <a:latin typeface="Arial"/>
                <a:cs typeface="Arial"/>
              </a:rPr>
              <a:t>Имя</a:t>
            </a:r>
            <a:r>
              <a:rPr dirty="0" sz="1600" spc="-25" b="1">
                <a:solidFill>
                  <a:srgbClr val="520977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520977"/>
                </a:solidFill>
                <a:latin typeface="Arial"/>
                <a:cs typeface="Arial"/>
              </a:rPr>
              <a:t>Фамилия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09159" y="4263339"/>
            <a:ext cx="1654810" cy="7029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0020" indent="-147320">
              <a:lnSpc>
                <a:spcPts val="1370"/>
              </a:lnSpc>
              <a:spcBef>
                <a:spcPts val="100"/>
              </a:spcBef>
              <a:buClr>
                <a:srgbClr val="FF0052"/>
              </a:buClr>
              <a:buChar char="•"/>
              <a:tabLst>
                <a:tab pos="160020" algn="l"/>
              </a:tabLst>
            </a:pPr>
            <a:r>
              <a:rPr dirty="0" sz="1200">
                <a:latin typeface="Microsoft Sans Serif"/>
                <a:cs typeface="Microsoft Sans Serif"/>
              </a:rPr>
              <a:t>Роль</a:t>
            </a:r>
            <a:r>
              <a:rPr dirty="0" sz="1200" spc="-3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в</a:t>
            </a:r>
            <a:r>
              <a:rPr dirty="0" sz="1200" spc="-20">
                <a:latin typeface="Microsoft Sans Serif"/>
                <a:cs typeface="Microsoft Sans Serif"/>
              </a:rPr>
              <a:t> </a:t>
            </a:r>
            <a:r>
              <a:rPr dirty="0" sz="1200" spc="-10">
                <a:latin typeface="Microsoft Sans Serif"/>
                <a:cs typeface="Microsoft Sans Serif"/>
              </a:rPr>
              <a:t>команде</a:t>
            </a:r>
            <a:endParaRPr sz="1200">
              <a:latin typeface="Microsoft Sans Serif"/>
              <a:cs typeface="Microsoft Sans Serif"/>
            </a:endParaRPr>
          </a:p>
          <a:p>
            <a:pPr marL="160020" indent="-147320">
              <a:lnSpc>
                <a:spcPts val="1295"/>
              </a:lnSpc>
              <a:buClr>
                <a:srgbClr val="FF0052"/>
              </a:buClr>
              <a:buChar char="•"/>
              <a:tabLst>
                <a:tab pos="160020" algn="l"/>
              </a:tabLst>
            </a:pPr>
            <a:r>
              <a:rPr dirty="0" sz="1200">
                <a:latin typeface="Microsoft Sans Serif"/>
                <a:cs typeface="Microsoft Sans Serif"/>
              </a:rPr>
              <a:t>Ник</a:t>
            </a:r>
            <a:r>
              <a:rPr dirty="0" sz="1200" spc="-3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в</a:t>
            </a:r>
            <a:r>
              <a:rPr dirty="0" sz="1200" spc="-20">
                <a:latin typeface="Microsoft Sans Serif"/>
                <a:cs typeface="Microsoft Sans Serif"/>
              </a:rPr>
              <a:t> </a:t>
            </a:r>
            <a:r>
              <a:rPr dirty="0" sz="1200" spc="-10">
                <a:latin typeface="Microsoft Sans Serif"/>
                <a:cs typeface="Microsoft Sans Serif"/>
              </a:rPr>
              <a:t>мессенджере</a:t>
            </a:r>
            <a:endParaRPr sz="1200">
              <a:latin typeface="Microsoft Sans Serif"/>
              <a:cs typeface="Microsoft Sans Serif"/>
            </a:endParaRPr>
          </a:p>
          <a:p>
            <a:pPr marL="160020" indent="-147320">
              <a:lnSpc>
                <a:spcPts val="1295"/>
              </a:lnSpc>
              <a:buClr>
                <a:srgbClr val="FF0052"/>
              </a:buClr>
              <a:buChar char="•"/>
              <a:tabLst>
                <a:tab pos="160020" algn="l"/>
              </a:tabLst>
            </a:pPr>
            <a:r>
              <a:rPr dirty="0" sz="1200">
                <a:latin typeface="Microsoft Sans Serif"/>
                <a:cs typeface="Microsoft Sans Serif"/>
              </a:rPr>
              <a:t>Номер</a:t>
            </a:r>
            <a:r>
              <a:rPr dirty="0" sz="1200" spc="-65">
                <a:latin typeface="Microsoft Sans Serif"/>
                <a:cs typeface="Microsoft Sans Serif"/>
              </a:rPr>
              <a:t> </a:t>
            </a:r>
            <a:r>
              <a:rPr dirty="0" sz="1200" spc="-10">
                <a:latin typeface="Microsoft Sans Serif"/>
                <a:cs typeface="Microsoft Sans Serif"/>
              </a:rPr>
              <a:t>телефона</a:t>
            </a:r>
            <a:endParaRPr sz="1200">
              <a:latin typeface="Microsoft Sans Serif"/>
              <a:cs typeface="Microsoft Sans Serif"/>
            </a:endParaRPr>
          </a:p>
          <a:p>
            <a:pPr marL="160020" indent="-147320">
              <a:lnSpc>
                <a:spcPts val="1370"/>
              </a:lnSpc>
              <a:buClr>
                <a:srgbClr val="FF0052"/>
              </a:buClr>
              <a:buChar char="•"/>
              <a:tabLst>
                <a:tab pos="160020" algn="l"/>
              </a:tabLst>
            </a:pPr>
            <a:r>
              <a:rPr dirty="0" sz="1200">
                <a:latin typeface="Microsoft Sans Serif"/>
                <a:cs typeface="Microsoft Sans Serif"/>
              </a:rPr>
              <a:t>Место</a:t>
            </a:r>
            <a:r>
              <a:rPr dirty="0" sz="1200" spc="-30">
                <a:latin typeface="Microsoft Sans Serif"/>
                <a:cs typeface="Microsoft Sans Serif"/>
              </a:rPr>
              <a:t> </a:t>
            </a:r>
            <a:r>
              <a:rPr dirty="0" sz="1200" spc="-10">
                <a:latin typeface="Microsoft Sans Serif"/>
                <a:cs typeface="Microsoft Sans Serif"/>
              </a:rPr>
              <a:t>работы/учебы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263383" y="1520952"/>
            <a:ext cx="2192020" cy="4834255"/>
          </a:xfrm>
          <a:custGeom>
            <a:avLst/>
            <a:gdLst/>
            <a:ahLst/>
            <a:cxnLst/>
            <a:rect l="l" t="t" r="r" b="b"/>
            <a:pathLst>
              <a:path w="2192020" h="4834255">
                <a:moveTo>
                  <a:pt x="1976247" y="0"/>
                </a:moveTo>
                <a:lnTo>
                  <a:pt x="215265" y="0"/>
                </a:lnTo>
                <a:lnTo>
                  <a:pt x="165911" y="5686"/>
                </a:lnTo>
                <a:lnTo>
                  <a:pt x="120603" y="21882"/>
                </a:lnTo>
                <a:lnTo>
                  <a:pt x="80634" y="47296"/>
                </a:lnTo>
                <a:lnTo>
                  <a:pt x="47296" y="80634"/>
                </a:lnTo>
                <a:lnTo>
                  <a:pt x="21882" y="120603"/>
                </a:lnTo>
                <a:lnTo>
                  <a:pt x="5686" y="165911"/>
                </a:lnTo>
                <a:lnTo>
                  <a:pt x="0" y="215264"/>
                </a:lnTo>
                <a:lnTo>
                  <a:pt x="0" y="4618901"/>
                </a:lnTo>
                <a:lnTo>
                  <a:pt x="5686" y="4668252"/>
                </a:lnTo>
                <a:lnTo>
                  <a:pt x="21882" y="4713554"/>
                </a:lnTo>
                <a:lnTo>
                  <a:pt x="47296" y="4753516"/>
                </a:lnTo>
                <a:lnTo>
                  <a:pt x="80634" y="4786846"/>
                </a:lnTo>
                <a:lnTo>
                  <a:pt x="120603" y="4812253"/>
                </a:lnTo>
                <a:lnTo>
                  <a:pt x="165911" y="4828443"/>
                </a:lnTo>
                <a:lnTo>
                  <a:pt x="215265" y="4834128"/>
                </a:lnTo>
                <a:lnTo>
                  <a:pt x="1976247" y="4834128"/>
                </a:lnTo>
                <a:lnTo>
                  <a:pt x="2025600" y="4828443"/>
                </a:lnTo>
                <a:lnTo>
                  <a:pt x="2070908" y="4812253"/>
                </a:lnTo>
                <a:lnTo>
                  <a:pt x="2110877" y="4786846"/>
                </a:lnTo>
                <a:lnTo>
                  <a:pt x="2144215" y="4753516"/>
                </a:lnTo>
                <a:lnTo>
                  <a:pt x="2169629" y="4713554"/>
                </a:lnTo>
                <a:lnTo>
                  <a:pt x="2185825" y="4668252"/>
                </a:lnTo>
                <a:lnTo>
                  <a:pt x="2191512" y="4618901"/>
                </a:lnTo>
                <a:lnTo>
                  <a:pt x="2191512" y="215264"/>
                </a:lnTo>
                <a:lnTo>
                  <a:pt x="2185825" y="165911"/>
                </a:lnTo>
                <a:lnTo>
                  <a:pt x="2169629" y="120603"/>
                </a:lnTo>
                <a:lnTo>
                  <a:pt x="2144215" y="80634"/>
                </a:lnTo>
                <a:lnTo>
                  <a:pt x="2110877" y="47296"/>
                </a:lnTo>
                <a:lnTo>
                  <a:pt x="2070908" y="21882"/>
                </a:lnTo>
                <a:lnTo>
                  <a:pt x="2025600" y="5686"/>
                </a:lnTo>
                <a:lnTo>
                  <a:pt x="197624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514970" y="3626053"/>
            <a:ext cx="1436370" cy="2711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600" b="1">
                <a:solidFill>
                  <a:srgbClr val="520977"/>
                </a:solidFill>
                <a:latin typeface="Arial"/>
                <a:cs typeface="Arial"/>
              </a:rPr>
              <a:t>Имя</a:t>
            </a:r>
            <a:r>
              <a:rPr dirty="0" sz="1600" spc="-25" b="1">
                <a:solidFill>
                  <a:srgbClr val="520977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520977"/>
                </a:solidFill>
                <a:latin typeface="Arial"/>
                <a:cs typeface="Arial"/>
              </a:rPr>
              <a:t>Фамилия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14970" y="4263339"/>
            <a:ext cx="1654810" cy="7029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0020" indent="-147320">
              <a:lnSpc>
                <a:spcPts val="1370"/>
              </a:lnSpc>
              <a:spcBef>
                <a:spcPts val="100"/>
              </a:spcBef>
              <a:buClr>
                <a:srgbClr val="FF0052"/>
              </a:buClr>
              <a:buChar char="•"/>
              <a:tabLst>
                <a:tab pos="160020" algn="l"/>
              </a:tabLst>
            </a:pPr>
            <a:r>
              <a:rPr dirty="0" sz="1200">
                <a:latin typeface="Microsoft Sans Serif"/>
                <a:cs typeface="Microsoft Sans Serif"/>
              </a:rPr>
              <a:t>Роль</a:t>
            </a:r>
            <a:r>
              <a:rPr dirty="0" sz="1200" spc="-3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в</a:t>
            </a:r>
            <a:r>
              <a:rPr dirty="0" sz="1200" spc="-20">
                <a:latin typeface="Microsoft Sans Serif"/>
                <a:cs typeface="Microsoft Sans Serif"/>
              </a:rPr>
              <a:t> </a:t>
            </a:r>
            <a:r>
              <a:rPr dirty="0" sz="1200" spc="-10">
                <a:latin typeface="Microsoft Sans Serif"/>
                <a:cs typeface="Microsoft Sans Serif"/>
              </a:rPr>
              <a:t>команде</a:t>
            </a:r>
            <a:endParaRPr sz="1200">
              <a:latin typeface="Microsoft Sans Serif"/>
              <a:cs typeface="Microsoft Sans Serif"/>
            </a:endParaRPr>
          </a:p>
          <a:p>
            <a:pPr marL="160020" indent="-147320">
              <a:lnSpc>
                <a:spcPts val="1295"/>
              </a:lnSpc>
              <a:buClr>
                <a:srgbClr val="FF0052"/>
              </a:buClr>
              <a:buChar char="•"/>
              <a:tabLst>
                <a:tab pos="160020" algn="l"/>
              </a:tabLst>
            </a:pPr>
            <a:r>
              <a:rPr dirty="0" sz="1200">
                <a:latin typeface="Microsoft Sans Serif"/>
                <a:cs typeface="Microsoft Sans Serif"/>
              </a:rPr>
              <a:t>Ник</a:t>
            </a:r>
            <a:r>
              <a:rPr dirty="0" sz="1200" spc="-3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в</a:t>
            </a:r>
            <a:r>
              <a:rPr dirty="0" sz="1200" spc="-20">
                <a:latin typeface="Microsoft Sans Serif"/>
                <a:cs typeface="Microsoft Sans Serif"/>
              </a:rPr>
              <a:t> </a:t>
            </a:r>
            <a:r>
              <a:rPr dirty="0" sz="1200" spc="-10">
                <a:latin typeface="Microsoft Sans Serif"/>
                <a:cs typeface="Microsoft Sans Serif"/>
              </a:rPr>
              <a:t>мессенджере</a:t>
            </a:r>
            <a:endParaRPr sz="1200">
              <a:latin typeface="Microsoft Sans Serif"/>
              <a:cs typeface="Microsoft Sans Serif"/>
            </a:endParaRPr>
          </a:p>
          <a:p>
            <a:pPr marL="160020" indent="-147320">
              <a:lnSpc>
                <a:spcPts val="1295"/>
              </a:lnSpc>
              <a:buClr>
                <a:srgbClr val="FF0052"/>
              </a:buClr>
              <a:buChar char="•"/>
              <a:tabLst>
                <a:tab pos="160020" algn="l"/>
              </a:tabLst>
            </a:pPr>
            <a:r>
              <a:rPr dirty="0" sz="1200">
                <a:latin typeface="Microsoft Sans Serif"/>
                <a:cs typeface="Microsoft Sans Serif"/>
              </a:rPr>
              <a:t>Номер</a:t>
            </a:r>
            <a:r>
              <a:rPr dirty="0" sz="1200" spc="-65">
                <a:latin typeface="Microsoft Sans Serif"/>
                <a:cs typeface="Microsoft Sans Serif"/>
              </a:rPr>
              <a:t> </a:t>
            </a:r>
            <a:r>
              <a:rPr dirty="0" sz="1200" spc="-10">
                <a:latin typeface="Microsoft Sans Serif"/>
                <a:cs typeface="Microsoft Sans Serif"/>
              </a:rPr>
              <a:t>телефона</a:t>
            </a:r>
            <a:endParaRPr sz="1200">
              <a:latin typeface="Microsoft Sans Serif"/>
              <a:cs typeface="Microsoft Sans Serif"/>
            </a:endParaRPr>
          </a:p>
          <a:p>
            <a:pPr marL="160020" indent="-147320">
              <a:lnSpc>
                <a:spcPts val="1370"/>
              </a:lnSpc>
              <a:buClr>
                <a:srgbClr val="FF0052"/>
              </a:buClr>
              <a:buChar char="•"/>
              <a:tabLst>
                <a:tab pos="160020" algn="l"/>
              </a:tabLst>
            </a:pPr>
            <a:r>
              <a:rPr dirty="0" sz="1200">
                <a:latin typeface="Microsoft Sans Serif"/>
                <a:cs typeface="Microsoft Sans Serif"/>
              </a:rPr>
              <a:t>Место</a:t>
            </a:r>
            <a:r>
              <a:rPr dirty="0" sz="1200" spc="-30">
                <a:latin typeface="Microsoft Sans Serif"/>
                <a:cs typeface="Microsoft Sans Serif"/>
              </a:rPr>
              <a:t> </a:t>
            </a:r>
            <a:r>
              <a:rPr dirty="0" sz="1200" spc="-10">
                <a:latin typeface="Microsoft Sans Serif"/>
                <a:cs typeface="Microsoft Sans Serif"/>
              </a:rPr>
              <a:t>работы/учебы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567671" y="1520952"/>
            <a:ext cx="2192020" cy="4834255"/>
          </a:xfrm>
          <a:custGeom>
            <a:avLst/>
            <a:gdLst/>
            <a:ahLst/>
            <a:cxnLst/>
            <a:rect l="l" t="t" r="r" b="b"/>
            <a:pathLst>
              <a:path w="2192020" h="4834255">
                <a:moveTo>
                  <a:pt x="1976247" y="0"/>
                </a:moveTo>
                <a:lnTo>
                  <a:pt x="215264" y="0"/>
                </a:lnTo>
                <a:lnTo>
                  <a:pt x="165911" y="5686"/>
                </a:lnTo>
                <a:lnTo>
                  <a:pt x="120603" y="21882"/>
                </a:lnTo>
                <a:lnTo>
                  <a:pt x="80634" y="47296"/>
                </a:lnTo>
                <a:lnTo>
                  <a:pt x="47296" y="80634"/>
                </a:lnTo>
                <a:lnTo>
                  <a:pt x="21882" y="120603"/>
                </a:lnTo>
                <a:lnTo>
                  <a:pt x="5686" y="165911"/>
                </a:lnTo>
                <a:lnTo>
                  <a:pt x="0" y="215264"/>
                </a:lnTo>
                <a:lnTo>
                  <a:pt x="0" y="4618901"/>
                </a:lnTo>
                <a:lnTo>
                  <a:pt x="5686" y="4668252"/>
                </a:lnTo>
                <a:lnTo>
                  <a:pt x="21882" y="4713554"/>
                </a:lnTo>
                <a:lnTo>
                  <a:pt x="47296" y="4753516"/>
                </a:lnTo>
                <a:lnTo>
                  <a:pt x="80634" y="4786846"/>
                </a:lnTo>
                <a:lnTo>
                  <a:pt x="120603" y="4812253"/>
                </a:lnTo>
                <a:lnTo>
                  <a:pt x="165911" y="4828443"/>
                </a:lnTo>
                <a:lnTo>
                  <a:pt x="215264" y="4834128"/>
                </a:lnTo>
                <a:lnTo>
                  <a:pt x="1976247" y="4834128"/>
                </a:lnTo>
                <a:lnTo>
                  <a:pt x="2025600" y="4828443"/>
                </a:lnTo>
                <a:lnTo>
                  <a:pt x="2070908" y="4812253"/>
                </a:lnTo>
                <a:lnTo>
                  <a:pt x="2110877" y="4786846"/>
                </a:lnTo>
                <a:lnTo>
                  <a:pt x="2144215" y="4753516"/>
                </a:lnTo>
                <a:lnTo>
                  <a:pt x="2169629" y="4713554"/>
                </a:lnTo>
                <a:lnTo>
                  <a:pt x="2185825" y="4668252"/>
                </a:lnTo>
                <a:lnTo>
                  <a:pt x="2191511" y="4618901"/>
                </a:lnTo>
                <a:lnTo>
                  <a:pt x="2191511" y="215264"/>
                </a:lnTo>
                <a:lnTo>
                  <a:pt x="2185825" y="165911"/>
                </a:lnTo>
                <a:lnTo>
                  <a:pt x="2169629" y="120603"/>
                </a:lnTo>
                <a:lnTo>
                  <a:pt x="2144215" y="80634"/>
                </a:lnTo>
                <a:lnTo>
                  <a:pt x="2110877" y="47296"/>
                </a:lnTo>
                <a:lnTo>
                  <a:pt x="2070908" y="21882"/>
                </a:lnTo>
                <a:lnTo>
                  <a:pt x="2025600" y="5686"/>
                </a:lnTo>
                <a:lnTo>
                  <a:pt x="197624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9820782" y="3626053"/>
            <a:ext cx="1436370" cy="2711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600" b="1">
                <a:solidFill>
                  <a:srgbClr val="520977"/>
                </a:solidFill>
                <a:latin typeface="Arial"/>
                <a:cs typeface="Arial"/>
              </a:rPr>
              <a:t>Имя</a:t>
            </a:r>
            <a:r>
              <a:rPr dirty="0" sz="1600" spc="-25" b="1">
                <a:solidFill>
                  <a:srgbClr val="520977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520977"/>
                </a:solidFill>
                <a:latin typeface="Arial"/>
                <a:cs typeface="Arial"/>
              </a:rPr>
              <a:t>Фамилия</a:t>
            </a:r>
            <a:endParaRPr sz="1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97204" y="4263339"/>
            <a:ext cx="1654810" cy="7029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0020" indent="-147320">
              <a:lnSpc>
                <a:spcPts val="1370"/>
              </a:lnSpc>
              <a:spcBef>
                <a:spcPts val="100"/>
              </a:spcBef>
              <a:buClr>
                <a:srgbClr val="FF0052"/>
              </a:buClr>
              <a:buChar char="•"/>
              <a:tabLst>
                <a:tab pos="160020" algn="l"/>
              </a:tabLst>
            </a:pPr>
            <a:r>
              <a:rPr dirty="0" sz="1200">
                <a:latin typeface="Microsoft Sans Serif"/>
                <a:cs typeface="Microsoft Sans Serif"/>
              </a:rPr>
              <a:t>Роль</a:t>
            </a:r>
            <a:r>
              <a:rPr dirty="0" sz="1200" spc="-3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в</a:t>
            </a:r>
            <a:r>
              <a:rPr dirty="0" sz="1200" spc="-20">
                <a:latin typeface="Microsoft Sans Serif"/>
                <a:cs typeface="Microsoft Sans Serif"/>
              </a:rPr>
              <a:t> </a:t>
            </a:r>
            <a:r>
              <a:rPr dirty="0" sz="1200" spc="-10">
                <a:latin typeface="Microsoft Sans Serif"/>
                <a:cs typeface="Microsoft Sans Serif"/>
              </a:rPr>
              <a:t>команде</a:t>
            </a:r>
            <a:endParaRPr sz="1200">
              <a:latin typeface="Microsoft Sans Serif"/>
              <a:cs typeface="Microsoft Sans Serif"/>
            </a:endParaRPr>
          </a:p>
          <a:p>
            <a:pPr marL="160020" indent="-147320">
              <a:lnSpc>
                <a:spcPts val="1295"/>
              </a:lnSpc>
              <a:buClr>
                <a:srgbClr val="FF0052"/>
              </a:buClr>
              <a:buChar char="•"/>
              <a:tabLst>
                <a:tab pos="160020" algn="l"/>
              </a:tabLst>
            </a:pPr>
            <a:r>
              <a:rPr dirty="0" sz="1200">
                <a:latin typeface="Microsoft Sans Serif"/>
                <a:cs typeface="Microsoft Sans Serif"/>
              </a:rPr>
              <a:t>Ник</a:t>
            </a:r>
            <a:r>
              <a:rPr dirty="0" sz="1200" spc="-3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в</a:t>
            </a:r>
            <a:r>
              <a:rPr dirty="0" sz="1200" spc="-20">
                <a:latin typeface="Microsoft Sans Serif"/>
                <a:cs typeface="Microsoft Sans Serif"/>
              </a:rPr>
              <a:t> </a:t>
            </a:r>
            <a:r>
              <a:rPr dirty="0" sz="1200" spc="-10">
                <a:latin typeface="Microsoft Sans Serif"/>
                <a:cs typeface="Microsoft Sans Serif"/>
              </a:rPr>
              <a:t>мессенджере</a:t>
            </a:r>
            <a:endParaRPr sz="1200">
              <a:latin typeface="Microsoft Sans Serif"/>
              <a:cs typeface="Microsoft Sans Serif"/>
            </a:endParaRPr>
          </a:p>
          <a:p>
            <a:pPr marL="160020" indent="-147320">
              <a:lnSpc>
                <a:spcPts val="1295"/>
              </a:lnSpc>
              <a:buClr>
                <a:srgbClr val="FF0052"/>
              </a:buClr>
              <a:buChar char="•"/>
              <a:tabLst>
                <a:tab pos="160020" algn="l"/>
              </a:tabLst>
            </a:pPr>
            <a:r>
              <a:rPr dirty="0" sz="1200">
                <a:latin typeface="Microsoft Sans Serif"/>
                <a:cs typeface="Microsoft Sans Serif"/>
              </a:rPr>
              <a:t>Номер</a:t>
            </a:r>
            <a:r>
              <a:rPr dirty="0" sz="1200" spc="-65">
                <a:latin typeface="Microsoft Sans Serif"/>
                <a:cs typeface="Microsoft Sans Serif"/>
              </a:rPr>
              <a:t> </a:t>
            </a:r>
            <a:r>
              <a:rPr dirty="0" sz="1200" spc="-10">
                <a:latin typeface="Microsoft Sans Serif"/>
                <a:cs typeface="Microsoft Sans Serif"/>
              </a:rPr>
              <a:t>телефона</a:t>
            </a:r>
            <a:endParaRPr sz="1200">
              <a:latin typeface="Microsoft Sans Serif"/>
              <a:cs typeface="Microsoft Sans Serif"/>
            </a:endParaRPr>
          </a:p>
          <a:p>
            <a:pPr marL="160020" indent="-147320">
              <a:lnSpc>
                <a:spcPts val="1370"/>
              </a:lnSpc>
              <a:buClr>
                <a:srgbClr val="FF0052"/>
              </a:buClr>
              <a:buChar char="•"/>
              <a:tabLst>
                <a:tab pos="160020" algn="l"/>
              </a:tabLst>
            </a:pPr>
            <a:r>
              <a:rPr dirty="0" sz="1200">
                <a:latin typeface="Microsoft Sans Serif"/>
                <a:cs typeface="Microsoft Sans Serif"/>
              </a:rPr>
              <a:t>Место</a:t>
            </a:r>
            <a:r>
              <a:rPr dirty="0" sz="1200" spc="-30">
                <a:latin typeface="Microsoft Sans Serif"/>
                <a:cs typeface="Microsoft Sans Serif"/>
              </a:rPr>
              <a:t> </a:t>
            </a:r>
            <a:r>
              <a:rPr dirty="0" sz="1200" spc="-10">
                <a:latin typeface="Microsoft Sans Serif"/>
                <a:cs typeface="Microsoft Sans Serif"/>
              </a:rPr>
              <a:t>работы/учебы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820782" y="4263339"/>
            <a:ext cx="1654810" cy="7029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0020" indent="-147320">
              <a:lnSpc>
                <a:spcPts val="1370"/>
              </a:lnSpc>
              <a:spcBef>
                <a:spcPts val="100"/>
              </a:spcBef>
              <a:buClr>
                <a:srgbClr val="FF0052"/>
              </a:buClr>
              <a:buChar char="•"/>
              <a:tabLst>
                <a:tab pos="160020" algn="l"/>
              </a:tabLst>
            </a:pPr>
            <a:r>
              <a:rPr dirty="0" sz="1200">
                <a:latin typeface="Microsoft Sans Serif"/>
                <a:cs typeface="Microsoft Sans Serif"/>
              </a:rPr>
              <a:t>Роль</a:t>
            </a:r>
            <a:r>
              <a:rPr dirty="0" sz="1200" spc="-3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в</a:t>
            </a:r>
            <a:r>
              <a:rPr dirty="0" sz="1200" spc="-20">
                <a:latin typeface="Microsoft Sans Serif"/>
                <a:cs typeface="Microsoft Sans Serif"/>
              </a:rPr>
              <a:t> </a:t>
            </a:r>
            <a:r>
              <a:rPr dirty="0" sz="1200" spc="-10">
                <a:latin typeface="Microsoft Sans Serif"/>
                <a:cs typeface="Microsoft Sans Serif"/>
              </a:rPr>
              <a:t>команде</a:t>
            </a:r>
            <a:endParaRPr sz="1200">
              <a:latin typeface="Microsoft Sans Serif"/>
              <a:cs typeface="Microsoft Sans Serif"/>
            </a:endParaRPr>
          </a:p>
          <a:p>
            <a:pPr marL="160020" indent="-147320">
              <a:lnSpc>
                <a:spcPts val="1295"/>
              </a:lnSpc>
              <a:buClr>
                <a:srgbClr val="FF0052"/>
              </a:buClr>
              <a:buChar char="•"/>
              <a:tabLst>
                <a:tab pos="160020" algn="l"/>
              </a:tabLst>
            </a:pPr>
            <a:r>
              <a:rPr dirty="0" sz="1200">
                <a:latin typeface="Microsoft Sans Serif"/>
                <a:cs typeface="Microsoft Sans Serif"/>
              </a:rPr>
              <a:t>Ник</a:t>
            </a:r>
            <a:r>
              <a:rPr dirty="0" sz="1200" spc="-30">
                <a:latin typeface="Microsoft Sans Serif"/>
                <a:cs typeface="Microsoft Sans Serif"/>
              </a:rPr>
              <a:t> </a:t>
            </a:r>
            <a:r>
              <a:rPr dirty="0" sz="1200">
                <a:latin typeface="Microsoft Sans Serif"/>
                <a:cs typeface="Microsoft Sans Serif"/>
              </a:rPr>
              <a:t>в</a:t>
            </a:r>
            <a:r>
              <a:rPr dirty="0" sz="1200" spc="-20">
                <a:latin typeface="Microsoft Sans Serif"/>
                <a:cs typeface="Microsoft Sans Serif"/>
              </a:rPr>
              <a:t> </a:t>
            </a:r>
            <a:r>
              <a:rPr dirty="0" sz="1200" spc="-10">
                <a:latin typeface="Microsoft Sans Serif"/>
                <a:cs typeface="Microsoft Sans Serif"/>
              </a:rPr>
              <a:t>мессенджере</a:t>
            </a:r>
            <a:endParaRPr sz="1200">
              <a:latin typeface="Microsoft Sans Serif"/>
              <a:cs typeface="Microsoft Sans Serif"/>
            </a:endParaRPr>
          </a:p>
          <a:p>
            <a:pPr marL="160020" indent="-147320">
              <a:lnSpc>
                <a:spcPts val="1295"/>
              </a:lnSpc>
              <a:buClr>
                <a:srgbClr val="FF0052"/>
              </a:buClr>
              <a:buChar char="•"/>
              <a:tabLst>
                <a:tab pos="160020" algn="l"/>
              </a:tabLst>
            </a:pPr>
            <a:r>
              <a:rPr dirty="0" sz="1200">
                <a:latin typeface="Microsoft Sans Serif"/>
                <a:cs typeface="Microsoft Sans Serif"/>
              </a:rPr>
              <a:t>Номер</a:t>
            </a:r>
            <a:r>
              <a:rPr dirty="0" sz="1200" spc="-65">
                <a:latin typeface="Microsoft Sans Serif"/>
                <a:cs typeface="Microsoft Sans Serif"/>
              </a:rPr>
              <a:t> </a:t>
            </a:r>
            <a:r>
              <a:rPr dirty="0" sz="1200" spc="-10">
                <a:latin typeface="Microsoft Sans Serif"/>
                <a:cs typeface="Microsoft Sans Serif"/>
              </a:rPr>
              <a:t>телефона</a:t>
            </a:r>
            <a:endParaRPr sz="1200">
              <a:latin typeface="Microsoft Sans Serif"/>
              <a:cs typeface="Microsoft Sans Serif"/>
            </a:endParaRPr>
          </a:p>
          <a:p>
            <a:pPr marL="160020" indent="-147320">
              <a:lnSpc>
                <a:spcPts val="1370"/>
              </a:lnSpc>
              <a:buClr>
                <a:srgbClr val="FF0052"/>
              </a:buClr>
              <a:buChar char="•"/>
              <a:tabLst>
                <a:tab pos="160020" algn="l"/>
              </a:tabLst>
            </a:pPr>
            <a:r>
              <a:rPr dirty="0" sz="1200">
                <a:latin typeface="Microsoft Sans Serif"/>
                <a:cs typeface="Microsoft Sans Serif"/>
              </a:rPr>
              <a:t>Место</a:t>
            </a:r>
            <a:r>
              <a:rPr dirty="0" sz="1200" spc="-30">
                <a:latin typeface="Microsoft Sans Serif"/>
                <a:cs typeface="Microsoft Sans Serif"/>
              </a:rPr>
              <a:t> </a:t>
            </a:r>
            <a:r>
              <a:rPr dirty="0" sz="1200" spc="-10">
                <a:latin typeface="Microsoft Sans Serif"/>
                <a:cs typeface="Microsoft Sans Serif"/>
              </a:rPr>
              <a:t>работы/учебы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3180" rIns="0" bIns="0" rtlCol="0" vert="horz">
            <a:spAutoFit/>
          </a:bodyPr>
          <a:lstStyle/>
          <a:p>
            <a:pPr marL="62865">
              <a:lnSpc>
                <a:spcPct val="100000"/>
              </a:lnSpc>
              <a:spcBef>
                <a:spcPts val="340"/>
              </a:spcBef>
            </a:pPr>
            <a:fld id="{81D60167-4931-47E6-BA6A-407CBD079E47}" type="slidenum">
              <a:rPr dirty="0" spc="-25">
                <a:solidFill>
                  <a:srgbClr val="520977"/>
                </a:solidFill>
              </a:rPr>
              <a:t>10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47472" y="323088"/>
              <a:ext cx="3950335" cy="622300"/>
            </a:xfrm>
            <a:custGeom>
              <a:avLst/>
              <a:gdLst/>
              <a:ahLst/>
              <a:cxnLst/>
              <a:rect l="l" t="t" r="r" b="b"/>
              <a:pathLst>
                <a:path w="3950335" h="622300">
                  <a:moveTo>
                    <a:pt x="3833876" y="0"/>
                  </a:moveTo>
                  <a:lnTo>
                    <a:pt x="116306" y="0"/>
                  </a:lnTo>
                  <a:lnTo>
                    <a:pt x="71033" y="9140"/>
                  </a:lnTo>
                  <a:lnTo>
                    <a:pt x="34064" y="34067"/>
                  </a:lnTo>
                  <a:lnTo>
                    <a:pt x="9139" y="71044"/>
                  </a:lnTo>
                  <a:lnTo>
                    <a:pt x="0" y="116331"/>
                  </a:lnTo>
                  <a:lnTo>
                    <a:pt x="0" y="505459"/>
                  </a:lnTo>
                  <a:lnTo>
                    <a:pt x="9139" y="550747"/>
                  </a:lnTo>
                  <a:lnTo>
                    <a:pt x="34064" y="587724"/>
                  </a:lnTo>
                  <a:lnTo>
                    <a:pt x="71033" y="612651"/>
                  </a:lnTo>
                  <a:lnTo>
                    <a:pt x="116306" y="621791"/>
                  </a:lnTo>
                  <a:lnTo>
                    <a:pt x="3833876" y="621791"/>
                  </a:lnTo>
                  <a:lnTo>
                    <a:pt x="3879163" y="612651"/>
                  </a:lnTo>
                  <a:lnTo>
                    <a:pt x="3916140" y="587724"/>
                  </a:lnTo>
                  <a:lnTo>
                    <a:pt x="3941067" y="550747"/>
                  </a:lnTo>
                  <a:lnTo>
                    <a:pt x="3950207" y="505459"/>
                  </a:lnTo>
                  <a:lnTo>
                    <a:pt x="3950207" y="116331"/>
                  </a:lnTo>
                  <a:lnTo>
                    <a:pt x="3941067" y="71044"/>
                  </a:lnTo>
                  <a:lnTo>
                    <a:pt x="3916140" y="34067"/>
                  </a:lnTo>
                  <a:lnTo>
                    <a:pt x="3879163" y="9140"/>
                  </a:lnTo>
                  <a:lnTo>
                    <a:pt x="3833876" y="0"/>
                  </a:lnTo>
                  <a:close/>
                </a:path>
              </a:pathLst>
            </a:custGeom>
            <a:solidFill>
              <a:srgbClr val="FF005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612444" y="1199693"/>
            <a:ext cx="3925570" cy="1097915"/>
          </a:xfrm>
          <a:prstGeom prst="rect">
            <a:avLst/>
          </a:prstGeom>
        </p:spPr>
        <p:txBody>
          <a:bodyPr wrap="square" lIns="0" tIns="1219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400" b="1">
                <a:solidFill>
                  <a:srgbClr val="520977"/>
                </a:solidFill>
                <a:latin typeface="Arial"/>
                <a:cs typeface="Arial"/>
              </a:rPr>
              <a:t>Краткая</a:t>
            </a:r>
            <a:r>
              <a:rPr dirty="0" sz="1400" spc="-70" b="1">
                <a:solidFill>
                  <a:srgbClr val="520977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520977"/>
                </a:solidFill>
                <a:latin typeface="Arial"/>
                <a:cs typeface="Arial"/>
              </a:rPr>
              <a:t>история</a:t>
            </a:r>
            <a:r>
              <a:rPr dirty="0" sz="1400" spc="-70" b="1">
                <a:solidFill>
                  <a:srgbClr val="520977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520977"/>
                </a:solidFill>
                <a:latin typeface="Arial"/>
                <a:cs typeface="Arial"/>
              </a:rPr>
              <a:t>команды: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865"/>
              </a:spcBef>
            </a:pPr>
            <a:r>
              <a:rPr dirty="0" sz="1400" spc="-20">
                <a:latin typeface="Microsoft Sans Serif"/>
                <a:cs typeface="Microsoft Sans Serif"/>
              </a:rPr>
              <a:t>Расскажите,</a:t>
            </a:r>
            <a:r>
              <a:rPr dirty="0" sz="1400" spc="-5">
                <a:latin typeface="Microsoft Sans Serif"/>
                <a:cs typeface="Microsoft Sans Serif"/>
              </a:rPr>
              <a:t> </a:t>
            </a:r>
            <a:r>
              <a:rPr dirty="0" sz="1400" spc="-35">
                <a:latin typeface="Microsoft Sans Serif"/>
                <a:cs typeface="Microsoft Sans Serif"/>
              </a:rPr>
              <a:t>как</a:t>
            </a:r>
            <a:r>
              <a:rPr dirty="0" sz="1400" spc="-3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вы</a:t>
            </a:r>
            <a:r>
              <a:rPr dirty="0" sz="1400" spc="-3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собрались,</a:t>
            </a:r>
            <a:r>
              <a:rPr dirty="0" sz="1400" spc="-20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участвовали</a:t>
            </a:r>
            <a:r>
              <a:rPr dirty="0" sz="1400" spc="30">
                <a:latin typeface="Microsoft Sans Serif"/>
                <a:cs typeface="Microsoft Sans Serif"/>
              </a:rPr>
              <a:t> </a:t>
            </a:r>
            <a:r>
              <a:rPr dirty="0" sz="1400" spc="-25">
                <a:latin typeface="Microsoft Sans Serif"/>
                <a:cs typeface="Microsoft Sans Serif"/>
              </a:rPr>
              <a:t>ли </a:t>
            </a:r>
            <a:r>
              <a:rPr dirty="0" sz="1400">
                <a:latin typeface="Microsoft Sans Serif"/>
                <a:cs typeface="Microsoft Sans Serif"/>
              </a:rPr>
              <a:t>вместе</a:t>
            </a:r>
            <a:r>
              <a:rPr dirty="0" sz="1400" spc="-1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в</a:t>
            </a:r>
            <a:r>
              <a:rPr dirty="0" sz="1400" spc="-4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прошлых</a:t>
            </a:r>
            <a:r>
              <a:rPr dirty="0" sz="1400" spc="-5">
                <a:latin typeface="Microsoft Sans Serif"/>
                <a:cs typeface="Microsoft Sans Serif"/>
              </a:rPr>
              <a:t> </a:t>
            </a:r>
            <a:r>
              <a:rPr dirty="0" sz="1400" spc="-20">
                <a:latin typeface="Microsoft Sans Serif"/>
                <a:cs typeface="Microsoft Sans Serif"/>
              </a:rPr>
              <a:t>хакатонах</a:t>
            </a:r>
            <a:r>
              <a:rPr dirty="0" sz="1400" spc="1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или</a:t>
            </a:r>
            <a:r>
              <a:rPr dirty="0" sz="1400" spc="-15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проектах, </a:t>
            </a:r>
            <a:r>
              <a:rPr dirty="0" sz="1400">
                <a:latin typeface="Microsoft Sans Serif"/>
                <a:cs typeface="Microsoft Sans Serif"/>
              </a:rPr>
              <a:t>интересные</a:t>
            </a:r>
            <a:r>
              <a:rPr dirty="0" sz="1400" spc="-1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факты</a:t>
            </a:r>
            <a:r>
              <a:rPr dirty="0" sz="1400" spc="-6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о</a:t>
            </a:r>
            <a:r>
              <a:rPr dirty="0" sz="1400" spc="-50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команде.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2444" y="2931109"/>
            <a:ext cx="3971925" cy="9810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10" b="1">
                <a:solidFill>
                  <a:srgbClr val="520977"/>
                </a:solidFill>
                <a:latin typeface="Arial"/>
                <a:cs typeface="Arial"/>
              </a:rPr>
              <a:t>Почему</a:t>
            </a:r>
            <a:r>
              <a:rPr dirty="0" sz="1400" spc="-50" b="1">
                <a:solidFill>
                  <a:srgbClr val="520977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520977"/>
                </a:solidFill>
                <a:latin typeface="Arial"/>
                <a:cs typeface="Arial"/>
              </a:rPr>
              <a:t>вы</a:t>
            </a:r>
            <a:r>
              <a:rPr dirty="0" sz="1400" spc="-25" b="1">
                <a:solidFill>
                  <a:srgbClr val="520977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520977"/>
                </a:solidFill>
                <a:latin typeface="Arial"/>
                <a:cs typeface="Arial"/>
              </a:rPr>
              <a:t>выбрали</a:t>
            </a:r>
            <a:r>
              <a:rPr dirty="0" sz="1400" spc="-50" b="1">
                <a:solidFill>
                  <a:srgbClr val="520977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520977"/>
                </a:solidFill>
                <a:latin typeface="Arial"/>
                <a:cs typeface="Arial"/>
              </a:rPr>
              <a:t>именно</a:t>
            </a:r>
            <a:r>
              <a:rPr dirty="0" sz="1400" spc="-25" b="1">
                <a:solidFill>
                  <a:srgbClr val="520977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520977"/>
                </a:solidFill>
                <a:latin typeface="Arial"/>
                <a:cs typeface="Arial"/>
              </a:rPr>
              <a:t>эту</a:t>
            </a:r>
            <a:r>
              <a:rPr dirty="0" sz="1400" spc="-5" b="1">
                <a:solidFill>
                  <a:srgbClr val="520977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520977"/>
                </a:solidFill>
                <a:latin typeface="Arial"/>
                <a:cs typeface="Arial"/>
              </a:rPr>
              <a:t>задачу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solidFill>
                  <a:srgbClr val="520977"/>
                </a:solidFill>
                <a:latin typeface="Arial"/>
                <a:cs typeface="Arial"/>
              </a:rPr>
              <a:t>из</a:t>
            </a:r>
            <a:r>
              <a:rPr dirty="0" sz="1400" spc="-50" b="1">
                <a:solidFill>
                  <a:srgbClr val="520977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520977"/>
                </a:solidFill>
                <a:latin typeface="Arial"/>
                <a:cs typeface="Arial"/>
              </a:rPr>
              <a:t>предложенных</a:t>
            </a:r>
            <a:r>
              <a:rPr dirty="0" sz="1400" spc="10" b="1">
                <a:solidFill>
                  <a:srgbClr val="520977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520977"/>
                </a:solidFill>
                <a:latin typeface="Arial"/>
                <a:cs typeface="Arial"/>
              </a:rPr>
              <a:t>на</a:t>
            </a:r>
            <a:r>
              <a:rPr dirty="0" sz="1400" spc="-30" b="1">
                <a:solidFill>
                  <a:srgbClr val="520977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520977"/>
                </a:solidFill>
                <a:latin typeface="Arial"/>
                <a:cs typeface="Arial"/>
              </a:rPr>
              <a:t>хакатоне?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805"/>
              </a:spcBef>
            </a:pPr>
            <a:r>
              <a:rPr dirty="0" sz="1400">
                <a:latin typeface="Microsoft Sans Serif"/>
                <a:cs typeface="Microsoft Sans Serif"/>
              </a:rPr>
              <a:t>Что</a:t>
            </a:r>
            <a:r>
              <a:rPr dirty="0" sz="1400" spc="-5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вас вдохновило</a:t>
            </a:r>
            <a:r>
              <a:rPr dirty="0" sz="1400" spc="1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или</a:t>
            </a:r>
            <a:r>
              <a:rPr dirty="0" sz="1400" spc="-10">
                <a:latin typeface="Microsoft Sans Serif"/>
                <a:cs typeface="Microsoft Sans Serif"/>
              </a:rPr>
              <a:t> заинтересовало</a:t>
            </a:r>
            <a:r>
              <a:rPr dirty="0" sz="1400" spc="1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в</a:t>
            </a:r>
            <a:r>
              <a:rPr dirty="0" sz="1400" spc="-35">
                <a:latin typeface="Microsoft Sans Serif"/>
                <a:cs typeface="Microsoft Sans Serif"/>
              </a:rPr>
              <a:t> </a:t>
            </a:r>
            <a:r>
              <a:rPr dirty="0" sz="1400" spc="-20">
                <a:latin typeface="Microsoft Sans Serif"/>
                <a:cs typeface="Microsoft Sans Serif"/>
              </a:rPr>
              <a:t>этой </a:t>
            </a:r>
            <a:r>
              <a:rPr dirty="0" sz="1400" spc="-10">
                <a:latin typeface="Microsoft Sans Serif"/>
                <a:cs typeface="Microsoft Sans Serif"/>
              </a:rPr>
              <a:t>проблеме?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24840" y="1109472"/>
            <a:ext cx="11233150" cy="3298190"/>
          </a:xfrm>
          <a:custGeom>
            <a:avLst/>
            <a:gdLst/>
            <a:ahLst/>
            <a:cxnLst/>
            <a:rect l="l" t="t" r="r" b="b"/>
            <a:pathLst>
              <a:path w="11233150" h="3298190">
                <a:moveTo>
                  <a:pt x="0" y="1636776"/>
                </a:moveTo>
                <a:lnTo>
                  <a:pt x="11233150" y="1636776"/>
                </a:lnTo>
              </a:path>
              <a:path w="11233150" h="3298190">
                <a:moveTo>
                  <a:pt x="0" y="3297935"/>
                </a:moveTo>
                <a:lnTo>
                  <a:pt x="11233150" y="3297935"/>
                </a:lnTo>
              </a:path>
              <a:path w="11233150" h="3298190">
                <a:moveTo>
                  <a:pt x="0" y="0"/>
                </a:moveTo>
                <a:lnTo>
                  <a:pt x="11233150" y="0"/>
                </a:lnTo>
              </a:path>
            </a:pathLst>
          </a:custGeom>
          <a:ln w="6096">
            <a:solidFill>
              <a:srgbClr val="FF005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1676633" y="1289050"/>
            <a:ext cx="220979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25" b="1">
                <a:solidFill>
                  <a:srgbClr val="520977"/>
                </a:solidFill>
                <a:latin typeface="Arial"/>
                <a:cs typeface="Arial"/>
              </a:rPr>
              <a:t>01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649202" y="2931109"/>
            <a:ext cx="220979" cy="238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00" spc="-25" b="1">
                <a:solidFill>
                  <a:srgbClr val="520977"/>
                </a:solidFill>
                <a:latin typeface="Arial"/>
                <a:cs typeface="Arial"/>
              </a:rPr>
              <a:t>02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2444" y="4584243"/>
            <a:ext cx="7117080" cy="1541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652395">
              <a:lnSpc>
                <a:spcPct val="110000"/>
              </a:lnSpc>
              <a:spcBef>
                <a:spcPts val="100"/>
              </a:spcBef>
            </a:pPr>
            <a:r>
              <a:rPr dirty="0" sz="1400" b="1">
                <a:solidFill>
                  <a:srgbClr val="520977"/>
                </a:solidFill>
                <a:latin typeface="Arial"/>
                <a:cs typeface="Arial"/>
              </a:rPr>
              <a:t>С</a:t>
            </a:r>
            <a:r>
              <a:rPr dirty="0" sz="1400" spc="-70" b="1">
                <a:solidFill>
                  <a:srgbClr val="520977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520977"/>
                </a:solidFill>
                <a:latin typeface="Arial"/>
                <a:cs typeface="Arial"/>
              </a:rPr>
              <a:t>какими</a:t>
            </a:r>
            <a:r>
              <a:rPr dirty="0" sz="1400" spc="-40" b="1">
                <a:solidFill>
                  <a:srgbClr val="520977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520977"/>
                </a:solidFill>
                <a:latin typeface="Arial"/>
                <a:cs typeface="Arial"/>
              </a:rPr>
              <a:t>основными</a:t>
            </a:r>
            <a:r>
              <a:rPr dirty="0" sz="1400" spc="-5" b="1">
                <a:solidFill>
                  <a:srgbClr val="520977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520977"/>
                </a:solidFill>
                <a:latin typeface="Arial"/>
                <a:cs typeface="Arial"/>
              </a:rPr>
              <a:t>сложностями</a:t>
            </a:r>
            <a:r>
              <a:rPr dirty="0" sz="1400" spc="15" b="1">
                <a:solidFill>
                  <a:srgbClr val="520977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520977"/>
                </a:solidFill>
                <a:latin typeface="Arial"/>
                <a:cs typeface="Arial"/>
              </a:rPr>
              <a:t>или</a:t>
            </a:r>
            <a:r>
              <a:rPr dirty="0" sz="1400" spc="-55" b="1">
                <a:solidFill>
                  <a:srgbClr val="520977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520977"/>
                </a:solidFill>
                <a:latin typeface="Arial"/>
                <a:cs typeface="Arial"/>
              </a:rPr>
              <a:t>вызовами </a:t>
            </a:r>
            <a:r>
              <a:rPr dirty="0" sz="1400" b="1">
                <a:solidFill>
                  <a:srgbClr val="520977"/>
                </a:solidFill>
                <a:latin typeface="Arial"/>
                <a:cs typeface="Arial"/>
              </a:rPr>
              <a:t>вы</a:t>
            </a:r>
            <a:r>
              <a:rPr dirty="0" sz="1400" spc="-35" b="1">
                <a:solidFill>
                  <a:srgbClr val="520977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520977"/>
                </a:solidFill>
                <a:latin typeface="Arial"/>
                <a:cs typeface="Arial"/>
              </a:rPr>
              <a:t>столкнулись</a:t>
            </a:r>
            <a:r>
              <a:rPr dirty="0" sz="1400" spc="65" b="1">
                <a:solidFill>
                  <a:srgbClr val="520977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520977"/>
                </a:solidFill>
                <a:latin typeface="Arial"/>
                <a:cs typeface="Arial"/>
              </a:rPr>
              <a:t>и</a:t>
            </a:r>
            <a:r>
              <a:rPr dirty="0" sz="1400" spc="-30" b="1">
                <a:solidFill>
                  <a:srgbClr val="520977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520977"/>
                </a:solidFill>
                <a:latin typeface="Arial"/>
                <a:cs typeface="Arial"/>
              </a:rPr>
              <a:t>как</a:t>
            </a:r>
            <a:r>
              <a:rPr dirty="0" sz="1400" spc="-45" b="1">
                <a:solidFill>
                  <a:srgbClr val="520977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520977"/>
                </a:solidFill>
                <a:latin typeface="Arial"/>
                <a:cs typeface="Arial"/>
              </a:rPr>
              <a:t>их</a:t>
            </a:r>
            <a:r>
              <a:rPr dirty="0" sz="1400" spc="-30" b="1">
                <a:solidFill>
                  <a:srgbClr val="520977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520977"/>
                </a:solidFill>
                <a:latin typeface="Arial"/>
                <a:cs typeface="Arial"/>
              </a:rPr>
              <a:t>преодолели?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dirty="0" sz="1400" spc="-20">
                <a:latin typeface="Microsoft Sans Serif"/>
                <a:cs typeface="Microsoft Sans Serif"/>
              </a:rPr>
              <a:t>Расскажите</a:t>
            </a:r>
            <a:r>
              <a:rPr dirty="0" sz="1400" spc="-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о</a:t>
            </a:r>
            <a:r>
              <a:rPr dirty="0" sz="1400" spc="-4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самых</a:t>
            </a:r>
            <a:r>
              <a:rPr dirty="0" sz="1400" spc="-4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интересных</a:t>
            </a:r>
            <a:r>
              <a:rPr dirty="0" sz="1400" spc="-2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или</a:t>
            </a:r>
            <a:r>
              <a:rPr dirty="0" sz="1400" spc="-3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сложных</a:t>
            </a:r>
            <a:r>
              <a:rPr dirty="0" sz="1400" spc="-40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моментах</a:t>
            </a:r>
            <a:r>
              <a:rPr dirty="0" sz="1400" spc="-2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в</a:t>
            </a:r>
            <a:r>
              <a:rPr dirty="0" sz="1400" spc="-5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процессе</a:t>
            </a:r>
            <a:r>
              <a:rPr dirty="0" sz="1400" spc="20">
                <a:latin typeface="Microsoft Sans Serif"/>
                <a:cs typeface="Microsoft Sans Serif"/>
              </a:rPr>
              <a:t> </a:t>
            </a:r>
            <a:r>
              <a:rPr dirty="0" sz="1400" spc="-25">
                <a:latin typeface="Microsoft Sans Serif"/>
                <a:cs typeface="Microsoft Sans Serif"/>
              </a:rPr>
              <a:t>разработки</a:t>
            </a:r>
            <a:r>
              <a:rPr dirty="0" sz="1400" spc="-1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и</a:t>
            </a:r>
            <a:r>
              <a:rPr dirty="0" sz="1400" spc="-45">
                <a:latin typeface="Microsoft Sans Serif"/>
                <a:cs typeface="Microsoft Sans Serif"/>
              </a:rPr>
              <a:t> </a:t>
            </a:r>
            <a:r>
              <a:rPr dirty="0" sz="1400" spc="-25">
                <a:latin typeface="Microsoft Sans Serif"/>
                <a:cs typeface="Microsoft Sans Serif"/>
              </a:rPr>
              <a:t>как</a:t>
            </a:r>
            <a:endParaRPr sz="1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400" spc="-20">
                <a:latin typeface="Microsoft Sans Serif"/>
                <a:cs typeface="Microsoft Sans Serif"/>
              </a:rPr>
              <a:t>команда</a:t>
            </a:r>
            <a:r>
              <a:rPr dirty="0" sz="1400" spc="-2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с</a:t>
            </a:r>
            <a:r>
              <a:rPr dirty="0" sz="1400" spc="-1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ними</a:t>
            </a:r>
            <a:r>
              <a:rPr dirty="0" sz="1400" spc="-5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справилась.</a:t>
            </a:r>
            <a:endParaRPr sz="1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1400">
                <a:latin typeface="Microsoft Sans Serif"/>
                <a:cs typeface="Microsoft Sans Serif"/>
              </a:rPr>
              <a:t>Здесь</a:t>
            </a:r>
            <a:r>
              <a:rPr dirty="0" sz="1400" spc="-50">
                <a:latin typeface="Microsoft Sans Serif"/>
                <a:cs typeface="Microsoft Sans Serif"/>
              </a:rPr>
              <a:t> </a:t>
            </a:r>
            <a:r>
              <a:rPr dirty="0" sz="1400" spc="-20">
                <a:latin typeface="Microsoft Sans Serif"/>
                <a:cs typeface="Microsoft Sans Serif"/>
              </a:rPr>
              <a:t>можете</a:t>
            </a:r>
            <a:r>
              <a:rPr dirty="0" sz="1400" spc="-30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поделиться,</a:t>
            </a:r>
            <a:r>
              <a:rPr dirty="0" sz="1400" spc="-2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в</a:t>
            </a:r>
            <a:r>
              <a:rPr dirty="0" sz="1400" spc="-4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том</a:t>
            </a:r>
            <a:r>
              <a:rPr dirty="0" sz="1400" spc="-5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числе,</a:t>
            </a:r>
            <a:r>
              <a:rPr dirty="0" sz="1400" spc="-2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и</a:t>
            </a:r>
            <a:r>
              <a:rPr dirty="0" sz="1400" spc="-5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личными</a:t>
            </a:r>
            <a:r>
              <a:rPr dirty="0" sz="1400" spc="-30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историями,</a:t>
            </a:r>
            <a:endParaRPr sz="1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400" spc="-10">
                <a:latin typeface="Microsoft Sans Serif"/>
                <a:cs typeface="Microsoft Sans Serif"/>
              </a:rPr>
              <a:t>которые</a:t>
            </a:r>
            <a:r>
              <a:rPr dirty="0" sz="1400" spc="-5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повлияли</a:t>
            </a:r>
            <a:r>
              <a:rPr dirty="0" sz="1400" spc="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на</a:t>
            </a:r>
            <a:r>
              <a:rPr dirty="0" sz="1400" spc="-7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ход</a:t>
            </a:r>
            <a:r>
              <a:rPr dirty="0" sz="1400" spc="-2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вашего</a:t>
            </a:r>
            <a:r>
              <a:rPr dirty="0" sz="1400" spc="-5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участия</a:t>
            </a:r>
            <a:r>
              <a:rPr dirty="0" sz="1400" spc="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в</a:t>
            </a:r>
            <a:r>
              <a:rPr dirty="0" sz="1400" spc="-45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хакатоне.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649202" y="4603750"/>
            <a:ext cx="220979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25" b="1">
                <a:solidFill>
                  <a:srgbClr val="520977"/>
                </a:solidFill>
                <a:latin typeface="Arial"/>
                <a:cs typeface="Arial"/>
              </a:rPr>
              <a:t>03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3180" rIns="0" bIns="0" rtlCol="0" vert="horz">
            <a:spAutoFit/>
          </a:bodyPr>
          <a:lstStyle/>
          <a:p>
            <a:pPr marL="62865">
              <a:lnSpc>
                <a:spcPct val="100000"/>
              </a:lnSpc>
              <a:spcBef>
                <a:spcPts val="340"/>
              </a:spcBef>
            </a:pPr>
            <a:fld id="{81D60167-4931-47E6-BA6A-407CBD079E47}" type="slidenum">
              <a:rPr dirty="0" spc="-25">
                <a:solidFill>
                  <a:srgbClr val="520977"/>
                </a:solidFill>
              </a:rPr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2974" rIns="0" bIns="0" rtlCol="0" vert="horz">
            <a:spAutoFit/>
          </a:bodyPr>
          <a:lstStyle/>
          <a:p>
            <a:pPr marL="14604">
              <a:lnSpc>
                <a:spcPct val="100000"/>
              </a:lnSpc>
              <a:spcBef>
                <a:spcPts val="95"/>
              </a:spcBef>
            </a:pPr>
            <a:r>
              <a:rPr dirty="0"/>
              <a:t>КОРОТКО</a:t>
            </a:r>
            <a:r>
              <a:rPr dirty="0" spc="-65"/>
              <a:t> </a:t>
            </a:r>
            <a:r>
              <a:rPr dirty="0"/>
              <a:t>О</a:t>
            </a:r>
            <a:r>
              <a:rPr dirty="0" spc="-20"/>
              <a:t> </a:t>
            </a:r>
            <a:r>
              <a:rPr dirty="0" spc="-10"/>
              <a:t>РЕШЕНИИ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6945" y="1329316"/>
            <a:ext cx="4420870" cy="1031240"/>
          </a:xfrm>
          <a:prstGeom prst="rect">
            <a:avLst/>
          </a:prstGeom>
        </p:spPr>
        <p:txBody>
          <a:bodyPr wrap="square" lIns="0" tIns="1866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70"/>
              </a:spcBef>
            </a:pPr>
            <a:r>
              <a:rPr dirty="0" sz="2000" spc="-20" b="1">
                <a:solidFill>
                  <a:srgbClr val="520977"/>
                </a:solidFill>
                <a:latin typeface="Arial"/>
                <a:cs typeface="Arial"/>
              </a:rPr>
              <a:t>Техническая</a:t>
            </a:r>
            <a:r>
              <a:rPr dirty="0" sz="2000" spc="-60" b="1">
                <a:solidFill>
                  <a:srgbClr val="520977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520977"/>
                </a:solidFill>
                <a:latin typeface="Arial"/>
                <a:cs typeface="Arial"/>
              </a:rPr>
              <a:t>суть</a:t>
            </a:r>
            <a:r>
              <a:rPr dirty="0" sz="2000" spc="-5" b="1">
                <a:solidFill>
                  <a:srgbClr val="520977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520977"/>
                </a:solidFill>
                <a:latin typeface="Arial"/>
                <a:cs typeface="Arial"/>
              </a:rPr>
              <a:t>решения</a:t>
            </a:r>
            <a:endParaRPr sz="2000">
              <a:latin typeface="Arial"/>
              <a:cs typeface="Arial"/>
            </a:endParaRPr>
          </a:p>
          <a:p>
            <a:pPr marL="170815" indent="-146685">
              <a:lnSpc>
                <a:spcPts val="1595"/>
              </a:lnSpc>
              <a:spcBef>
                <a:spcPts val="955"/>
              </a:spcBef>
              <a:buChar char="•"/>
              <a:tabLst>
                <a:tab pos="170815" algn="l"/>
              </a:tabLst>
            </a:pPr>
            <a:r>
              <a:rPr dirty="0" sz="1400">
                <a:latin typeface="Microsoft Sans Serif"/>
                <a:cs typeface="Microsoft Sans Serif"/>
              </a:rPr>
              <a:t>Опишите</a:t>
            </a:r>
            <a:r>
              <a:rPr dirty="0" sz="1400" spc="-3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в</a:t>
            </a:r>
            <a:r>
              <a:rPr dirty="0" sz="1400" spc="-7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чем</a:t>
            </a:r>
            <a:r>
              <a:rPr dirty="0" sz="1400" spc="-60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техническая</a:t>
            </a:r>
            <a:r>
              <a:rPr dirty="0" sz="1400">
                <a:latin typeface="Microsoft Sans Serif"/>
                <a:cs typeface="Microsoft Sans Serif"/>
              </a:rPr>
              <a:t> составляющая</a:t>
            </a:r>
            <a:r>
              <a:rPr dirty="0" sz="1400" spc="-50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вашего</a:t>
            </a:r>
            <a:endParaRPr sz="1400">
              <a:latin typeface="Microsoft Sans Serif"/>
              <a:cs typeface="Microsoft Sans Serif"/>
            </a:endParaRPr>
          </a:p>
          <a:p>
            <a:pPr marL="170180">
              <a:lnSpc>
                <a:spcPts val="1595"/>
              </a:lnSpc>
            </a:pPr>
            <a:r>
              <a:rPr dirty="0" sz="1400" spc="-10">
                <a:latin typeface="Microsoft Sans Serif"/>
                <a:cs typeface="Microsoft Sans Serif"/>
              </a:rPr>
              <a:t>решения.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93840" y="1329316"/>
            <a:ext cx="4436110" cy="1223010"/>
          </a:xfrm>
          <a:prstGeom prst="rect">
            <a:avLst/>
          </a:prstGeom>
        </p:spPr>
        <p:txBody>
          <a:bodyPr wrap="square" lIns="0" tIns="1866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70"/>
              </a:spcBef>
            </a:pPr>
            <a:r>
              <a:rPr dirty="0" sz="2000" spc="-10" b="1">
                <a:solidFill>
                  <a:srgbClr val="520977"/>
                </a:solidFill>
                <a:latin typeface="Arial"/>
                <a:cs typeface="Arial"/>
              </a:rPr>
              <a:t>Маркетинговая</a:t>
            </a:r>
            <a:r>
              <a:rPr dirty="0" sz="2000" spc="-80" b="1">
                <a:solidFill>
                  <a:srgbClr val="520977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520977"/>
                </a:solidFill>
                <a:latin typeface="Arial"/>
                <a:cs typeface="Arial"/>
              </a:rPr>
              <a:t>суть</a:t>
            </a:r>
            <a:r>
              <a:rPr dirty="0" sz="2000" spc="-5" b="1">
                <a:solidFill>
                  <a:srgbClr val="520977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520977"/>
                </a:solidFill>
                <a:latin typeface="Arial"/>
                <a:cs typeface="Arial"/>
              </a:rPr>
              <a:t>решения</a:t>
            </a:r>
            <a:endParaRPr sz="2000">
              <a:latin typeface="Arial"/>
              <a:cs typeface="Arial"/>
            </a:endParaRPr>
          </a:p>
          <a:p>
            <a:pPr marL="159385" indent="-146685">
              <a:lnSpc>
                <a:spcPts val="1595"/>
              </a:lnSpc>
              <a:spcBef>
                <a:spcPts val="955"/>
              </a:spcBef>
              <a:buChar char="•"/>
              <a:tabLst>
                <a:tab pos="159385" algn="l"/>
              </a:tabLst>
            </a:pPr>
            <a:r>
              <a:rPr dirty="0" sz="1400">
                <a:latin typeface="Microsoft Sans Serif"/>
                <a:cs typeface="Microsoft Sans Serif"/>
              </a:rPr>
              <a:t>Опишите</a:t>
            </a:r>
            <a:r>
              <a:rPr dirty="0" sz="1400" spc="-2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ваши</a:t>
            </a:r>
            <a:r>
              <a:rPr dirty="0" sz="1400" spc="-40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идеи</a:t>
            </a:r>
            <a:r>
              <a:rPr dirty="0" sz="1400" spc="-4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по</a:t>
            </a:r>
            <a:r>
              <a:rPr dirty="0" sz="1400" spc="-5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дальнейшему</a:t>
            </a:r>
            <a:r>
              <a:rPr dirty="0" sz="1400" spc="-35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применению,</a:t>
            </a:r>
            <a:endParaRPr sz="1400">
              <a:latin typeface="Microsoft Sans Serif"/>
              <a:cs typeface="Microsoft Sans Serif"/>
            </a:endParaRPr>
          </a:p>
          <a:p>
            <a:pPr marL="158750" marR="2171700">
              <a:lnSpc>
                <a:spcPts val="1510"/>
              </a:lnSpc>
              <a:spcBef>
                <a:spcPts val="105"/>
              </a:spcBef>
            </a:pPr>
            <a:r>
              <a:rPr dirty="0" sz="1400" spc="-10">
                <a:latin typeface="Microsoft Sans Serif"/>
                <a:cs typeface="Microsoft Sans Serif"/>
              </a:rPr>
              <a:t>развитию</a:t>
            </a:r>
            <a:r>
              <a:rPr dirty="0" sz="1400">
                <a:latin typeface="Microsoft Sans Serif"/>
                <a:cs typeface="Microsoft Sans Serif"/>
              </a:rPr>
              <a:t> или</a:t>
            </a:r>
            <a:r>
              <a:rPr dirty="0" sz="1400" spc="-30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внедрению проекта.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3180" rIns="0" bIns="0" rtlCol="0" vert="horz">
            <a:spAutoFit/>
          </a:bodyPr>
          <a:lstStyle/>
          <a:p>
            <a:pPr marL="62865">
              <a:lnSpc>
                <a:spcPct val="100000"/>
              </a:lnSpc>
              <a:spcBef>
                <a:spcPts val="340"/>
              </a:spcBef>
            </a:pPr>
            <a:fld id="{81D60167-4931-47E6-BA6A-407CBD079E47}" type="slidenum">
              <a:rPr dirty="0" spc="-25">
                <a:solidFill>
                  <a:srgbClr val="520977"/>
                </a:solidFill>
              </a:rPr>
              <a:t>10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6456045" cy="6858000"/>
            </a:xfrm>
            <a:custGeom>
              <a:avLst/>
              <a:gdLst/>
              <a:ahLst/>
              <a:cxnLst/>
              <a:rect l="l" t="t" r="r" b="b"/>
              <a:pathLst>
                <a:path w="6456045" h="6858000">
                  <a:moveTo>
                    <a:pt x="645566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6455664" y="6858000"/>
                  </a:lnTo>
                  <a:lnTo>
                    <a:pt x="64556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3180" rIns="0" bIns="0" rtlCol="0" vert="horz">
            <a:spAutoFit/>
          </a:bodyPr>
          <a:lstStyle/>
          <a:p>
            <a:pPr marL="62865">
              <a:lnSpc>
                <a:spcPct val="100000"/>
              </a:lnSpc>
              <a:spcBef>
                <a:spcPts val="340"/>
              </a:spcBef>
            </a:pPr>
            <a:fld id="{81D60167-4931-47E6-BA6A-407CBD079E47}" type="slidenum">
              <a:rPr dirty="0" spc="-25">
                <a:solidFill>
                  <a:srgbClr val="520977"/>
                </a:solidFill>
              </a:rPr>
              <a:t>10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26136" y="1304544"/>
              <a:ext cx="11539855" cy="5050790"/>
            </a:xfrm>
            <a:custGeom>
              <a:avLst/>
              <a:gdLst/>
              <a:ahLst/>
              <a:cxnLst/>
              <a:rect l="l" t="t" r="r" b="b"/>
              <a:pathLst>
                <a:path w="11539855" h="5050790">
                  <a:moveTo>
                    <a:pt x="11189970" y="0"/>
                  </a:moveTo>
                  <a:lnTo>
                    <a:pt x="349796" y="0"/>
                  </a:lnTo>
                  <a:lnTo>
                    <a:pt x="302332" y="3192"/>
                  </a:lnTo>
                  <a:lnTo>
                    <a:pt x="256808" y="12493"/>
                  </a:lnTo>
                  <a:lnTo>
                    <a:pt x="213642" y="27485"/>
                  </a:lnTo>
                  <a:lnTo>
                    <a:pt x="173250" y="47751"/>
                  </a:lnTo>
                  <a:lnTo>
                    <a:pt x="136049" y="72876"/>
                  </a:lnTo>
                  <a:lnTo>
                    <a:pt x="102455" y="102441"/>
                  </a:lnTo>
                  <a:lnTo>
                    <a:pt x="72886" y="136030"/>
                  </a:lnTo>
                  <a:lnTo>
                    <a:pt x="47759" y="173228"/>
                  </a:lnTo>
                  <a:lnTo>
                    <a:pt x="27489" y="213615"/>
                  </a:lnTo>
                  <a:lnTo>
                    <a:pt x="12495" y="256778"/>
                  </a:lnTo>
                  <a:lnTo>
                    <a:pt x="3193" y="302297"/>
                  </a:lnTo>
                  <a:lnTo>
                    <a:pt x="0" y="349757"/>
                  </a:lnTo>
                  <a:lnTo>
                    <a:pt x="0" y="4700739"/>
                  </a:lnTo>
                  <a:lnTo>
                    <a:pt x="3193" y="4748203"/>
                  </a:lnTo>
                  <a:lnTo>
                    <a:pt x="12495" y="4793727"/>
                  </a:lnTo>
                  <a:lnTo>
                    <a:pt x="27489" y="4836893"/>
                  </a:lnTo>
                  <a:lnTo>
                    <a:pt x="47759" y="4877285"/>
                  </a:lnTo>
                  <a:lnTo>
                    <a:pt x="72886" y="4914486"/>
                  </a:lnTo>
                  <a:lnTo>
                    <a:pt x="102455" y="4948080"/>
                  </a:lnTo>
                  <a:lnTo>
                    <a:pt x="136049" y="4977649"/>
                  </a:lnTo>
                  <a:lnTo>
                    <a:pt x="173250" y="5002776"/>
                  </a:lnTo>
                  <a:lnTo>
                    <a:pt x="213642" y="5023046"/>
                  </a:lnTo>
                  <a:lnTo>
                    <a:pt x="256808" y="5038040"/>
                  </a:lnTo>
                  <a:lnTo>
                    <a:pt x="302332" y="5047342"/>
                  </a:lnTo>
                  <a:lnTo>
                    <a:pt x="349796" y="5050535"/>
                  </a:lnTo>
                  <a:lnTo>
                    <a:pt x="11189970" y="5050535"/>
                  </a:lnTo>
                  <a:lnTo>
                    <a:pt x="11237430" y="5047342"/>
                  </a:lnTo>
                  <a:lnTo>
                    <a:pt x="11282949" y="5038040"/>
                  </a:lnTo>
                  <a:lnTo>
                    <a:pt x="11326112" y="5023046"/>
                  </a:lnTo>
                  <a:lnTo>
                    <a:pt x="11366500" y="5002776"/>
                  </a:lnTo>
                  <a:lnTo>
                    <a:pt x="11403697" y="4977649"/>
                  </a:lnTo>
                  <a:lnTo>
                    <a:pt x="11437286" y="4948080"/>
                  </a:lnTo>
                  <a:lnTo>
                    <a:pt x="11466851" y="4914486"/>
                  </a:lnTo>
                  <a:lnTo>
                    <a:pt x="11491976" y="4877285"/>
                  </a:lnTo>
                  <a:lnTo>
                    <a:pt x="11512242" y="4836893"/>
                  </a:lnTo>
                  <a:lnTo>
                    <a:pt x="11527234" y="4793727"/>
                  </a:lnTo>
                  <a:lnTo>
                    <a:pt x="11536535" y="4748203"/>
                  </a:lnTo>
                  <a:lnTo>
                    <a:pt x="11539728" y="4700739"/>
                  </a:lnTo>
                  <a:lnTo>
                    <a:pt x="11539728" y="349757"/>
                  </a:lnTo>
                  <a:lnTo>
                    <a:pt x="11536535" y="302297"/>
                  </a:lnTo>
                  <a:lnTo>
                    <a:pt x="11527234" y="256778"/>
                  </a:lnTo>
                  <a:lnTo>
                    <a:pt x="11512242" y="213615"/>
                  </a:lnTo>
                  <a:lnTo>
                    <a:pt x="11491976" y="173227"/>
                  </a:lnTo>
                  <a:lnTo>
                    <a:pt x="11466851" y="136030"/>
                  </a:lnTo>
                  <a:lnTo>
                    <a:pt x="11437286" y="102441"/>
                  </a:lnTo>
                  <a:lnTo>
                    <a:pt x="11403697" y="72876"/>
                  </a:lnTo>
                  <a:lnTo>
                    <a:pt x="11366500" y="47751"/>
                  </a:lnTo>
                  <a:lnTo>
                    <a:pt x="11326112" y="27485"/>
                  </a:lnTo>
                  <a:lnTo>
                    <a:pt x="11282949" y="12493"/>
                  </a:lnTo>
                  <a:lnTo>
                    <a:pt x="11237430" y="3192"/>
                  </a:lnTo>
                  <a:lnTo>
                    <a:pt x="111899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3180" rIns="0" bIns="0" rtlCol="0" vert="horz">
            <a:spAutoFit/>
          </a:bodyPr>
          <a:lstStyle/>
          <a:p>
            <a:pPr marL="62865">
              <a:lnSpc>
                <a:spcPct val="100000"/>
              </a:lnSpc>
              <a:spcBef>
                <a:spcPts val="340"/>
              </a:spcBef>
            </a:pPr>
            <a:fld id="{81D60167-4931-47E6-BA6A-407CBD079E47}" type="slidenum">
              <a:rPr dirty="0" spc="-25">
                <a:solidFill>
                  <a:srgbClr val="520977"/>
                </a:solidFill>
              </a:rPr>
              <a:t>10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47472" y="265175"/>
              <a:ext cx="5352415" cy="6334125"/>
            </a:xfrm>
            <a:custGeom>
              <a:avLst/>
              <a:gdLst/>
              <a:ahLst/>
              <a:cxnLst/>
              <a:rect l="l" t="t" r="r" b="b"/>
              <a:pathLst>
                <a:path w="5352415" h="6334125">
                  <a:moveTo>
                    <a:pt x="4981575" y="0"/>
                  </a:moveTo>
                  <a:lnTo>
                    <a:pt x="370700" y="0"/>
                  </a:lnTo>
                  <a:lnTo>
                    <a:pt x="324199" y="2888"/>
                  </a:lnTo>
                  <a:lnTo>
                    <a:pt x="279422" y="11322"/>
                  </a:lnTo>
                  <a:lnTo>
                    <a:pt x="236717" y="24955"/>
                  </a:lnTo>
                  <a:lnTo>
                    <a:pt x="196430" y="43437"/>
                  </a:lnTo>
                  <a:lnTo>
                    <a:pt x="158909" y="66423"/>
                  </a:lnTo>
                  <a:lnTo>
                    <a:pt x="124501" y="93564"/>
                  </a:lnTo>
                  <a:lnTo>
                    <a:pt x="93554" y="124513"/>
                  </a:lnTo>
                  <a:lnTo>
                    <a:pt x="66415" y="158923"/>
                  </a:lnTo>
                  <a:lnTo>
                    <a:pt x="43432" y="196445"/>
                  </a:lnTo>
                  <a:lnTo>
                    <a:pt x="24951" y="236733"/>
                  </a:lnTo>
                  <a:lnTo>
                    <a:pt x="11321" y="279438"/>
                  </a:lnTo>
                  <a:lnTo>
                    <a:pt x="2888" y="324214"/>
                  </a:lnTo>
                  <a:lnTo>
                    <a:pt x="0" y="370713"/>
                  </a:lnTo>
                  <a:lnTo>
                    <a:pt x="0" y="5963043"/>
                  </a:lnTo>
                  <a:lnTo>
                    <a:pt x="2888" y="6009544"/>
                  </a:lnTo>
                  <a:lnTo>
                    <a:pt x="11321" y="6054321"/>
                  </a:lnTo>
                  <a:lnTo>
                    <a:pt x="24951" y="6097026"/>
                  </a:lnTo>
                  <a:lnTo>
                    <a:pt x="43432" y="6137313"/>
                  </a:lnTo>
                  <a:lnTo>
                    <a:pt x="66415" y="6174834"/>
                  </a:lnTo>
                  <a:lnTo>
                    <a:pt x="93554" y="6209242"/>
                  </a:lnTo>
                  <a:lnTo>
                    <a:pt x="124501" y="6240189"/>
                  </a:lnTo>
                  <a:lnTo>
                    <a:pt x="158909" y="6267328"/>
                  </a:lnTo>
                  <a:lnTo>
                    <a:pt x="196430" y="6290311"/>
                  </a:lnTo>
                  <a:lnTo>
                    <a:pt x="236717" y="6308792"/>
                  </a:lnTo>
                  <a:lnTo>
                    <a:pt x="279422" y="6322422"/>
                  </a:lnTo>
                  <a:lnTo>
                    <a:pt x="324199" y="6330855"/>
                  </a:lnTo>
                  <a:lnTo>
                    <a:pt x="370700" y="6333744"/>
                  </a:lnTo>
                  <a:lnTo>
                    <a:pt x="4981575" y="6333744"/>
                  </a:lnTo>
                  <a:lnTo>
                    <a:pt x="5028073" y="6330855"/>
                  </a:lnTo>
                  <a:lnTo>
                    <a:pt x="5072849" y="6322422"/>
                  </a:lnTo>
                  <a:lnTo>
                    <a:pt x="5115554" y="6308792"/>
                  </a:lnTo>
                  <a:lnTo>
                    <a:pt x="5155842" y="6290311"/>
                  </a:lnTo>
                  <a:lnTo>
                    <a:pt x="5193364" y="6267328"/>
                  </a:lnTo>
                  <a:lnTo>
                    <a:pt x="5227774" y="6240189"/>
                  </a:lnTo>
                  <a:lnTo>
                    <a:pt x="5258723" y="6209242"/>
                  </a:lnTo>
                  <a:lnTo>
                    <a:pt x="5285864" y="6174834"/>
                  </a:lnTo>
                  <a:lnTo>
                    <a:pt x="5308850" y="6137313"/>
                  </a:lnTo>
                  <a:lnTo>
                    <a:pt x="5327332" y="6097026"/>
                  </a:lnTo>
                  <a:lnTo>
                    <a:pt x="5340965" y="6054321"/>
                  </a:lnTo>
                  <a:lnTo>
                    <a:pt x="5349399" y="6009544"/>
                  </a:lnTo>
                  <a:lnTo>
                    <a:pt x="5352288" y="5963043"/>
                  </a:lnTo>
                  <a:lnTo>
                    <a:pt x="5352288" y="370713"/>
                  </a:lnTo>
                  <a:lnTo>
                    <a:pt x="5349399" y="324214"/>
                  </a:lnTo>
                  <a:lnTo>
                    <a:pt x="5340965" y="279438"/>
                  </a:lnTo>
                  <a:lnTo>
                    <a:pt x="5327332" y="236733"/>
                  </a:lnTo>
                  <a:lnTo>
                    <a:pt x="5308850" y="196445"/>
                  </a:lnTo>
                  <a:lnTo>
                    <a:pt x="5285864" y="158923"/>
                  </a:lnTo>
                  <a:lnTo>
                    <a:pt x="5258723" y="124513"/>
                  </a:lnTo>
                  <a:lnTo>
                    <a:pt x="5227774" y="93564"/>
                  </a:lnTo>
                  <a:lnTo>
                    <a:pt x="5193364" y="66423"/>
                  </a:lnTo>
                  <a:lnTo>
                    <a:pt x="5155842" y="43437"/>
                  </a:lnTo>
                  <a:lnTo>
                    <a:pt x="5115554" y="24955"/>
                  </a:lnTo>
                  <a:lnTo>
                    <a:pt x="5072849" y="11322"/>
                  </a:lnTo>
                  <a:lnTo>
                    <a:pt x="5028073" y="2888"/>
                  </a:lnTo>
                  <a:lnTo>
                    <a:pt x="49815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3180" rIns="0" bIns="0" rtlCol="0" vert="horz">
            <a:spAutoFit/>
          </a:bodyPr>
          <a:lstStyle/>
          <a:p>
            <a:pPr marL="62865">
              <a:lnSpc>
                <a:spcPct val="100000"/>
              </a:lnSpc>
              <a:spcBef>
                <a:spcPts val="340"/>
              </a:spcBef>
            </a:pPr>
            <a:fld id="{81D60167-4931-47E6-BA6A-407CBD079E47}" type="slidenum">
              <a:rPr dirty="0" spc="-25">
                <a:solidFill>
                  <a:srgbClr val="520977"/>
                </a:solidFill>
              </a:rPr>
              <a:t>10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1874500" cy="6858000"/>
            <a:chOff x="0" y="0"/>
            <a:chExt cx="118745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1874500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21208" y="1603247"/>
              <a:ext cx="11336020" cy="3444240"/>
            </a:xfrm>
            <a:custGeom>
              <a:avLst/>
              <a:gdLst/>
              <a:ahLst/>
              <a:cxnLst/>
              <a:rect l="l" t="t" r="r" b="b"/>
              <a:pathLst>
                <a:path w="11336020" h="3444240">
                  <a:moveTo>
                    <a:pt x="0" y="0"/>
                  </a:moveTo>
                  <a:lnTo>
                    <a:pt x="11335893" y="0"/>
                  </a:lnTo>
                </a:path>
                <a:path w="11336020" h="3444240">
                  <a:moveTo>
                    <a:pt x="0" y="862584"/>
                  </a:moveTo>
                  <a:lnTo>
                    <a:pt x="11335893" y="862584"/>
                  </a:lnTo>
                </a:path>
                <a:path w="11336020" h="3444240">
                  <a:moveTo>
                    <a:pt x="0" y="1740407"/>
                  </a:moveTo>
                  <a:lnTo>
                    <a:pt x="11335893" y="1740407"/>
                  </a:lnTo>
                </a:path>
                <a:path w="11336020" h="3444240">
                  <a:moveTo>
                    <a:pt x="0" y="2578608"/>
                  </a:moveTo>
                  <a:lnTo>
                    <a:pt x="11335893" y="2578608"/>
                  </a:lnTo>
                </a:path>
                <a:path w="11336020" h="3444240">
                  <a:moveTo>
                    <a:pt x="0" y="3444240"/>
                  </a:moveTo>
                  <a:lnTo>
                    <a:pt x="11335893" y="3444240"/>
                  </a:lnTo>
                </a:path>
              </a:pathLst>
            </a:custGeom>
            <a:ln w="12192">
              <a:solidFill>
                <a:srgbClr val="52097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3180" rIns="0" bIns="0" rtlCol="0" vert="horz">
            <a:spAutoFit/>
          </a:bodyPr>
          <a:lstStyle/>
          <a:p>
            <a:pPr marL="62865">
              <a:lnSpc>
                <a:spcPct val="100000"/>
              </a:lnSpc>
              <a:spcBef>
                <a:spcPts val="340"/>
              </a:spcBef>
            </a:pPr>
            <a:fld id="{81D60167-4931-47E6-BA6A-407CBD079E47}" type="slidenum">
              <a:rPr dirty="0" spc="-25">
                <a:solidFill>
                  <a:srgbClr val="520977"/>
                </a:solidFill>
              </a:rPr>
              <a:t>10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47472" y="323088"/>
              <a:ext cx="3108960" cy="622300"/>
            </a:xfrm>
            <a:custGeom>
              <a:avLst/>
              <a:gdLst/>
              <a:ahLst/>
              <a:cxnLst/>
              <a:rect l="l" t="t" r="r" b="b"/>
              <a:pathLst>
                <a:path w="3108960" h="622300">
                  <a:moveTo>
                    <a:pt x="2992628" y="0"/>
                  </a:moveTo>
                  <a:lnTo>
                    <a:pt x="116319" y="0"/>
                  </a:lnTo>
                  <a:lnTo>
                    <a:pt x="71039" y="9140"/>
                  </a:lnTo>
                  <a:lnTo>
                    <a:pt x="34066" y="34067"/>
                  </a:lnTo>
                  <a:lnTo>
                    <a:pt x="9139" y="71044"/>
                  </a:lnTo>
                  <a:lnTo>
                    <a:pt x="0" y="116331"/>
                  </a:lnTo>
                  <a:lnTo>
                    <a:pt x="0" y="505459"/>
                  </a:lnTo>
                  <a:lnTo>
                    <a:pt x="9139" y="550747"/>
                  </a:lnTo>
                  <a:lnTo>
                    <a:pt x="34066" y="587724"/>
                  </a:lnTo>
                  <a:lnTo>
                    <a:pt x="71039" y="612651"/>
                  </a:lnTo>
                  <a:lnTo>
                    <a:pt x="116319" y="621791"/>
                  </a:lnTo>
                  <a:lnTo>
                    <a:pt x="2992628" y="621791"/>
                  </a:lnTo>
                  <a:lnTo>
                    <a:pt x="3037915" y="612651"/>
                  </a:lnTo>
                  <a:lnTo>
                    <a:pt x="3074892" y="587724"/>
                  </a:lnTo>
                  <a:lnTo>
                    <a:pt x="3099819" y="550747"/>
                  </a:lnTo>
                  <a:lnTo>
                    <a:pt x="3108960" y="505459"/>
                  </a:lnTo>
                  <a:lnTo>
                    <a:pt x="3108960" y="116331"/>
                  </a:lnTo>
                  <a:lnTo>
                    <a:pt x="3099819" y="71044"/>
                  </a:lnTo>
                  <a:lnTo>
                    <a:pt x="3074892" y="34067"/>
                  </a:lnTo>
                  <a:lnTo>
                    <a:pt x="3037915" y="9140"/>
                  </a:lnTo>
                  <a:lnTo>
                    <a:pt x="2992628" y="0"/>
                  </a:lnTo>
                  <a:close/>
                </a:path>
              </a:pathLst>
            </a:custGeom>
            <a:solidFill>
              <a:srgbClr val="FF00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47472" y="1520951"/>
              <a:ext cx="11497310" cy="4678680"/>
            </a:xfrm>
            <a:custGeom>
              <a:avLst/>
              <a:gdLst/>
              <a:ahLst/>
              <a:cxnLst/>
              <a:rect l="l" t="t" r="r" b="b"/>
              <a:pathLst>
                <a:path w="11497310" h="4678680">
                  <a:moveTo>
                    <a:pt x="2670048" y="262255"/>
                  </a:moveTo>
                  <a:lnTo>
                    <a:pt x="2665819" y="215099"/>
                  </a:lnTo>
                  <a:lnTo>
                    <a:pt x="2653639" y="170726"/>
                  </a:lnTo>
                  <a:lnTo>
                    <a:pt x="2634246" y="129870"/>
                  </a:lnTo>
                  <a:lnTo>
                    <a:pt x="2608389" y="93268"/>
                  </a:lnTo>
                  <a:lnTo>
                    <a:pt x="2576779" y="61658"/>
                  </a:lnTo>
                  <a:lnTo>
                    <a:pt x="2540177" y="35801"/>
                  </a:lnTo>
                  <a:lnTo>
                    <a:pt x="2499322" y="16408"/>
                  </a:lnTo>
                  <a:lnTo>
                    <a:pt x="2454948" y="4229"/>
                  </a:lnTo>
                  <a:lnTo>
                    <a:pt x="2407793" y="0"/>
                  </a:lnTo>
                  <a:lnTo>
                    <a:pt x="262229" y="0"/>
                  </a:lnTo>
                  <a:lnTo>
                    <a:pt x="215087" y="4229"/>
                  </a:lnTo>
                  <a:lnTo>
                    <a:pt x="170726" y="16408"/>
                  </a:lnTo>
                  <a:lnTo>
                    <a:pt x="129870" y="35801"/>
                  </a:lnTo>
                  <a:lnTo>
                    <a:pt x="93268" y="61658"/>
                  </a:lnTo>
                  <a:lnTo>
                    <a:pt x="61671" y="93268"/>
                  </a:lnTo>
                  <a:lnTo>
                    <a:pt x="35788" y="129870"/>
                  </a:lnTo>
                  <a:lnTo>
                    <a:pt x="16395" y="170726"/>
                  </a:lnTo>
                  <a:lnTo>
                    <a:pt x="4216" y="215099"/>
                  </a:lnTo>
                  <a:lnTo>
                    <a:pt x="0" y="262255"/>
                  </a:lnTo>
                  <a:lnTo>
                    <a:pt x="0" y="4416450"/>
                  </a:lnTo>
                  <a:lnTo>
                    <a:pt x="4216" y="4463593"/>
                  </a:lnTo>
                  <a:lnTo>
                    <a:pt x="16395" y="4507954"/>
                  </a:lnTo>
                  <a:lnTo>
                    <a:pt x="35788" y="4548810"/>
                  </a:lnTo>
                  <a:lnTo>
                    <a:pt x="61671" y="4585411"/>
                  </a:lnTo>
                  <a:lnTo>
                    <a:pt x="93268" y="4617009"/>
                  </a:lnTo>
                  <a:lnTo>
                    <a:pt x="129870" y="4642891"/>
                  </a:lnTo>
                  <a:lnTo>
                    <a:pt x="170726" y="4662284"/>
                  </a:lnTo>
                  <a:lnTo>
                    <a:pt x="215087" y="4674463"/>
                  </a:lnTo>
                  <a:lnTo>
                    <a:pt x="262229" y="4678680"/>
                  </a:lnTo>
                  <a:lnTo>
                    <a:pt x="2407793" y="4678680"/>
                  </a:lnTo>
                  <a:lnTo>
                    <a:pt x="2454948" y="4674463"/>
                  </a:lnTo>
                  <a:lnTo>
                    <a:pt x="2499322" y="4662284"/>
                  </a:lnTo>
                  <a:lnTo>
                    <a:pt x="2540177" y="4642891"/>
                  </a:lnTo>
                  <a:lnTo>
                    <a:pt x="2576779" y="4617009"/>
                  </a:lnTo>
                  <a:lnTo>
                    <a:pt x="2608389" y="4585411"/>
                  </a:lnTo>
                  <a:lnTo>
                    <a:pt x="2634246" y="4548810"/>
                  </a:lnTo>
                  <a:lnTo>
                    <a:pt x="2653639" y="4507954"/>
                  </a:lnTo>
                  <a:lnTo>
                    <a:pt x="2665819" y="4463593"/>
                  </a:lnTo>
                  <a:lnTo>
                    <a:pt x="2670048" y="4416450"/>
                  </a:lnTo>
                  <a:lnTo>
                    <a:pt x="2670048" y="262255"/>
                  </a:lnTo>
                  <a:close/>
                </a:path>
                <a:path w="11497310" h="4678680">
                  <a:moveTo>
                    <a:pt x="5614416" y="262509"/>
                  </a:moveTo>
                  <a:lnTo>
                    <a:pt x="5610187" y="215315"/>
                  </a:lnTo>
                  <a:lnTo>
                    <a:pt x="5597995" y="170891"/>
                  </a:lnTo>
                  <a:lnTo>
                    <a:pt x="5578576" y="129997"/>
                  </a:lnTo>
                  <a:lnTo>
                    <a:pt x="5552694" y="93357"/>
                  </a:lnTo>
                  <a:lnTo>
                    <a:pt x="5521058" y="61722"/>
                  </a:lnTo>
                  <a:lnTo>
                    <a:pt x="5484419" y="35839"/>
                  </a:lnTo>
                  <a:lnTo>
                    <a:pt x="5443525" y="16421"/>
                  </a:lnTo>
                  <a:lnTo>
                    <a:pt x="5399100" y="4229"/>
                  </a:lnTo>
                  <a:lnTo>
                    <a:pt x="5351907" y="0"/>
                  </a:lnTo>
                  <a:lnTo>
                    <a:pt x="3203829" y="0"/>
                  </a:lnTo>
                  <a:lnTo>
                    <a:pt x="3156623" y="4229"/>
                  </a:lnTo>
                  <a:lnTo>
                    <a:pt x="3112198" y="16421"/>
                  </a:lnTo>
                  <a:lnTo>
                    <a:pt x="3071304" y="35839"/>
                  </a:lnTo>
                  <a:lnTo>
                    <a:pt x="3034665" y="61722"/>
                  </a:lnTo>
                  <a:lnTo>
                    <a:pt x="3003029" y="93357"/>
                  </a:lnTo>
                  <a:lnTo>
                    <a:pt x="2977146" y="129997"/>
                  </a:lnTo>
                  <a:lnTo>
                    <a:pt x="2957728" y="170891"/>
                  </a:lnTo>
                  <a:lnTo>
                    <a:pt x="2945536" y="215315"/>
                  </a:lnTo>
                  <a:lnTo>
                    <a:pt x="2941307" y="262509"/>
                  </a:lnTo>
                  <a:lnTo>
                    <a:pt x="2941307" y="4416158"/>
                  </a:lnTo>
                  <a:lnTo>
                    <a:pt x="2945536" y="4463351"/>
                  </a:lnTo>
                  <a:lnTo>
                    <a:pt x="2957728" y="4507763"/>
                  </a:lnTo>
                  <a:lnTo>
                    <a:pt x="2977146" y="4548657"/>
                  </a:lnTo>
                  <a:lnTo>
                    <a:pt x="3003029" y="4585297"/>
                  </a:lnTo>
                  <a:lnTo>
                    <a:pt x="3034665" y="4616945"/>
                  </a:lnTo>
                  <a:lnTo>
                    <a:pt x="3071304" y="4642840"/>
                  </a:lnTo>
                  <a:lnTo>
                    <a:pt x="3112198" y="4662259"/>
                  </a:lnTo>
                  <a:lnTo>
                    <a:pt x="3156623" y="4674451"/>
                  </a:lnTo>
                  <a:lnTo>
                    <a:pt x="3203829" y="4678680"/>
                  </a:lnTo>
                  <a:lnTo>
                    <a:pt x="5351907" y="4678680"/>
                  </a:lnTo>
                  <a:lnTo>
                    <a:pt x="5399100" y="4674451"/>
                  </a:lnTo>
                  <a:lnTo>
                    <a:pt x="5443525" y="4662259"/>
                  </a:lnTo>
                  <a:lnTo>
                    <a:pt x="5484419" y="4642840"/>
                  </a:lnTo>
                  <a:lnTo>
                    <a:pt x="5521058" y="4616945"/>
                  </a:lnTo>
                  <a:lnTo>
                    <a:pt x="5552694" y="4585297"/>
                  </a:lnTo>
                  <a:lnTo>
                    <a:pt x="5578576" y="4548657"/>
                  </a:lnTo>
                  <a:lnTo>
                    <a:pt x="5597995" y="4507763"/>
                  </a:lnTo>
                  <a:lnTo>
                    <a:pt x="5610187" y="4463351"/>
                  </a:lnTo>
                  <a:lnTo>
                    <a:pt x="5614416" y="4416158"/>
                  </a:lnTo>
                  <a:lnTo>
                    <a:pt x="5614416" y="262509"/>
                  </a:lnTo>
                  <a:close/>
                </a:path>
                <a:path w="11497310" h="4678680">
                  <a:moveTo>
                    <a:pt x="8555736" y="262509"/>
                  </a:moveTo>
                  <a:lnTo>
                    <a:pt x="8551507" y="215315"/>
                  </a:lnTo>
                  <a:lnTo>
                    <a:pt x="8539315" y="170891"/>
                  </a:lnTo>
                  <a:lnTo>
                    <a:pt x="8519897" y="129997"/>
                  </a:lnTo>
                  <a:lnTo>
                    <a:pt x="8494014" y="93357"/>
                  </a:lnTo>
                  <a:lnTo>
                    <a:pt x="8462378" y="61722"/>
                  </a:lnTo>
                  <a:lnTo>
                    <a:pt x="8425739" y="35839"/>
                  </a:lnTo>
                  <a:lnTo>
                    <a:pt x="8384845" y="16421"/>
                  </a:lnTo>
                  <a:lnTo>
                    <a:pt x="8340420" y="4229"/>
                  </a:lnTo>
                  <a:lnTo>
                    <a:pt x="8293227" y="0"/>
                  </a:lnTo>
                  <a:lnTo>
                    <a:pt x="6145149" y="0"/>
                  </a:lnTo>
                  <a:lnTo>
                    <a:pt x="6097943" y="4229"/>
                  </a:lnTo>
                  <a:lnTo>
                    <a:pt x="6053518" y="16421"/>
                  </a:lnTo>
                  <a:lnTo>
                    <a:pt x="6012624" y="35839"/>
                  </a:lnTo>
                  <a:lnTo>
                    <a:pt x="5975985" y="61722"/>
                  </a:lnTo>
                  <a:lnTo>
                    <a:pt x="5944349" y="93357"/>
                  </a:lnTo>
                  <a:lnTo>
                    <a:pt x="5918466" y="129997"/>
                  </a:lnTo>
                  <a:lnTo>
                    <a:pt x="5899048" y="170891"/>
                  </a:lnTo>
                  <a:lnTo>
                    <a:pt x="5886856" y="215315"/>
                  </a:lnTo>
                  <a:lnTo>
                    <a:pt x="5882640" y="262509"/>
                  </a:lnTo>
                  <a:lnTo>
                    <a:pt x="5882640" y="4416158"/>
                  </a:lnTo>
                  <a:lnTo>
                    <a:pt x="5886856" y="4463351"/>
                  </a:lnTo>
                  <a:lnTo>
                    <a:pt x="5899048" y="4507763"/>
                  </a:lnTo>
                  <a:lnTo>
                    <a:pt x="5918466" y="4548657"/>
                  </a:lnTo>
                  <a:lnTo>
                    <a:pt x="5944349" y="4585297"/>
                  </a:lnTo>
                  <a:lnTo>
                    <a:pt x="5975985" y="4616945"/>
                  </a:lnTo>
                  <a:lnTo>
                    <a:pt x="6012624" y="4642840"/>
                  </a:lnTo>
                  <a:lnTo>
                    <a:pt x="6053518" y="4662259"/>
                  </a:lnTo>
                  <a:lnTo>
                    <a:pt x="6097943" y="4674451"/>
                  </a:lnTo>
                  <a:lnTo>
                    <a:pt x="6145149" y="4678680"/>
                  </a:lnTo>
                  <a:lnTo>
                    <a:pt x="8293227" y="4678680"/>
                  </a:lnTo>
                  <a:lnTo>
                    <a:pt x="8340420" y="4674451"/>
                  </a:lnTo>
                  <a:lnTo>
                    <a:pt x="8384845" y="4662259"/>
                  </a:lnTo>
                  <a:lnTo>
                    <a:pt x="8425739" y="4642840"/>
                  </a:lnTo>
                  <a:lnTo>
                    <a:pt x="8462378" y="4616945"/>
                  </a:lnTo>
                  <a:lnTo>
                    <a:pt x="8494014" y="4585297"/>
                  </a:lnTo>
                  <a:lnTo>
                    <a:pt x="8519897" y="4548657"/>
                  </a:lnTo>
                  <a:lnTo>
                    <a:pt x="8539315" y="4507763"/>
                  </a:lnTo>
                  <a:lnTo>
                    <a:pt x="8551507" y="4463351"/>
                  </a:lnTo>
                  <a:lnTo>
                    <a:pt x="8555736" y="4416158"/>
                  </a:lnTo>
                  <a:lnTo>
                    <a:pt x="8555736" y="262509"/>
                  </a:lnTo>
                  <a:close/>
                </a:path>
                <a:path w="11497310" h="4678680">
                  <a:moveTo>
                    <a:pt x="11497056" y="262255"/>
                  </a:moveTo>
                  <a:lnTo>
                    <a:pt x="11492827" y="215099"/>
                  </a:lnTo>
                  <a:lnTo>
                    <a:pt x="11480648" y="170726"/>
                  </a:lnTo>
                  <a:lnTo>
                    <a:pt x="11461255" y="129870"/>
                  </a:lnTo>
                  <a:lnTo>
                    <a:pt x="11435398" y="93268"/>
                  </a:lnTo>
                  <a:lnTo>
                    <a:pt x="11403787" y="61658"/>
                  </a:lnTo>
                  <a:lnTo>
                    <a:pt x="11367186" y="35801"/>
                  </a:lnTo>
                  <a:lnTo>
                    <a:pt x="11326330" y="16408"/>
                  </a:lnTo>
                  <a:lnTo>
                    <a:pt x="11281956" y="4229"/>
                  </a:lnTo>
                  <a:lnTo>
                    <a:pt x="11234801" y="0"/>
                  </a:lnTo>
                  <a:lnTo>
                    <a:pt x="9089263" y="0"/>
                  </a:lnTo>
                  <a:lnTo>
                    <a:pt x="9042095" y="4229"/>
                  </a:lnTo>
                  <a:lnTo>
                    <a:pt x="8997721" y="16408"/>
                  </a:lnTo>
                  <a:lnTo>
                    <a:pt x="8956865" y="35801"/>
                  </a:lnTo>
                  <a:lnTo>
                    <a:pt x="8920264" y="61658"/>
                  </a:lnTo>
                  <a:lnTo>
                    <a:pt x="8888654" y="93268"/>
                  </a:lnTo>
                  <a:lnTo>
                    <a:pt x="8862797" y="129870"/>
                  </a:lnTo>
                  <a:lnTo>
                    <a:pt x="8843404" y="170726"/>
                  </a:lnTo>
                  <a:lnTo>
                    <a:pt x="8831224" y="215099"/>
                  </a:lnTo>
                  <a:lnTo>
                    <a:pt x="8827008" y="262255"/>
                  </a:lnTo>
                  <a:lnTo>
                    <a:pt x="8827008" y="4416450"/>
                  </a:lnTo>
                  <a:lnTo>
                    <a:pt x="8831224" y="4463593"/>
                  </a:lnTo>
                  <a:lnTo>
                    <a:pt x="8843404" y="4507954"/>
                  </a:lnTo>
                  <a:lnTo>
                    <a:pt x="8862797" y="4548810"/>
                  </a:lnTo>
                  <a:lnTo>
                    <a:pt x="8888654" y="4585411"/>
                  </a:lnTo>
                  <a:lnTo>
                    <a:pt x="8920264" y="4617009"/>
                  </a:lnTo>
                  <a:lnTo>
                    <a:pt x="8956865" y="4642891"/>
                  </a:lnTo>
                  <a:lnTo>
                    <a:pt x="8997721" y="4662284"/>
                  </a:lnTo>
                  <a:lnTo>
                    <a:pt x="9042095" y="4674463"/>
                  </a:lnTo>
                  <a:lnTo>
                    <a:pt x="9089263" y="4678680"/>
                  </a:lnTo>
                  <a:lnTo>
                    <a:pt x="11234801" y="4678680"/>
                  </a:lnTo>
                  <a:lnTo>
                    <a:pt x="11281956" y="4674463"/>
                  </a:lnTo>
                  <a:lnTo>
                    <a:pt x="11326330" y="4662284"/>
                  </a:lnTo>
                  <a:lnTo>
                    <a:pt x="11367186" y="4642891"/>
                  </a:lnTo>
                  <a:lnTo>
                    <a:pt x="11403787" y="4617009"/>
                  </a:lnTo>
                  <a:lnTo>
                    <a:pt x="11435398" y="4585411"/>
                  </a:lnTo>
                  <a:lnTo>
                    <a:pt x="11461255" y="4548810"/>
                  </a:lnTo>
                  <a:lnTo>
                    <a:pt x="11480648" y="4507954"/>
                  </a:lnTo>
                  <a:lnTo>
                    <a:pt x="11492827" y="4463593"/>
                  </a:lnTo>
                  <a:lnTo>
                    <a:pt x="11497056" y="4416450"/>
                  </a:lnTo>
                  <a:lnTo>
                    <a:pt x="11497056" y="26225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3180" rIns="0" bIns="0" rtlCol="0" vert="horz">
            <a:spAutoFit/>
          </a:bodyPr>
          <a:lstStyle/>
          <a:p>
            <a:pPr marL="62865">
              <a:lnSpc>
                <a:spcPct val="100000"/>
              </a:lnSpc>
              <a:spcBef>
                <a:spcPts val="340"/>
              </a:spcBef>
            </a:pPr>
            <a:fld id="{81D60167-4931-47E6-BA6A-407CBD079E47}" type="slidenum">
              <a:rPr dirty="0" spc="-25">
                <a:solidFill>
                  <a:srgbClr val="520977"/>
                </a:solidFill>
              </a:rPr>
              <a:t>10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421123" y="1522475"/>
              <a:ext cx="3398520" cy="4678680"/>
            </a:xfrm>
            <a:custGeom>
              <a:avLst/>
              <a:gdLst/>
              <a:ahLst/>
              <a:cxnLst/>
              <a:rect l="l" t="t" r="r" b="b"/>
              <a:pathLst>
                <a:path w="3398520" h="4678680">
                  <a:moveTo>
                    <a:pt x="3064764" y="0"/>
                  </a:moveTo>
                  <a:lnTo>
                    <a:pt x="333755" y="0"/>
                  </a:lnTo>
                  <a:lnTo>
                    <a:pt x="284447" y="3619"/>
                  </a:lnTo>
                  <a:lnTo>
                    <a:pt x="237381" y="14135"/>
                  </a:lnTo>
                  <a:lnTo>
                    <a:pt x="193075" y="31028"/>
                  </a:lnTo>
                  <a:lnTo>
                    <a:pt x="152045" y="53783"/>
                  </a:lnTo>
                  <a:lnTo>
                    <a:pt x="114808" y="81882"/>
                  </a:lnTo>
                  <a:lnTo>
                    <a:pt x="81882" y="114808"/>
                  </a:lnTo>
                  <a:lnTo>
                    <a:pt x="53783" y="152045"/>
                  </a:lnTo>
                  <a:lnTo>
                    <a:pt x="31028" y="193075"/>
                  </a:lnTo>
                  <a:lnTo>
                    <a:pt x="14135" y="237381"/>
                  </a:lnTo>
                  <a:lnTo>
                    <a:pt x="3619" y="284447"/>
                  </a:lnTo>
                  <a:lnTo>
                    <a:pt x="0" y="333756"/>
                  </a:lnTo>
                  <a:lnTo>
                    <a:pt x="0" y="4344911"/>
                  </a:lnTo>
                  <a:lnTo>
                    <a:pt x="3619" y="4394234"/>
                  </a:lnTo>
                  <a:lnTo>
                    <a:pt x="14135" y="4441309"/>
                  </a:lnTo>
                  <a:lnTo>
                    <a:pt x="31028" y="4485621"/>
                  </a:lnTo>
                  <a:lnTo>
                    <a:pt x="53783" y="4526654"/>
                  </a:lnTo>
                  <a:lnTo>
                    <a:pt x="81882" y="4563890"/>
                  </a:lnTo>
                  <a:lnTo>
                    <a:pt x="114808" y="4596813"/>
                  </a:lnTo>
                  <a:lnTo>
                    <a:pt x="152045" y="4624909"/>
                  </a:lnTo>
                  <a:lnTo>
                    <a:pt x="193075" y="4647659"/>
                  </a:lnTo>
                  <a:lnTo>
                    <a:pt x="237381" y="4664548"/>
                  </a:lnTo>
                  <a:lnTo>
                    <a:pt x="284447" y="4675061"/>
                  </a:lnTo>
                  <a:lnTo>
                    <a:pt x="333755" y="4678680"/>
                  </a:lnTo>
                  <a:lnTo>
                    <a:pt x="3064764" y="4678680"/>
                  </a:lnTo>
                  <a:lnTo>
                    <a:pt x="3114072" y="4675061"/>
                  </a:lnTo>
                  <a:lnTo>
                    <a:pt x="3161138" y="4664548"/>
                  </a:lnTo>
                  <a:lnTo>
                    <a:pt x="3205444" y="4647659"/>
                  </a:lnTo>
                  <a:lnTo>
                    <a:pt x="3246474" y="4624909"/>
                  </a:lnTo>
                  <a:lnTo>
                    <a:pt x="3283711" y="4596813"/>
                  </a:lnTo>
                  <a:lnTo>
                    <a:pt x="3316637" y="4563890"/>
                  </a:lnTo>
                  <a:lnTo>
                    <a:pt x="3344736" y="4526654"/>
                  </a:lnTo>
                  <a:lnTo>
                    <a:pt x="3367491" y="4485621"/>
                  </a:lnTo>
                  <a:lnTo>
                    <a:pt x="3384384" y="4441309"/>
                  </a:lnTo>
                  <a:lnTo>
                    <a:pt x="3394900" y="4394234"/>
                  </a:lnTo>
                  <a:lnTo>
                    <a:pt x="3398520" y="4344911"/>
                  </a:lnTo>
                  <a:lnTo>
                    <a:pt x="3398520" y="333756"/>
                  </a:lnTo>
                  <a:lnTo>
                    <a:pt x="3394900" y="284447"/>
                  </a:lnTo>
                  <a:lnTo>
                    <a:pt x="3384384" y="237381"/>
                  </a:lnTo>
                  <a:lnTo>
                    <a:pt x="3367491" y="193075"/>
                  </a:lnTo>
                  <a:lnTo>
                    <a:pt x="3344736" y="152045"/>
                  </a:lnTo>
                  <a:lnTo>
                    <a:pt x="3316637" y="114808"/>
                  </a:lnTo>
                  <a:lnTo>
                    <a:pt x="3283711" y="81882"/>
                  </a:lnTo>
                  <a:lnTo>
                    <a:pt x="3246474" y="53783"/>
                  </a:lnTo>
                  <a:lnTo>
                    <a:pt x="3205444" y="31028"/>
                  </a:lnTo>
                  <a:lnTo>
                    <a:pt x="3161138" y="14135"/>
                  </a:lnTo>
                  <a:lnTo>
                    <a:pt x="3114072" y="3619"/>
                  </a:lnTo>
                  <a:lnTo>
                    <a:pt x="30647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421123" y="1522475"/>
              <a:ext cx="3398520" cy="4678680"/>
            </a:xfrm>
            <a:custGeom>
              <a:avLst/>
              <a:gdLst/>
              <a:ahLst/>
              <a:cxnLst/>
              <a:rect l="l" t="t" r="r" b="b"/>
              <a:pathLst>
                <a:path w="3398520" h="4678680">
                  <a:moveTo>
                    <a:pt x="0" y="333756"/>
                  </a:moveTo>
                  <a:lnTo>
                    <a:pt x="3619" y="284447"/>
                  </a:lnTo>
                  <a:lnTo>
                    <a:pt x="14135" y="237381"/>
                  </a:lnTo>
                  <a:lnTo>
                    <a:pt x="31028" y="193075"/>
                  </a:lnTo>
                  <a:lnTo>
                    <a:pt x="53783" y="152045"/>
                  </a:lnTo>
                  <a:lnTo>
                    <a:pt x="81882" y="114808"/>
                  </a:lnTo>
                  <a:lnTo>
                    <a:pt x="114808" y="81882"/>
                  </a:lnTo>
                  <a:lnTo>
                    <a:pt x="152045" y="53783"/>
                  </a:lnTo>
                  <a:lnTo>
                    <a:pt x="193075" y="31028"/>
                  </a:lnTo>
                  <a:lnTo>
                    <a:pt x="237381" y="14135"/>
                  </a:lnTo>
                  <a:lnTo>
                    <a:pt x="284447" y="3619"/>
                  </a:lnTo>
                  <a:lnTo>
                    <a:pt x="333755" y="0"/>
                  </a:lnTo>
                  <a:lnTo>
                    <a:pt x="3064764" y="0"/>
                  </a:lnTo>
                  <a:lnTo>
                    <a:pt x="3114072" y="3619"/>
                  </a:lnTo>
                  <a:lnTo>
                    <a:pt x="3161138" y="14135"/>
                  </a:lnTo>
                  <a:lnTo>
                    <a:pt x="3205444" y="31028"/>
                  </a:lnTo>
                  <a:lnTo>
                    <a:pt x="3246474" y="53783"/>
                  </a:lnTo>
                  <a:lnTo>
                    <a:pt x="3283711" y="81882"/>
                  </a:lnTo>
                  <a:lnTo>
                    <a:pt x="3316637" y="114808"/>
                  </a:lnTo>
                  <a:lnTo>
                    <a:pt x="3344736" y="152045"/>
                  </a:lnTo>
                  <a:lnTo>
                    <a:pt x="3367491" y="193075"/>
                  </a:lnTo>
                  <a:lnTo>
                    <a:pt x="3384384" y="237381"/>
                  </a:lnTo>
                  <a:lnTo>
                    <a:pt x="3394900" y="284447"/>
                  </a:lnTo>
                  <a:lnTo>
                    <a:pt x="3398520" y="333756"/>
                  </a:lnTo>
                  <a:lnTo>
                    <a:pt x="3398520" y="4344911"/>
                  </a:lnTo>
                  <a:lnTo>
                    <a:pt x="3394900" y="4394234"/>
                  </a:lnTo>
                  <a:lnTo>
                    <a:pt x="3384384" y="4441309"/>
                  </a:lnTo>
                  <a:lnTo>
                    <a:pt x="3367491" y="4485621"/>
                  </a:lnTo>
                  <a:lnTo>
                    <a:pt x="3344736" y="4526654"/>
                  </a:lnTo>
                  <a:lnTo>
                    <a:pt x="3316637" y="4563890"/>
                  </a:lnTo>
                  <a:lnTo>
                    <a:pt x="3283711" y="4596813"/>
                  </a:lnTo>
                  <a:lnTo>
                    <a:pt x="3246474" y="4624909"/>
                  </a:lnTo>
                  <a:lnTo>
                    <a:pt x="3205444" y="4647659"/>
                  </a:lnTo>
                  <a:lnTo>
                    <a:pt x="3161138" y="4664548"/>
                  </a:lnTo>
                  <a:lnTo>
                    <a:pt x="3114072" y="4675061"/>
                  </a:lnTo>
                  <a:lnTo>
                    <a:pt x="3064764" y="4678680"/>
                  </a:lnTo>
                  <a:lnTo>
                    <a:pt x="333755" y="4678680"/>
                  </a:lnTo>
                  <a:lnTo>
                    <a:pt x="284447" y="4675061"/>
                  </a:lnTo>
                  <a:lnTo>
                    <a:pt x="237381" y="4664548"/>
                  </a:lnTo>
                  <a:lnTo>
                    <a:pt x="193075" y="4647659"/>
                  </a:lnTo>
                  <a:lnTo>
                    <a:pt x="152045" y="4624909"/>
                  </a:lnTo>
                  <a:lnTo>
                    <a:pt x="114808" y="4596813"/>
                  </a:lnTo>
                  <a:lnTo>
                    <a:pt x="81882" y="4563890"/>
                  </a:lnTo>
                  <a:lnTo>
                    <a:pt x="53783" y="4526654"/>
                  </a:lnTo>
                  <a:lnTo>
                    <a:pt x="31028" y="4485621"/>
                  </a:lnTo>
                  <a:lnTo>
                    <a:pt x="14135" y="4441309"/>
                  </a:lnTo>
                  <a:lnTo>
                    <a:pt x="3619" y="4394234"/>
                  </a:lnTo>
                  <a:lnTo>
                    <a:pt x="0" y="4344911"/>
                  </a:lnTo>
                  <a:lnTo>
                    <a:pt x="0" y="333756"/>
                  </a:lnTo>
                  <a:close/>
                </a:path>
              </a:pathLst>
            </a:custGeom>
            <a:ln w="9144">
              <a:solidFill>
                <a:srgbClr val="52097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8368283" y="1522475"/>
              <a:ext cx="3249295" cy="4678680"/>
            </a:xfrm>
            <a:custGeom>
              <a:avLst/>
              <a:gdLst/>
              <a:ahLst/>
              <a:cxnLst/>
              <a:rect l="l" t="t" r="r" b="b"/>
              <a:pathLst>
                <a:path w="3249295" h="4678680">
                  <a:moveTo>
                    <a:pt x="2930017" y="0"/>
                  </a:moveTo>
                  <a:lnTo>
                    <a:pt x="319150" y="0"/>
                  </a:lnTo>
                  <a:lnTo>
                    <a:pt x="271986" y="3460"/>
                  </a:lnTo>
                  <a:lnTo>
                    <a:pt x="226970" y="13511"/>
                  </a:lnTo>
                  <a:lnTo>
                    <a:pt x="184599" y="29660"/>
                  </a:lnTo>
                  <a:lnTo>
                    <a:pt x="145363" y="51413"/>
                  </a:lnTo>
                  <a:lnTo>
                    <a:pt x="109758" y="78277"/>
                  </a:lnTo>
                  <a:lnTo>
                    <a:pt x="78277" y="109758"/>
                  </a:lnTo>
                  <a:lnTo>
                    <a:pt x="51413" y="145363"/>
                  </a:lnTo>
                  <a:lnTo>
                    <a:pt x="29660" y="184599"/>
                  </a:lnTo>
                  <a:lnTo>
                    <a:pt x="13511" y="226970"/>
                  </a:lnTo>
                  <a:lnTo>
                    <a:pt x="3460" y="271986"/>
                  </a:lnTo>
                  <a:lnTo>
                    <a:pt x="0" y="319150"/>
                  </a:lnTo>
                  <a:lnTo>
                    <a:pt x="0" y="4359579"/>
                  </a:lnTo>
                  <a:lnTo>
                    <a:pt x="3460" y="4406734"/>
                  </a:lnTo>
                  <a:lnTo>
                    <a:pt x="13511" y="4451741"/>
                  </a:lnTo>
                  <a:lnTo>
                    <a:pt x="29660" y="4494106"/>
                  </a:lnTo>
                  <a:lnTo>
                    <a:pt x="51413" y="4533334"/>
                  </a:lnTo>
                  <a:lnTo>
                    <a:pt x="78277" y="4568934"/>
                  </a:lnTo>
                  <a:lnTo>
                    <a:pt x="109758" y="4600411"/>
                  </a:lnTo>
                  <a:lnTo>
                    <a:pt x="145363" y="4627271"/>
                  </a:lnTo>
                  <a:lnTo>
                    <a:pt x="184599" y="4649022"/>
                  </a:lnTo>
                  <a:lnTo>
                    <a:pt x="226970" y="4665169"/>
                  </a:lnTo>
                  <a:lnTo>
                    <a:pt x="271986" y="4675220"/>
                  </a:lnTo>
                  <a:lnTo>
                    <a:pt x="319150" y="4678680"/>
                  </a:lnTo>
                  <a:lnTo>
                    <a:pt x="2930017" y="4678680"/>
                  </a:lnTo>
                  <a:lnTo>
                    <a:pt x="2977181" y="4675220"/>
                  </a:lnTo>
                  <a:lnTo>
                    <a:pt x="3022197" y="4665169"/>
                  </a:lnTo>
                  <a:lnTo>
                    <a:pt x="3064568" y="4649022"/>
                  </a:lnTo>
                  <a:lnTo>
                    <a:pt x="3103804" y="4627271"/>
                  </a:lnTo>
                  <a:lnTo>
                    <a:pt x="3139409" y="4600411"/>
                  </a:lnTo>
                  <a:lnTo>
                    <a:pt x="3170890" y="4568934"/>
                  </a:lnTo>
                  <a:lnTo>
                    <a:pt x="3197754" y="4533334"/>
                  </a:lnTo>
                  <a:lnTo>
                    <a:pt x="3219507" y="4494106"/>
                  </a:lnTo>
                  <a:lnTo>
                    <a:pt x="3235656" y="4451741"/>
                  </a:lnTo>
                  <a:lnTo>
                    <a:pt x="3245707" y="4406734"/>
                  </a:lnTo>
                  <a:lnTo>
                    <a:pt x="3249168" y="4359579"/>
                  </a:lnTo>
                  <a:lnTo>
                    <a:pt x="3249168" y="319150"/>
                  </a:lnTo>
                  <a:lnTo>
                    <a:pt x="3245707" y="271986"/>
                  </a:lnTo>
                  <a:lnTo>
                    <a:pt x="3235656" y="226970"/>
                  </a:lnTo>
                  <a:lnTo>
                    <a:pt x="3219507" y="184599"/>
                  </a:lnTo>
                  <a:lnTo>
                    <a:pt x="3197754" y="145363"/>
                  </a:lnTo>
                  <a:lnTo>
                    <a:pt x="3170890" y="109758"/>
                  </a:lnTo>
                  <a:lnTo>
                    <a:pt x="3139409" y="78277"/>
                  </a:lnTo>
                  <a:lnTo>
                    <a:pt x="3103804" y="51413"/>
                  </a:lnTo>
                  <a:lnTo>
                    <a:pt x="3064568" y="29660"/>
                  </a:lnTo>
                  <a:lnTo>
                    <a:pt x="3022197" y="13511"/>
                  </a:lnTo>
                  <a:lnTo>
                    <a:pt x="2977181" y="3460"/>
                  </a:lnTo>
                  <a:lnTo>
                    <a:pt x="29300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368283" y="1522475"/>
              <a:ext cx="3249295" cy="4678680"/>
            </a:xfrm>
            <a:custGeom>
              <a:avLst/>
              <a:gdLst/>
              <a:ahLst/>
              <a:cxnLst/>
              <a:rect l="l" t="t" r="r" b="b"/>
              <a:pathLst>
                <a:path w="3249295" h="4678680">
                  <a:moveTo>
                    <a:pt x="0" y="319150"/>
                  </a:moveTo>
                  <a:lnTo>
                    <a:pt x="3460" y="271986"/>
                  </a:lnTo>
                  <a:lnTo>
                    <a:pt x="13511" y="226970"/>
                  </a:lnTo>
                  <a:lnTo>
                    <a:pt x="29660" y="184599"/>
                  </a:lnTo>
                  <a:lnTo>
                    <a:pt x="51413" y="145363"/>
                  </a:lnTo>
                  <a:lnTo>
                    <a:pt x="78277" y="109758"/>
                  </a:lnTo>
                  <a:lnTo>
                    <a:pt x="109758" y="78277"/>
                  </a:lnTo>
                  <a:lnTo>
                    <a:pt x="145363" y="51413"/>
                  </a:lnTo>
                  <a:lnTo>
                    <a:pt x="184599" y="29660"/>
                  </a:lnTo>
                  <a:lnTo>
                    <a:pt x="226970" y="13511"/>
                  </a:lnTo>
                  <a:lnTo>
                    <a:pt x="271986" y="3460"/>
                  </a:lnTo>
                  <a:lnTo>
                    <a:pt x="319150" y="0"/>
                  </a:lnTo>
                  <a:lnTo>
                    <a:pt x="2930017" y="0"/>
                  </a:lnTo>
                  <a:lnTo>
                    <a:pt x="2977181" y="3460"/>
                  </a:lnTo>
                  <a:lnTo>
                    <a:pt x="3022197" y="13511"/>
                  </a:lnTo>
                  <a:lnTo>
                    <a:pt x="3064568" y="29660"/>
                  </a:lnTo>
                  <a:lnTo>
                    <a:pt x="3103804" y="51413"/>
                  </a:lnTo>
                  <a:lnTo>
                    <a:pt x="3139409" y="78277"/>
                  </a:lnTo>
                  <a:lnTo>
                    <a:pt x="3170890" y="109758"/>
                  </a:lnTo>
                  <a:lnTo>
                    <a:pt x="3197754" y="145363"/>
                  </a:lnTo>
                  <a:lnTo>
                    <a:pt x="3219507" y="184599"/>
                  </a:lnTo>
                  <a:lnTo>
                    <a:pt x="3235656" y="226970"/>
                  </a:lnTo>
                  <a:lnTo>
                    <a:pt x="3245707" y="271986"/>
                  </a:lnTo>
                  <a:lnTo>
                    <a:pt x="3249168" y="319150"/>
                  </a:lnTo>
                  <a:lnTo>
                    <a:pt x="3249168" y="4359579"/>
                  </a:lnTo>
                  <a:lnTo>
                    <a:pt x="3245707" y="4406734"/>
                  </a:lnTo>
                  <a:lnTo>
                    <a:pt x="3235656" y="4451741"/>
                  </a:lnTo>
                  <a:lnTo>
                    <a:pt x="3219507" y="4494106"/>
                  </a:lnTo>
                  <a:lnTo>
                    <a:pt x="3197754" y="4533334"/>
                  </a:lnTo>
                  <a:lnTo>
                    <a:pt x="3170890" y="4568934"/>
                  </a:lnTo>
                  <a:lnTo>
                    <a:pt x="3139409" y="4600411"/>
                  </a:lnTo>
                  <a:lnTo>
                    <a:pt x="3103804" y="4627271"/>
                  </a:lnTo>
                  <a:lnTo>
                    <a:pt x="3064568" y="4649022"/>
                  </a:lnTo>
                  <a:lnTo>
                    <a:pt x="3022197" y="4665169"/>
                  </a:lnTo>
                  <a:lnTo>
                    <a:pt x="2977181" y="4675220"/>
                  </a:lnTo>
                  <a:lnTo>
                    <a:pt x="2930017" y="4678680"/>
                  </a:lnTo>
                  <a:lnTo>
                    <a:pt x="319150" y="4678680"/>
                  </a:lnTo>
                  <a:lnTo>
                    <a:pt x="271986" y="4675220"/>
                  </a:lnTo>
                  <a:lnTo>
                    <a:pt x="226970" y="4665169"/>
                  </a:lnTo>
                  <a:lnTo>
                    <a:pt x="184599" y="4649022"/>
                  </a:lnTo>
                  <a:lnTo>
                    <a:pt x="145363" y="4627271"/>
                  </a:lnTo>
                  <a:lnTo>
                    <a:pt x="109758" y="4600411"/>
                  </a:lnTo>
                  <a:lnTo>
                    <a:pt x="78277" y="4568934"/>
                  </a:lnTo>
                  <a:lnTo>
                    <a:pt x="51413" y="4533334"/>
                  </a:lnTo>
                  <a:lnTo>
                    <a:pt x="29660" y="4494106"/>
                  </a:lnTo>
                  <a:lnTo>
                    <a:pt x="13511" y="4451741"/>
                  </a:lnTo>
                  <a:lnTo>
                    <a:pt x="3460" y="4406734"/>
                  </a:lnTo>
                  <a:lnTo>
                    <a:pt x="0" y="4359579"/>
                  </a:lnTo>
                  <a:lnTo>
                    <a:pt x="0" y="319150"/>
                  </a:lnTo>
                  <a:close/>
                </a:path>
              </a:pathLst>
            </a:custGeom>
            <a:ln w="9144">
              <a:solidFill>
                <a:srgbClr val="52097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26363" y="1522475"/>
              <a:ext cx="3246120" cy="4678680"/>
            </a:xfrm>
            <a:custGeom>
              <a:avLst/>
              <a:gdLst/>
              <a:ahLst/>
              <a:cxnLst/>
              <a:rect l="l" t="t" r="r" b="b"/>
              <a:pathLst>
                <a:path w="3246120" h="4678680">
                  <a:moveTo>
                    <a:pt x="2927350" y="0"/>
                  </a:moveTo>
                  <a:lnTo>
                    <a:pt x="318795" y="0"/>
                  </a:lnTo>
                  <a:lnTo>
                    <a:pt x="271687" y="3456"/>
                  </a:lnTo>
                  <a:lnTo>
                    <a:pt x="226725" y="13498"/>
                  </a:lnTo>
                  <a:lnTo>
                    <a:pt x="184401" y="29632"/>
                  </a:lnTo>
                  <a:lnTo>
                    <a:pt x="145210" y="51363"/>
                  </a:lnTo>
                  <a:lnTo>
                    <a:pt x="109644" y="78198"/>
                  </a:lnTo>
                  <a:lnTo>
                    <a:pt x="78197" y="109645"/>
                  </a:lnTo>
                  <a:lnTo>
                    <a:pt x="51361" y="145209"/>
                  </a:lnTo>
                  <a:lnTo>
                    <a:pt x="29630" y="184397"/>
                  </a:lnTo>
                  <a:lnTo>
                    <a:pt x="13497" y="226715"/>
                  </a:lnTo>
                  <a:lnTo>
                    <a:pt x="3456" y="271671"/>
                  </a:lnTo>
                  <a:lnTo>
                    <a:pt x="0" y="318770"/>
                  </a:lnTo>
                  <a:lnTo>
                    <a:pt x="0" y="4359884"/>
                  </a:lnTo>
                  <a:lnTo>
                    <a:pt x="3456" y="4406992"/>
                  </a:lnTo>
                  <a:lnTo>
                    <a:pt x="13497" y="4451954"/>
                  </a:lnTo>
                  <a:lnTo>
                    <a:pt x="29630" y="4494278"/>
                  </a:lnTo>
                  <a:lnTo>
                    <a:pt x="51361" y="4533469"/>
                  </a:lnTo>
                  <a:lnTo>
                    <a:pt x="78197" y="4569035"/>
                  </a:lnTo>
                  <a:lnTo>
                    <a:pt x="109644" y="4600482"/>
                  </a:lnTo>
                  <a:lnTo>
                    <a:pt x="145210" y="4627318"/>
                  </a:lnTo>
                  <a:lnTo>
                    <a:pt x="184401" y="4649049"/>
                  </a:lnTo>
                  <a:lnTo>
                    <a:pt x="226725" y="4665182"/>
                  </a:lnTo>
                  <a:lnTo>
                    <a:pt x="271687" y="4675223"/>
                  </a:lnTo>
                  <a:lnTo>
                    <a:pt x="318795" y="4678680"/>
                  </a:lnTo>
                  <a:lnTo>
                    <a:pt x="2927350" y="4678680"/>
                  </a:lnTo>
                  <a:lnTo>
                    <a:pt x="2974448" y="4675223"/>
                  </a:lnTo>
                  <a:lnTo>
                    <a:pt x="3019404" y="4665182"/>
                  </a:lnTo>
                  <a:lnTo>
                    <a:pt x="3061722" y="4649049"/>
                  </a:lnTo>
                  <a:lnTo>
                    <a:pt x="3100910" y="4627318"/>
                  </a:lnTo>
                  <a:lnTo>
                    <a:pt x="3136474" y="4600482"/>
                  </a:lnTo>
                  <a:lnTo>
                    <a:pt x="3167921" y="4569035"/>
                  </a:lnTo>
                  <a:lnTo>
                    <a:pt x="3194756" y="4533469"/>
                  </a:lnTo>
                  <a:lnTo>
                    <a:pt x="3216487" y="4494278"/>
                  </a:lnTo>
                  <a:lnTo>
                    <a:pt x="3232621" y="4451954"/>
                  </a:lnTo>
                  <a:lnTo>
                    <a:pt x="3242663" y="4406992"/>
                  </a:lnTo>
                  <a:lnTo>
                    <a:pt x="3246120" y="4359884"/>
                  </a:lnTo>
                  <a:lnTo>
                    <a:pt x="3246120" y="318770"/>
                  </a:lnTo>
                  <a:lnTo>
                    <a:pt x="3242663" y="271671"/>
                  </a:lnTo>
                  <a:lnTo>
                    <a:pt x="3232621" y="226715"/>
                  </a:lnTo>
                  <a:lnTo>
                    <a:pt x="3216487" y="184397"/>
                  </a:lnTo>
                  <a:lnTo>
                    <a:pt x="3194756" y="145209"/>
                  </a:lnTo>
                  <a:lnTo>
                    <a:pt x="3167921" y="109645"/>
                  </a:lnTo>
                  <a:lnTo>
                    <a:pt x="3136474" y="78198"/>
                  </a:lnTo>
                  <a:lnTo>
                    <a:pt x="3100910" y="51363"/>
                  </a:lnTo>
                  <a:lnTo>
                    <a:pt x="3061722" y="29632"/>
                  </a:lnTo>
                  <a:lnTo>
                    <a:pt x="3019404" y="13498"/>
                  </a:lnTo>
                  <a:lnTo>
                    <a:pt x="2974448" y="3456"/>
                  </a:lnTo>
                  <a:lnTo>
                    <a:pt x="29273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26363" y="1522475"/>
              <a:ext cx="3246120" cy="4678680"/>
            </a:xfrm>
            <a:custGeom>
              <a:avLst/>
              <a:gdLst/>
              <a:ahLst/>
              <a:cxnLst/>
              <a:rect l="l" t="t" r="r" b="b"/>
              <a:pathLst>
                <a:path w="3246120" h="4678680">
                  <a:moveTo>
                    <a:pt x="0" y="318770"/>
                  </a:moveTo>
                  <a:lnTo>
                    <a:pt x="3456" y="271671"/>
                  </a:lnTo>
                  <a:lnTo>
                    <a:pt x="13497" y="226715"/>
                  </a:lnTo>
                  <a:lnTo>
                    <a:pt x="29630" y="184397"/>
                  </a:lnTo>
                  <a:lnTo>
                    <a:pt x="51361" y="145209"/>
                  </a:lnTo>
                  <a:lnTo>
                    <a:pt x="78197" y="109645"/>
                  </a:lnTo>
                  <a:lnTo>
                    <a:pt x="109644" y="78198"/>
                  </a:lnTo>
                  <a:lnTo>
                    <a:pt x="145210" y="51363"/>
                  </a:lnTo>
                  <a:lnTo>
                    <a:pt x="184401" y="29632"/>
                  </a:lnTo>
                  <a:lnTo>
                    <a:pt x="226725" y="13498"/>
                  </a:lnTo>
                  <a:lnTo>
                    <a:pt x="271687" y="3456"/>
                  </a:lnTo>
                  <a:lnTo>
                    <a:pt x="318795" y="0"/>
                  </a:lnTo>
                  <a:lnTo>
                    <a:pt x="2927350" y="0"/>
                  </a:lnTo>
                  <a:lnTo>
                    <a:pt x="2974448" y="3456"/>
                  </a:lnTo>
                  <a:lnTo>
                    <a:pt x="3019404" y="13498"/>
                  </a:lnTo>
                  <a:lnTo>
                    <a:pt x="3061722" y="29632"/>
                  </a:lnTo>
                  <a:lnTo>
                    <a:pt x="3100910" y="51363"/>
                  </a:lnTo>
                  <a:lnTo>
                    <a:pt x="3136474" y="78198"/>
                  </a:lnTo>
                  <a:lnTo>
                    <a:pt x="3167921" y="109645"/>
                  </a:lnTo>
                  <a:lnTo>
                    <a:pt x="3194756" y="145209"/>
                  </a:lnTo>
                  <a:lnTo>
                    <a:pt x="3216487" y="184397"/>
                  </a:lnTo>
                  <a:lnTo>
                    <a:pt x="3232621" y="226715"/>
                  </a:lnTo>
                  <a:lnTo>
                    <a:pt x="3242663" y="271671"/>
                  </a:lnTo>
                  <a:lnTo>
                    <a:pt x="3246120" y="318770"/>
                  </a:lnTo>
                  <a:lnTo>
                    <a:pt x="3246120" y="4359884"/>
                  </a:lnTo>
                  <a:lnTo>
                    <a:pt x="3242663" y="4406992"/>
                  </a:lnTo>
                  <a:lnTo>
                    <a:pt x="3232621" y="4451954"/>
                  </a:lnTo>
                  <a:lnTo>
                    <a:pt x="3216487" y="4494278"/>
                  </a:lnTo>
                  <a:lnTo>
                    <a:pt x="3194756" y="4533469"/>
                  </a:lnTo>
                  <a:lnTo>
                    <a:pt x="3167921" y="4569035"/>
                  </a:lnTo>
                  <a:lnTo>
                    <a:pt x="3136474" y="4600482"/>
                  </a:lnTo>
                  <a:lnTo>
                    <a:pt x="3100910" y="4627318"/>
                  </a:lnTo>
                  <a:lnTo>
                    <a:pt x="3061722" y="4649049"/>
                  </a:lnTo>
                  <a:lnTo>
                    <a:pt x="3019404" y="4665182"/>
                  </a:lnTo>
                  <a:lnTo>
                    <a:pt x="2974448" y="4675223"/>
                  </a:lnTo>
                  <a:lnTo>
                    <a:pt x="2927350" y="4678680"/>
                  </a:lnTo>
                  <a:lnTo>
                    <a:pt x="318795" y="4678680"/>
                  </a:lnTo>
                  <a:lnTo>
                    <a:pt x="271687" y="4675223"/>
                  </a:lnTo>
                  <a:lnTo>
                    <a:pt x="226725" y="4665182"/>
                  </a:lnTo>
                  <a:lnTo>
                    <a:pt x="184401" y="4649049"/>
                  </a:lnTo>
                  <a:lnTo>
                    <a:pt x="145210" y="4627318"/>
                  </a:lnTo>
                  <a:lnTo>
                    <a:pt x="109644" y="4600482"/>
                  </a:lnTo>
                  <a:lnTo>
                    <a:pt x="78197" y="4569035"/>
                  </a:lnTo>
                  <a:lnTo>
                    <a:pt x="51361" y="4533469"/>
                  </a:lnTo>
                  <a:lnTo>
                    <a:pt x="29630" y="4494278"/>
                  </a:lnTo>
                  <a:lnTo>
                    <a:pt x="13497" y="4451954"/>
                  </a:lnTo>
                  <a:lnTo>
                    <a:pt x="3456" y="4406992"/>
                  </a:lnTo>
                  <a:lnTo>
                    <a:pt x="0" y="4359884"/>
                  </a:lnTo>
                  <a:lnTo>
                    <a:pt x="0" y="318770"/>
                  </a:lnTo>
                  <a:close/>
                </a:path>
              </a:pathLst>
            </a:custGeom>
            <a:ln w="9144">
              <a:solidFill>
                <a:srgbClr val="52097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3180" rIns="0" bIns="0" rtlCol="0" vert="horz">
            <a:spAutoFit/>
          </a:bodyPr>
          <a:lstStyle/>
          <a:p>
            <a:pPr marL="62865">
              <a:lnSpc>
                <a:spcPct val="100000"/>
              </a:lnSpc>
              <a:spcBef>
                <a:spcPts val="340"/>
              </a:spcBef>
            </a:pPr>
            <a:fld id="{81D60167-4931-47E6-BA6A-407CBD079E47}" type="slidenum">
              <a:rPr dirty="0" spc="-25">
                <a:solidFill>
                  <a:srgbClr val="520977"/>
                </a:solidFill>
              </a:rPr>
              <a:t>10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47472" y="323088"/>
              <a:ext cx="3108960" cy="622300"/>
            </a:xfrm>
            <a:custGeom>
              <a:avLst/>
              <a:gdLst/>
              <a:ahLst/>
              <a:cxnLst/>
              <a:rect l="l" t="t" r="r" b="b"/>
              <a:pathLst>
                <a:path w="3108960" h="622300">
                  <a:moveTo>
                    <a:pt x="2992628" y="0"/>
                  </a:moveTo>
                  <a:lnTo>
                    <a:pt x="116319" y="0"/>
                  </a:lnTo>
                  <a:lnTo>
                    <a:pt x="71039" y="9140"/>
                  </a:lnTo>
                  <a:lnTo>
                    <a:pt x="34066" y="34067"/>
                  </a:lnTo>
                  <a:lnTo>
                    <a:pt x="9139" y="71044"/>
                  </a:lnTo>
                  <a:lnTo>
                    <a:pt x="0" y="116331"/>
                  </a:lnTo>
                  <a:lnTo>
                    <a:pt x="0" y="505459"/>
                  </a:lnTo>
                  <a:lnTo>
                    <a:pt x="9139" y="550747"/>
                  </a:lnTo>
                  <a:lnTo>
                    <a:pt x="34066" y="587724"/>
                  </a:lnTo>
                  <a:lnTo>
                    <a:pt x="71039" y="612651"/>
                  </a:lnTo>
                  <a:lnTo>
                    <a:pt x="116319" y="621791"/>
                  </a:lnTo>
                  <a:lnTo>
                    <a:pt x="2992628" y="621791"/>
                  </a:lnTo>
                  <a:lnTo>
                    <a:pt x="3037915" y="612651"/>
                  </a:lnTo>
                  <a:lnTo>
                    <a:pt x="3074892" y="587724"/>
                  </a:lnTo>
                  <a:lnTo>
                    <a:pt x="3099819" y="550747"/>
                  </a:lnTo>
                  <a:lnTo>
                    <a:pt x="3108960" y="505459"/>
                  </a:lnTo>
                  <a:lnTo>
                    <a:pt x="3108960" y="116331"/>
                  </a:lnTo>
                  <a:lnTo>
                    <a:pt x="3099819" y="71044"/>
                  </a:lnTo>
                  <a:lnTo>
                    <a:pt x="3074892" y="34067"/>
                  </a:lnTo>
                  <a:lnTo>
                    <a:pt x="3037915" y="9140"/>
                  </a:lnTo>
                  <a:lnTo>
                    <a:pt x="2992628" y="0"/>
                  </a:lnTo>
                  <a:close/>
                </a:path>
              </a:pathLst>
            </a:custGeom>
            <a:solidFill>
              <a:srgbClr val="FF005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3180" rIns="0" bIns="0" rtlCol="0" vert="horz">
            <a:spAutoFit/>
          </a:bodyPr>
          <a:lstStyle/>
          <a:p>
            <a:pPr marL="62865">
              <a:lnSpc>
                <a:spcPct val="100000"/>
              </a:lnSpc>
              <a:spcBef>
                <a:spcPts val="340"/>
              </a:spcBef>
            </a:pPr>
            <a:fld id="{81D60167-4931-47E6-BA6A-407CBD079E47}" type="slidenum">
              <a:rPr dirty="0" spc="-25">
                <a:solidFill>
                  <a:srgbClr val="520977"/>
                </a:solidFill>
              </a:rPr>
              <a:t>10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47472" y="323088"/>
              <a:ext cx="3108960" cy="622300"/>
            </a:xfrm>
            <a:custGeom>
              <a:avLst/>
              <a:gdLst/>
              <a:ahLst/>
              <a:cxnLst/>
              <a:rect l="l" t="t" r="r" b="b"/>
              <a:pathLst>
                <a:path w="3108960" h="622300">
                  <a:moveTo>
                    <a:pt x="2992628" y="0"/>
                  </a:moveTo>
                  <a:lnTo>
                    <a:pt x="116319" y="0"/>
                  </a:lnTo>
                  <a:lnTo>
                    <a:pt x="71039" y="9140"/>
                  </a:lnTo>
                  <a:lnTo>
                    <a:pt x="34066" y="34067"/>
                  </a:lnTo>
                  <a:lnTo>
                    <a:pt x="9139" y="71044"/>
                  </a:lnTo>
                  <a:lnTo>
                    <a:pt x="0" y="116331"/>
                  </a:lnTo>
                  <a:lnTo>
                    <a:pt x="0" y="505459"/>
                  </a:lnTo>
                  <a:lnTo>
                    <a:pt x="9139" y="550747"/>
                  </a:lnTo>
                  <a:lnTo>
                    <a:pt x="34066" y="587724"/>
                  </a:lnTo>
                  <a:lnTo>
                    <a:pt x="71039" y="612651"/>
                  </a:lnTo>
                  <a:lnTo>
                    <a:pt x="116319" y="621791"/>
                  </a:lnTo>
                  <a:lnTo>
                    <a:pt x="2992628" y="621791"/>
                  </a:lnTo>
                  <a:lnTo>
                    <a:pt x="3037915" y="612651"/>
                  </a:lnTo>
                  <a:lnTo>
                    <a:pt x="3074892" y="587724"/>
                  </a:lnTo>
                  <a:lnTo>
                    <a:pt x="3099819" y="550747"/>
                  </a:lnTo>
                  <a:lnTo>
                    <a:pt x="3108960" y="505459"/>
                  </a:lnTo>
                  <a:lnTo>
                    <a:pt x="3108960" y="116331"/>
                  </a:lnTo>
                  <a:lnTo>
                    <a:pt x="3099819" y="71044"/>
                  </a:lnTo>
                  <a:lnTo>
                    <a:pt x="3074892" y="34067"/>
                  </a:lnTo>
                  <a:lnTo>
                    <a:pt x="3037915" y="9140"/>
                  </a:lnTo>
                  <a:lnTo>
                    <a:pt x="2992628" y="0"/>
                  </a:lnTo>
                  <a:close/>
                </a:path>
              </a:pathLst>
            </a:custGeom>
            <a:solidFill>
              <a:srgbClr val="52097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48995" y="1016508"/>
              <a:ext cx="6806565" cy="2030095"/>
            </a:xfrm>
            <a:custGeom>
              <a:avLst/>
              <a:gdLst/>
              <a:ahLst/>
              <a:cxnLst/>
              <a:rect l="l" t="t" r="r" b="b"/>
              <a:pathLst>
                <a:path w="6806565" h="2030095">
                  <a:moveTo>
                    <a:pt x="6600571" y="0"/>
                  </a:moveTo>
                  <a:lnTo>
                    <a:pt x="205587" y="0"/>
                  </a:lnTo>
                  <a:lnTo>
                    <a:pt x="158449" y="5431"/>
                  </a:lnTo>
                  <a:lnTo>
                    <a:pt x="115177" y="20902"/>
                  </a:lnTo>
                  <a:lnTo>
                    <a:pt x="77005" y="45176"/>
                  </a:lnTo>
                  <a:lnTo>
                    <a:pt x="45166" y="77020"/>
                  </a:lnTo>
                  <a:lnTo>
                    <a:pt x="20897" y="115197"/>
                  </a:lnTo>
                  <a:lnTo>
                    <a:pt x="5429" y="158473"/>
                  </a:lnTo>
                  <a:lnTo>
                    <a:pt x="0" y="205612"/>
                  </a:lnTo>
                  <a:lnTo>
                    <a:pt x="0" y="1824354"/>
                  </a:lnTo>
                  <a:lnTo>
                    <a:pt x="5429" y="1871494"/>
                  </a:lnTo>
                  <a:lnTo>
                    <a:pt x="20897" y="1914770"/>
                  </a:lnTo>
                  <a:lnTo>
                    <a:pt x="45166" y="1952947"/>
                  </a:lnTo>
                  <a:lnTo>
                    <a:pt x="77005" y="1984791"/>
                  </a:lnTo>
                  <a:lnTo>
                    <a:pt x="115177" y="2009065"/>
                  </a:lnTo>
                  <a:lnTo>
                    <a:pt x="158449" y="2024536"/>
                  </a:lnTo>
                  <a:lnTo>
                    <a:pt x="205587" y="2029967"/>
                  </a:lnTo>
                  <a:lnTo>
                    <a:pt x="6600571" y="2029967"/>
                  </a:lnTo>
                  <a:lnTo>
                    <a:pt x="6647710" y="2024536"/>
                  </a:lnTo>
                  <a:lnTo>
                    <a:pt x="6690986" y="2009065"/>
                  </a:lnTo>
                  <a:lnTo>
                    <a:pt x="6729163" y="1984791"/>
                  </a:lnTo>
                  <a:lnTo>
                    <a:pt x="6761007" y="1952947"/>
                  </a:lnTo>
                  <a:lnTo>
                    <a:pt x="6785281" y="1914770"/>
                  </a:lnTo>
                  <a:lnTo>
                    <a:pt x="6800752" y="1871494"/>
                  </a:lnTo>
                  <a:lnTo>
                    <a:pt x="6806183" y="1824354"/>
                  </a:lnTo>
                  <a:lnTo>
                    <a:pt x="6806183" y="205612"/>
                  </a:lnTo>
                  <a:lnTo>
                    <a:pt x="6800752" y="158473"/>
                  </a:lnTo>
                  <a:lnTo>
                    <a:pt x="6785281" y="115197"/>
                  </a:lnTo>
                  <a:lnTo>
                    <a:pt x="6761007" y="77020"/>
                  </a:lnTo>
                  <a:lnTo>
                    <a:pt x="6729163" y="45176"/>
                  </a:lnTo>
                  <a:lnTo>
                    <a:pt x="6690986" y="20902"/>
                  </a:lnTo>
                  <a:lnTo>
                    <a:pt x="6647710" y="5431"/>
                  </a:lnTo>
                  <a:lnTo>
                    <a:pt x="66005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48995" y="1016508"/>
              <a:ext cx="6806565" cy="2030095"/>
            </a:xfrm>
            <a:custGeom>
              <a:avLst/>
              <a:gdLst/>
              <a:ahLst/>
              <a:cxnLst/>
              <a:rect l="l" t="t" r="r" b="b"/>
              <a:pathLst>
                <a:path w="6806565" h="2030095">
                  <a:moveTo>
                    <a:pt x="0" y="205612"/>
                  </a:moveTo>
                  <a:lnTo>
                    <a:pt x="5429" y="158473"/>
                  </a:lnTo>
                  <a:lnTo>
                    <a:pt x="20897" y="115197"/>
                  </a:lnTo>
                  <a:lnTo>
                    <a:pt x="45166" y="77020"/>
                  </a:lnTo>
                  <a:lnTo>
                    <a:pt x="77005" y="45176"/>
                  </a:lnTo>
                  <a:lnTo>
                    <a:pt x="115177" y="20902"/>
                  </a:lnTo>
                  <a:lnTo>
                    <a:pt x="158449" y="5431"/>
                  </a:lnTo>
                  <a:lnTo>
                    <a:pt x="205587" y="0"/>
                  </a:lnTo>
                  <a:lnTo>
                    <a:pt x="6600571" y="0"/>
                  </a:lnTo>
                  <a:lnTo>
                    <a:pt x="6647710" y="5431"/>
                  </a:lnTo>
                  <a:lnTo>
                    <a:pt x="6690986" y="20902"/>
                  </a:lnTo>
                  <a:lnTo>
                    <a:pt x="6729163" y="45176"/>
                  </a:lnTo>
                  <a:lnTo>
                    <a:pt x="6761007" y="77020"/>
                  </a:lnTo>
                  <a:lnTo>
                    <a:pt x="6785281" y="115197"/>
                  </a:lnTo>
                  <a:lnTo>
                    <a:pt x="6800752" y="158473"/>
                  </a:lnTo>
                  <a:lnTo>
                    <a:pt x="6806183" y="205612"/>
                  </a:lnTo>
                  <a:lnTo>
                    <a:pt x="6806183" y="1824354"/>
                  </a:lnTo>
                  <a:lnTo>
                    <a:pt x="6800752" y="1871494"/>
                  </a:lnTo>
                  <a:lnTo>
                    <a:pt x="6785281" y="1914770"/>
                  </a:lnTo>
                  <a:lnTo>
                    <a:pt x="6761007" y="1952947"/>
                  </a:lnTo>
                  <a:lnTo>
                    <a:pt x="6729163" y="1984791"/>
                  </a:lnTo>
                  <a:lnTo>
                    <a:pt x="6690986" y="2009065"/>
                  </a:lnTo>
                  <a:lnTo>
                    <a:pt x="6647710" y="2024536"/>
                  </a:lnTo>
                  <a:lnTo>
                    <a:pt x="6600571" y="2029967"/>
                  </a:lnTo>
                  <a:lnTo>
                    <a:pt x="205587" y="2029967"/>
                  </a:lnTo>
                  <a:lnTo>
                    <a:pt x="158449" y="2024536"/>
                  </a:lnTo>
                  <a:lnTo>
                    <a:pt x="115177" y="2009065"/>
                  </a:lnTo>
                  <a:lnTo>
                    <a:pt x="77005" y="1984791"/>
                  </a:lnTo>
                  <a:lnTo>
                    <a:pt x="45166" y="1952947"/>
                  </a:lnTo>
                  <a:lnTo>
                    <a:pt x="20897" y="1914770"/>
                  </a:lnTo>
                  <a:lnTo>
                    <a:pt x="5429" y="1871494"/>
                  </a:lnTo>
                  <a:lnTo>
                    <a:pt x="0" y="1824354"/>
                  </a:lnTo>
                  <a:lnTo>
                    <a:pt x="0" y="205612"/>
                  </a:lnTo>
                  <a:close/>
                </a:path>
              </a:pathLst>
            </a:custGeom>
            <a:ln w="9144">
              <a:solidFill>
                <a:srgbClr val="52097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3180" rIns="0" bIns="0" rtlCol="0" vert="horz">
            <a:spAutoFit/>
          </a:bodyPr>
          <a:lstStyle/>
          <a:p>
            <a:pPr marL="62865">
              <a:lnSpc>
                <a:spcPct val="100000"/>
              </a:lnSpc>
              <a:spcBef>
                <a:spcPts val="340"/>
              </a:spcBef>
            </a:pPr>
            <a:fld id="{81D60167-4931-47E6-BA6A-407CBD079E47}" type="slidenum">
              <a:rPr dirty="0" spc="-25">
                <a:solidFill>
                  <a:srgbClr val="520977"/>
                </a:solidFill>
              </a:rPr>
              <a:t>10</a:t>
            </a:fld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1874500" cy="6858000"/>
            <a:chOff x="0" y="0"/>
            <a:chExt cx="118745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1874500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47472" y="323088"/>
              <a:ext cx="3108960" cy="622300"/>
            </a:xfrm>
            <a:custGeom>
              <a:avLst/>
              <a:gdLst/>
              <a:ahLst/>
              <a:cxnLst/>
              <a:rect l="l" t="t" r="r" b="b"/>
              <a:pathLst>
                <a:path w="3108960" h="622300">
                  <a:moveTo>
                    <a:pt x="2992628" y="0"/>
                  </a:moveTo>
                  <a:lnTo>
                    <a:pt x="116319" y="0"/>
                  </a:lnTo>
                  <a:lnTo>
                    <a:pt x="71039" y="9140"/>
                  </a:lnTo>
                  <a:lnTo>
                    <a:pt x="34066" y="34067"/>
                  </a:lnTo>
                  <a:lnTo>
                    <a:pt x="9139" y="71044"/>
                  </a:lnTo>
                  <a:lnTo>
                    <a:pt x="0" y="116331"/>
                  </a:lnTo>
                  <a:lnTo>
                    <a:pt x="0" y="505459"/>
                  </a:lnTo>
                  <a:lnTo>
                    <a:pt x="9139" y="550747"/>
                  </a:lnTo>
                  <a:lnTo>
                    <a:pt x="34066" y="587724"/>
                  </a:lnTo>
                  <a:lnTo>
                    <a:pt x="71039" y="612651"/>
                  </a:lnTo>
                  <a:lnTo>
                    <a:pt x="116319" y="621791"/>
                  </a:lnTo>
                  <a:lnTo>
                    <a:pt x="2992628" y="621791"/>
                  </a:lnTo>
                  <a:lnTo>
                    <a:pt x="3037915" y="612651"/>
                  </a:lnTo>
                  <a:lnTo>
                    <a:pt x="3074892" y="587724"/>
                  </a:lnTo>
                  <a:lnTo>
                    <a:pt x="3099819" y="550747"/>
                  </a:lnTo>
                  <a:lnTo>
                    <a:pt x="3108960" y="505459"/>
                  </a:lnTo>
                  <a:lnTo>
                    <a:pt x="3108960" y="116331"/>
                  </a:lnTo>
                  <a:lnTo>
                    <a:pt x="3099819" y="71044"/>
                  </a:lnTo>
                  <a:lnTo>
                    <a:pt x="3074892" y="34067"/>
                  </a:lnTo>
                  <a:lnTo>
                    <a:pt x="3037915" y="9140"/>
                  </a:lnTo>
                  <a:lnTo>
                    <a:pt x="2992628" y="0"/>
                  </a:lnTo>
                  <a:close/>
                </a:path>
              </a:pathLst>
            </a:custGeom>
            <a:solidFill>
              <a:srgbClr val="52097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954267" y="1367027"/>
              <a:ext cx="5904230" cy="792480"/>
            </a:xfrm>
            <a:custGeom>
              <a:avLst/>
              <a:gdLst/>
              <a:ahLst/>
              <a:cxnLst/>
              <a:rect l="l" t="t" r="r" b="b"/>
              <a:pathLst>
                <a:path w="5904230" h="792480">
                  <a:moveTo>
                    <a:pt x="5774436" y="0"/>
                  </a:moveTo>
                  <a:lnTo>
                    <a:pt x="129540" y="0"/>
                  </a:lnTo>
                  <a:lnTo>
                    <a:pt x="79081" y="10167"/>
                  </a:lnTo>
                  <a:lnTo>
                    <a:pt x="37909" y="37909"/>
                  </a:lnTo>
                  <a:lnTo>
                    <a:pt x="10167" y="79081"/>
                  </a:lnTo>
                  <a:lnTo>
                    <a:pt x="0" y="129539"/>
                  </a:lnTo>
                  <a:lnTo>
                    <a:pt x="0" y="662939"/>
                  </a:lnTo>
                  <a:lnTo>
                    <a:pt x="10167" y="713398"/>
                  </a:lnTo>
                  <a:lnTo>
                    <a:pt x="37909" y="754570"/>
                  </a:lnTo>
                  <a:lnTo>
                    <a:pt x="79081" y="782312"/>
                  </a:lnTo>
                  <a:lnTo>
                    <a:pt x="129540" y="792480"/>
                  </a:lnTo>
                  <a:lnTo>
                    <a:pt x="5774436" y="792480"/>
                  </a:lnTo>
                  <a:lnTo>
                    <a:pt x="5824894" y="782312"/>
                  </a:lnTo>
                  <a:lnTo>
                    <a:pt x="5866066" y="754570"/>
                  </a:lnTo>
                  <a:lnTo>
                    <a:pt x="5893808" y="713398"/>
                  </a:lnTo>
                  <a:lnTo>
                    <a:pt x="5903976" y="662939"/>
                  </a:lnTo>
                  <a:lnTo>
                    <a:pt x="5903976" y="129539"/>
                  </a:lnTo>
                  <a:lnTo>
                    <a:pt x="5893808" y="79081"/>
                  </a:lnTo>
                  <a:lnTo>
                    <a:pt x="5866066" y="37909"/>
                  </a:lnTo>
                  <a:lnTo>
                    <a:pt x="5824894" y="10167"/>
                  </a:lnTo>
                  <a:lnTo>
                    <a:pt x="57744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954267" y="1367027"/>
              <a:ext cx="5904230" cy="792480"/>
            </a:xfrm>
            <a:custGeom>
              <a:avLst/>
              <a:gdLst/>
              <a:ahLst/>
              <a:cxnLst/>
              <a:rect l="l" t="t" r="r" b="b"/>
              <a:pathLst>
                <a:path w="5904230" h="792480">
                  <a:moveTo>
                    <a:pt x="0" y="129539"/>
                  </a:moveTo>
                  <a:lnTo>
                    <a:pt x="10167" y="79081"/>
                  </a:lnTo>
                  <a:lnTo>
                    <a:pt x="37909" y="37909"/>
                  </a:lnTo>
                  <a:lnTo>
                    <a:pt x="79081" y="10167"/>
                  </a:lnTo>
                  <a:lnTo>
                    <a:pt x="129540" y="0"/>
                  </a:lnTo>
                  <a:lnTo>
                    <a:pt x="5774436" y="0"/>
                  </a:lnTo>
                  <a:lnTo>
                    <a:pt x="5824894" y="10167"/>
                  </a:lnTo>
                  <a:lnTo>
                    <a:pt x="5866066" y="37909"/>
                  </a:lnTo>
                  <a:lnTo>
                    <a:pt x="5893808" y="79081"/>
                  </a:lnTo>
                  <a:lnTo>
                    <a:pt x="5903976" y="129539"/>
                  </a:lnTo>
                  <a:lnTo>
                    <a:pt x="5903976" y="662939"/>
                  </a:lnTo>
                  <a:lnTo>
                    <a:pt x="5893808" y="713398"/>
                  </a:lnTo>
                  <a:lnTo>
                    <a:pt x="5866066" y="754570"/>
                  </a:lnTo>
                  <a:lnTo>
                    <a:pt x="5824894" y="782312"/>
                  </a:lnTo>
                  <a:lnTo>
                    <a:pt x="5774436" y="792480"/>
                  </a:lnTo>
                  <a:lnTo>
                    <a:pt x="129540" y="792480"/>
                  </a:lnTo>
                  <a:lnTo>
                    <a:pt x="79081" y="782312"/>
                  </a:lnTo>
                  <a:lnTo>
                    <a:pt x="37909" y="754570"/>
                  </a:lnTo>
                  <a:lnTo>
                    <a:pt x="10167" y="713398"/>
                  </a:lnTo>
                  <a:lnTo>
                    <a:pt x="0" y="662939"/>
                  </a:lnTo>
                  <a:lnTo>
                    <a:pt x="0" y="129539"/>
                  </a:lnTo>
                  <a:close/>
                </a:path>
              </a:pathLst>
            </a:custGeom>
            <a:ln w="9144">
              <a:solidFill>
                <a:srgbClr val="52097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954267" y="2378964"/>
              <a:ext cx="5904230" cy="792480"/>
            </a:xfrm>
            <a:custGeom>
              <a:avLst/>
              <a:gdLst/>
              <a:ahLst/>
              <a:cxnLst/>
              <a:rect l="l" t="t" r="r" b="b"/>
              <a:pathLst>
                <a:path w="5904230" h="792480">
                  <a:moveTo>
                    <a:pt x="5774436" y="0"/>
                  </a:moveTo>
                  <a:lnTo>
                    <a:pt x="129540" y="0"/>
                  </a:lnTo>
                  <a:lnTo>
                    <a:pt x="79081" y="10167"/>
                  </a:lnTo>
                  <a:lnTo>
                    <a:pt x="37909" y="37909"/>
                  </a:lnTo>
                  <a:lnTo>
                    <a:pt x="10167" y="79081"/>
                  </a:lnTo>
                  <a:lnTo>
                    <a:pt x="0" y="129539"/>
                  </a:lnTo>
                  <a:lnTo>
                    <a:pt x="0" y="662939"/>
                  </a:lnTo>
                  <a:lnTo>
                    <a:pt x="10167" y="713398"/>
                  </a:lnTo>
                  <a:lnTo>
                    <a:pt x="37909" y="754570"/>
                  </a:lnTo>
                  <a:lnTo>
                    <a:pt x="79081" y="782312"/>
                  </a:lnTo>
                  <a:lnTo>
                    <a:pt x="129540" y="792480"/>
                  </a:lnTo>
                  <a:lnTo>
                    <a:pt x="5774436" y="792480"/>
                  </a:lnTo>
                  <a:lnTo>
                    <a:pt x="5824894" y="782312"/>
                  </a:lnTo>
                  <a:lnTo>
                    <a:pt x="5866066" y="754570"/>
                  </a:lnTo>
                  <a:lnTo>
                    <a:pt x="5893808" y="713398"/>
                  </a:lnTo>
                  <a:lnTo>
                    <a:pt x="5903976" y="662939"/>
                  </a:lnTo>
                  <a:lnTo>
                    <a:pt x="5903976" y="129539"/>
                  </a:lnTo>
                  <a:lnTo>
                    <a:pt x="5893808" y="79081"/>
                  </a:lnTo>
                  <a:lnTo>
                    <a:pt x="5866066" y="37909"/>
                  </a:lnTo>
                  <a:lnTo>
                    <a:pt x="5824894" y="10167"/>
                  </a:lnTo>
                  <a:lnTo>
                    <a:pt x="57744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954267" y="2378964"/>
              <a:ext cx="5904230" cy="792480"/>
            </a:xfrm>
            <a:custGeom>
              <a:avLst/>
              <a:gdLst/>
              <a:ahLst/>
              <a:cxnLst/>
              <a:rect l="l" t="t" r="r" b="b"/>
              <a:pathLst>
                <a:path w="5904230" h="792480">
                  <a:moveTo>
                    <a:pt x="0" y="129539"/>
                  </a:moveTo>
                  <a:lnTo>
                    <a:pt x="10167" y="79081"/>
                  </a:lnTo>
                  <a:lnTo>
                    <a:pt x="37909" y="37909"/>
                  </a:lnTo>
                  <a:lnTo>
                    <a:pt x="79081" y="10167"/>
                  </a:lnTo>
                  <a:lnTo>
                    <a:pt x="129540" y="0"/>
                  </a:lnTo>
                  <a:lnTo>
                    <a:pt x="5774436" y="0"/>
                  </a:lnTo>
                  <a:lnTo>
                    <a:pt x="5824894" y="10167"/>
                  </a:lnTo>
                  <a:lnTo>
                    <a:pt x="5866066" y="37909"/>
                  </a:lnTo>
                  <a:lnTo>
                    <a:pt x="5893808" y="79081"/>
                  </a:lnTo>
                  <a:lnTo>
                    <a:pt x="5903976" y="129539"/>
                  </a:lnTo>
                  <a:lnTo>
                    <a:pt x="5903976" y="662939"/>
                  </a:lnTo>
                  <a:lnTo>
                    <a:pt x="5893808" y="713398"/>
                  </a:lnTo>
                  <a:lnTo>
                    <a:pt x="5866066" y="754570"/>
                  </a:lnTo>
                  <a:lnTo>
                    <a:pt x="5824894" y="782312"/>
                  </a:lnTo>
                  <a:lnTo>
                    <a:pt x="5774436" y="792480"/>
                  </a:lnTo>
                  <a:lnTo>
                    <a:pt x="129540" y="792480"/>
                  </a:lnTo>
                  <a:lnTo>
                    <a:pt x="79081" y="782312"/>
                  </a:lnTo>
                  <a:lnTo>
                    <a:pt x="37909" y="754570"/>
                  </a:lnTo>
                  <a:lnTo>
                    <a:pt x="10167" y="713398"/>
                  </a:lnTo>
                  <a:lnTo>
                    <a:pt x="0" y="662939"/>
                  </a:lnTo>
                  <a:lnTo>
                    <a:pt x="0" y="129539"/>
                  </a:lnTo>
                  <a:close/>
                </a:path>
              </a:pathLst>
            </a:custGeom>
            <a:ln w="9144">
              <a:solidFill>
                <a:srgbClr val="52097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954267" y="3387852"/>
              <a:ext cx="5904230" cy="792480"/>
            </a:xfrm>
            <a:custGeom>
              <a:avLst/>
              <a:gdLst/>
              <a:ahLst/>
              <a:cxnLst/>
              <a:rect l="l" t="t" r="r" b="b"/>
              <a:pathLst>
                <a:path w="5904230" h="792479">
                  <a:moveTo>
                    <a:pt x="5774436" y="0"/>
                  </a:moveTo>
                  <a:lnTo>
                    <a:pt x="129540" y="0"/>
                  </a:lnTo>
                  <a:lnTo>
                    <a:pt x="79081" y="10167"/>
                  </a:lnTo>
                  <a:lnTo>
                    <a:pt x="37909" y="37909"/>
                  </a:lnTo>
                  <a:lnTo>
                    <a:pt x="10167" y="79081"/>
                  </a:lnTo>
                  <a:lnTo>
                    <a:pt x="0" y="129539"/>
                  </a:lnTo>
                  <a:lnTo>
                    <a:pt x="0" y="662940"/>
                  </a:lnTo>
                  <a:lnTo>
                    <a:pt x="10167" y="713398"/>
                  </a:lnTo>
                  <a:lnTo>
                    <a:pt x="37909" y="754570"/>
                  </a:lnTo>
                  <a:lnTo>
                    <a:pt x="79081" y="782312"/>
                  </a:lnTo>
                  <a:lnTo>
                    <a:pt x="129540" y="792480"/>
                  </a:lnTo>
                  <a:lnTo>
                    <a:pt x="5774436" y="792480"/>
                  </a:lnTo>
                  <a:lnTo>
                    <a:pt x="5824894" y="782312"/>
                  </a:lnTo>
                  <a:lnTo>
                    <a:pt x="5866066" y="754570"/>
                  </a:lnTo>
                  <a:lnTo>
                    <a:pt x="5893808" y="713398"/>
                  </a:lnTo>
                  <a:lnTo>
                    <a:pt x="5903976" y="662940"/>
                  </a:lnTo>
                  <a:lnTo>
                    <a:pt x="5903976" y="129539"/>
                  </a:lnTo>
                  <a:lnTo>
                    <a:pt x="5893808" y="79081"/>
                  </a:lnTo>
                  <a:lnTo>
                    <a:pt x="5866066" y="37909"/>
                  </a:lnTo>
                  <a:lnTo>
                    <a:pt x="5824894" y="10167"/>
                  </a:lnTo>
                  <a:lnTo>
                    <a:pt x="57744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954267" y="3387852"/>
              <a:ext cx="5904230" cy="792480"/>
            </a:xfrm>
            <a:custGeom>
              <a:avLst/>
              <a:gdLst/>
              <a:ahLst/>
              <a:cxnLst/>
              <a:rect l="l" t="t" r="r" b="b"/>
              <a:pathLst>
                <a:path w="5904230" h="792479">
                  <a:moveTo>
                    <a:pt x="0" y="129539"/>
                  </a:moveTo>
                  <a:lnTo>
                    <a:pt x="10167" y="79081"/>
                  </a:lnTo>
                  <a:lnTo>
                    <a:pt x="37909" y="37909"/>
                  </a:lnTo>
                  <a:lnTo>
                    <a:pt x="79081" y="10167"/>
                  </a:lnTo>
                  <a:lnTo>
                    <a:pt x="129540" y="0"/>
                  </a:lnTo>
                  <a:lnTo>
                    <a:pt x="5774436" y="0"/>
                  </a:lnTo>
                  <a:lnTo>
                    <a:pt x="5824894" y="10167"/>
                  </a:lnTo>
                  <a:lnTo>
                    <a:pt x="5866066" y="37909"/>
                  </a:lnTo>
                  <a:lnTo>
                    <a:pt x="5893808" y="79081"/>
                  </a:lnTo>
                  <a:lnTo>
                    <a:pt x="5903976" y="129539"/>
                  </a:lnTo>
                  <a:lnTo>
                    <a:pt x="5903976" y="662940"/>
                  </a:lnTo>
                  <a:lnTo>
                    <a:pt x="5893808" y="713398"/>
                  </a:lnTo>
                  <a:lnTo>
                    <a:pt x="5866066" y="754570"/>
                  </a:lnTo>
                  <a:lnTo>
                    <a:pt x="5824894" y="782312"/>
                  </a:lnTo>
                  <a:lnTo>
                    <a:pt x="5774436" y="792480"/>
                  </a:lnTo>
                  <a:lnTo>
                    <a:pt x="129540" y="792480"/>
                  </a:lnTo>
                  <a:lnTo>
                    <a:pt x="79081" y="782312"/>
                  </a:lnTo>
                  <a:lnTo>
                    <a:pt x="37909" y="754570"/>
                  </a:lnTo>
                  <a:lnTo>
                    <a:pt x="10167" y="713398"/>
                  </a:lnTo>
                  <a:lnTo>
                    <a:pt x="0" y="662940"/>
                  </a:lnTo>
                  <a:lnTo>
                    <a:pt x="0" y="129539"/>
                  </a:lnTo>
                  <a:close/>
                </a:path>
              </a:pathLst>
            </a:custGeom>
            <a:ln w="9144">
              <a:solidFill>
                <a:srgbClr val="52097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954267" y="4399788"/>
              <a:ext cx="5904230" cy="792480"/>
            </a:xfrm>
            <a:custGeom>
              <a:avLst/>
              <a:gdLst/>
              <a:ahLst/>
              <a:cxnLst/>
              <a:rect l="l" t="t" r="r" b="b"/>
              <a:pathLst>
                <a:path w="5904230" h="792479">
                  <a:moveTo>
                    <a:pt x="5774436" y="0"/>
                  </a:moveTo>
                  <a:lnTo>
                    <a:pt x="129540" y="0"/>
                  </a:lnTo>
                  <a:lnTo>
                    <a:pt x="79081" y="10167"/>
                  </a:lnTo>
                  <a:lnTo>
                    <a:pt x="37909" y="37909"/>
                  </a:lnTo>
                  <a:lnTo>
                    <a:pt x="10167" y="79081"/>
                  </a:lnTo>
                  <a:lnTo>
                    <a:pt x="0" y="129539"/>
                  </a:lnTo>
                  <a:lnTo>
                    <a:pt x="0" y="662939"/>
                  </a:lnTo>
                  <a:lnTo>
                    <a:pt x="10167" y="713398"/>
                  </a:lnTo>
                  <a:lnTo>
                    <a:pt x="37909" y="754570"/>
                  </a:lnTo>
                  <a:lnTo>
                    <a:pt x="79081" y="782312"/>
                  </a:lnTo>
                  <a:lnTo>
                    <a:pt x="129540" y="792480"/>
                  </a:lnTo>
                  <a:lnTo>
                    <a:pt x="5774436" y="792480"/>
                  </a:lnTo>
                  <a:lnTo>
                    <a:pt x="5824894" y="782312"/>
                  </a:lnTo>
                  <a:lnTo>
                    <a:pt x="5866066" y="754570"/>
                  </a:lnTo>
                  <a:lnTo>
                    <a:pt x="5893808" y="713398"/>
                  </a:lnTo>
                  <a:lnTo>
                    <a:pt x="5903976" y="662939"/>
                  </a:lnTo>
                  <a:lnTo>
                    <a:pt x="5903976" y="129539"/>
                  </a:lnTo>
                  <a:lnTo>
                    <a:pt x="5893808" y="79081"/>
                  </a:lnTo>
                  <a:lnTo>
                    <a:pt x="5866066" y="37909"/>
                  </a:lnTo>
                  <a:lnTo>
                    <a:pt x="5824894" y="10167"/>
                  </a:lnTo>
                  <a:lnTo>
                    <a:pt x="57744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954267" y="4399788"/>
              <a:ext cx="5904230" cy="792480"/>
            </a:xfrm>
            <a:custGeom>
              <a:avLst/>
              <a:gdLst/>
              <a:ahLst/>
              <a:cxnLst/>
              <a:rect l="l" t="t" r="r" b="b"/>
              <a:pathLst>
                <a:path w="5904230" h="792479">
                  <a:moveTo>
                    <a:pt x="0" y="129539"/>
                  </a:moveTo>
                  <a:lnTo>
                    <a:pt x="10167" y="79081"/>
                  </a:lnTo>
                  <a:lnTo>
                    <a:pt x="37909" y="37909"/>
                  </a:lnTo>
                  <a:lnTo>
                    <a:pt x="79081" y="10167"/>
                  </a:lnTo>
                  <a:lnTo>
                    <a:pt x="129540" y="0"/>
                  </a:lnTo>
                  <a:lnTo>
                    <a:pt x="5774436" y="0"/>
                  </a:lnTo>
                  <a:lnTo>
                    <a:pt x="5824894" y="10167"/>
                  </a:lnTo>
                  <a:lnTo>
                    <a:pt x="5866066" y="37909"/>
                  </a:lnTo>
                  <a:lnTo>
                    <a:pt x="5893808" y="79081"/>
                  </a:lnTo>
                  <a:lnTo>
                    <a:pt x="5903976" y="129539"/>
                  </a:lnTo>
                  <a:lnTo>
                    <a:pt x="5903976" y="662939"/>
                  </a:lnTo>
                  <a:lnTo>
                    <a:pt x="5893808" y="713398"/>
                  </a:lnTo>
                  <a:lnTo>
                    <a:pt x="5866066" y="754570"/>
                  </a:lnTo>
                  <a:lnTo>
                    <a:pt x="5824894" y="782312"/>
                  </a:lnTo>
                  <a:lnTo>
                    <a:pt x="5774436" y="792480"/>
                  </a:lnTo>
                  <a:lnTo>
                    <a:pt x="129540" y="792480"/>
                  </a:lnTo>
                  <a:lnTo>
                    <a:pt x="79081" y="782312"/>
                  </a:lnTo>
                  <a:lnTo>
                    <a:pt x="37909" y="754570"/>
                  </a:lnTo>
                  <a:lnTo>
                    <a:pt x="10167" y="713398"/>
                  </a:lnTo>
                  <a:lnTo>
                    <a:pt x="0" y="662939"/>
                  </a:lnTo>
                  <a:lnTo>
                    <a:pt x="0" y="129539"/>
                  </a:lnTo>
                  <a:close/>
                </a:path>
              </a:pathLst>
            </a:custGeom>
            <a:ln w="9144">
              <a:solidFill>
                <a:srgbClr val="52097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954267" y="5411723"/>
              <a:ext cx="5904230" cy="789940"/>
            </a:xfrm>
            <a:custGeom>
              <a:avLst/>
              <a:gdLst/>
              <a:ahLst/>
              <a:cxnLst/>
              <a:rect l="l" t="t" r="r" b="b"/>
              <a:pathLst>
                <a:path w="5904230" h="789939">
                  <a:moveTo>
                    <a:pt x="5774944" y="0"/>
                  </a:moveTo>
                  <a:lnTo>
                    <a:pt x="129032" y="0"/>
                  </a:lnTo>
                  <a:lnTo>
                    <a:pt x="78813" y="10142"/>
                  </a:lnTo>
                  <a:lnTo>
                    <a:pt x="37798" y="37798"/>
                  </a:lnTo>
                  <a:lnTo>
                    <a:pt x="10142" y="78813"/>
                  </a:lnTo>
                  <a:lnTo>
                    <a:pt x="0" y="129031"/>
                  </a:lnTo>
                  <a:lnTo>
                    <a:pt x="0" y="660450"/>
                  </a:lnTo>
                  <a:lnTo>
                    <a:pt x="10142" y="710656"/>
                  </a:lnTo>
                  <a:lnTo>
                    <a:pt x="37798" y="751654"/>
                  </a:lnTo>
                  <a:lnTo>
                    <a:pt x="78813" y="779296"/>
                  </a:lnTo>
                  <a:lnTo>
                    <a:pt x="129032" y="789432"/>
                  </a:lnTo>
                  <a:lnTo>
                    <a:pt x="5774944" y="789432"/>
                  </a:lnTo>
                  <a:lnTo>
                    <a:pt x="5825162" y="779296"/>
                  </a:lnTo>
                  <a:lnTo>
                    <a:pt x="5866177" y="751654"/>
                  </a:lnTo>
                  <a:lnTo>
                    <a:pt x="5893833" y="710656"/>
                  </a:lnTo>
                  <a:lnTo>
                    <a:pt x="5903976" y="660450"/>
                  </a:lnTo>
                  <a:lnTo>
                    <a:pt x="5903976" y="129031"/>
                  </a:lnTo>
                  <a:lnTo>
                    <a:pt x="5893833" y="78813"/>
                  </a:lnTo>
                  <a:lnTo>
                    <a:pt x="5866177" y="37798"/>
                  </a:lnTo>
                  <a:lnTo>
                    <a:pt x="5825162" y="10142"/>
                  </a:lnTo>
                  <a:lnTo>
                    <a:pt x="57749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954267" y="5411723"/>
              <a:ext cx="5904230" cy="789940"/>
            </a:xfrm>
            <a:custGeom>
              <a:avLst/>
              <a:gdLst/>
              <a:ahLst/>
              <a:cxnLst/>
              <a:rect l="l" t="t" r="r" b="b"/>
              <a:pathLst>
                <a:path w="5904230" h="789939">
                  <a:moveTo>
                    <a:pt x="0" y="129031"/>
                  </a:moveTo>
                  <a:lnTo>
                    <a:pt x="10142" y="78813"/>
                  </a:lnTo>
                  <a:lnTo>
                    <a:pt x="37798" y="37798"/>
                  </a:lnTo>
                  <a:lnTo>
                    <a:pt x="78813" y="10142"/>
                  </a:lnTo>
                  <a:lnTo>
                    <a:pt x="129032" y="0"/>
                  </a:lnTo>
                  <a:lnTo>
                    <a:pt x="5774944" y="0"/>
                  </a:lnTo>
                  <a:lnTo>
                    <a:pt x="5825162" y="10142"/>
                  </a:lnTo>
                  <a:lnTo>
                    <a:pt x="5866177" y="37798"/>
                  </a:lnTo>
                  <a:lnTo>
                    <a:pt x="5893833" y="78813"/>
                  </a:lnTo>
                  <a:lnTo>
                    <a:pt x="5903976" y="129031"/>
                  </a:lnTo>
                  <a:lnTo>
                    <a:pt x="5903976" y="660450"/>
                  </a:lnTo>
                  <a:lnTo>
                    <a:pt x="5893833" y="710656"/>
                  </a:lnTo>
                  <a:lnTo>
                    <a:pt x="5866177" y="751654"/>
                  </a:lnTo>
                  <a:lnTo>
                    <a:pt x="5825162" y="779296"/>
                  </a:lnTo>
                  <a:lnTo>
                    <a:pt x="5774944" y="789432"/>
                  </a:lnTo>
                  <a:lnTo>
                    <a:pt x="129032" y="789432"/>
                  </a:lnTo>
                  <a:lnTo>
                    <a:pt x="78813" y="779296"/>
                  </a:lnTo>
                  <a:lnTo>
                    <a:pt x="37798" y="751654"/>
                  </a:lnTo>
                  <a:lnTo>
                    <a:pt x="10142" y="710656"/>
                  </a:lnTo>
                  <a:lnTo>
                    <a:pt x="0" y="660450"/>
                  </a:lnTo>
                  <a:lnTo>
                    <a:pt x="0" y="129031"/>
                  </a:lnTo>
                  <a:close/>
                </a:path>
              </a:pathLst>
            </a:custGeom>
            <a:ln w="9144">
              <a:solidFill>
                <a:srgbClr val="52097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48995" y="1367027"/>
              <a:ext cx="5389245" cy="4834255"/>
            </a:xfrm>
            <a:custGeom>
              <a:avLst/>
              <a:gdLst/>
              <a:ahLst/>
              <a:cxnLst/>
              <a:rect l="l" t="t" r="r" b="b"/>
              <a:pathLst>
                <a:path w="5389245" h="4834255">
                  <a:moveTo>
                    <a:pt x="5247767" y="0"/>
                  </a:moveTo>
                  <a:lnTo>
                    <a:pt x="141109" y="0"/>
                  </a:lnTo>
                  <a:lnTo>
                    <a:pt x="96510" y="7188"/>
                  </a:lnTo>
                  <a:lnTo>
                    <a:pt x="57774" y="27208"/>
                  </a:lnTo>
                  <a:lnTo>
                    <a:pt x="27227" y="57744"/>
                  </a:lnTo>
                  <a:lnTo>
                    <a:pt x="7194" y="96479"/>
                  </a:lnTo>
                  <a:lnTo>
                    <a:pt x="0" y="141097"/>
                  </a:lnTo>
                  <a:lnTo>
                    <a:pt x="0" y="4693018"/>
                  </a:lnTo>
                  <a:lnTo>
                    <a:pt x="7194" y="4737617"/>
                  </a:lnTo>
                  <a:lnTo>
                    <a:pt x="27227" y="4776353"/>
                  </a:lnTo>
                  <a:lnTo>
                    <a:pt x="57774" y="4806900"/>
                  </a:lnTo>
                  <a:lnTo>
                    <a:pt x="96510" y="4826933"/>
                  </a:lnTo>
                  <a:lnTo>
                    <a:pt x="141109" y="4834128"/>
                  </a:lnTo>
                  <a:lnTo>
                    <a:pt x="5247767" y="4834128"/>
                  </a:lnTo>
                  <a:lnTo>
                    <a:pt x="5292384" y="4826933"/>
                  </a:lnTo>
                  <a:lnTo>
                    <a:pt x="5331119" y="4806900"/>
                  </a:lnTo>
                  <a:lnTo>
                    <a:pt x="5361655" y="4776353"/>
                  </a:lnTo>
                  <a:lnTo>
                    <a:pt x="5381675" y="4737617"/>
                  </a:lnTo>
                  <a:lnTo>
                    <a:pt x="5388864" y="4693018"/>
                  </a:lnTo>
                  <a:lnTo>
                    <a:pt x="5388864" y="141097"/>
                  </a:lnTo>
                  <a:lnTo>
                    <a:pt x="5381675" y="96479"/>
                  </a:lnTo>
                  <a:lnTo>
                    <a:pt x="5361655" y="57744"/>
                  </a:lnTo>
                  <a:lnTo>
                    <a:pt x="5331119" y="27208"/>
                  </a:lnTo>
                  <a:lnTo>
                    <a:pt x="5292384" y="7188"/>
                  </a:lnTo>
                  <a:lnTo>
                    <a:pt x="52477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48995" y="1367027"/>
              <a:ext cx="5389245" cy="4834255"/>
            </a:xfrm>
            <a:custGeom>
              <a:avLst/>
              <a:gdLst/>
              <a:ahLst/>
              <a:cxnLst/>
              <a:rect l="l" t="t" r="r" b="b"/>
              <a:pathLst>
                <a:path w="5389245" h="4834255">
                  <a:moveTo>
                    <a:pt x="0" y="141097"/>
                  </a:moveTo>
                  <a:lnTo>
                    <a:pt x="7194" y="96479"/>
                  </a:lnTo>
                  <a:lnTo>
                    <a:pt x="27227" y="57744"/>
                  </a:lnTo>
                  <a:lnTo>
                    <a:pt x="57774" y="27208"/>
                  </a:lnTo>
                  <a:lnTo>
                    <a:pt x="96510" y="7188"/>
                  </a:lnTo>
                  <a:lnTo>
                    <a:pt x="141109" y="0"/>
                  </a:lnTo>
                  <a:lnTo>
                    <a:pt x="5247767" y="0"/>
                  </a:lnTo>
                  <a:lnTo>
                    <a:pt x="5292384" y="7188"/>
                  </a:lnTo>
                  <a:lnTo>
                    <a:pt x="5331119" y="27208"/>
                  </a:lnTo>
                  <a:lnTo>
                    <a:pt x="5361655" y="57744"/>
                  </a:lnTo>
                  <a:lnTo>
                    <a:pt x="5381675" y="96479"/>
                  </a:lnTo>
                  <a:lnTo>
                    <a:pt x="5388864" y="141097"/>
                  </a:lnTo>
                  <a:lnTo>
                    <a:pt x="5388864" y="4693018"/>
                  </a:lnTo>
                  <a:lnTo>
                    <a:pt x="5381675" y="4737617"/>
                  </a:lnTo>
                  <a:lnTo>
                    <a:pt x="5361655" y="4776353"/>
                  </a:lnTo>
                  <a:lnTo>
                    <a:pt x="5331119" y="4806900"/>
                  </a:lnTo>
                  <a:lnTo>
                    <a:pt x="5292384" y="4826933"/>
                  </a:lnTo>
                  <a:lnTo>
                    <a:pt x="5247767" y="4834128"/>
                  </a:lnTo>
                  <a:lnTo>
                    <a:pt x="141109" y="4834128"/>
                  </a:lnTo>
                  <a:lnTo>
                    <a:pt x="96510" y="4826933"/>
                  </a:lnTo>
                  <a:lnTo>
                    <a:pt x="57774" y="4806900"/>
                  </a:lnTo>
                  <a:lnTo>
                    <a:pt x="27227" y="4776353"/>
                  </a:lnTo>
                  <a:lnTo>
                    <a:pt x="7194" y="4737617"/>
                  </a:lnTo>
                  <a:lnTo>
                    <a:pt x="0" y="4693018"/>
                  </a:lnTo>
                  <a:lnTo>
                    <a:pt x="0" y="141097"/>
                  </a:lnTo>
                  <a:close/>
                </a:path>
              </a:pathLst>
            </a:custGeom>
            <a:ln w="9144">
              <a:solidFill>
                <a:srgbClr val="52097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11815953" y="6449170"/>
            <a:ext cx="196215" cy="1962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25"/>
              </a:lnSpc>
            </a:pPr>
            <a:r>
              <a:rPr dirty="0" sz="1200" spc="-25">
                <a:solidFill>
                  <a:srgbClr val="520977"/>
                </a:solidFill>
                <a:latin typeface="Microsoft Sans Serif"/>
                <a:cs typeface="Microsoft Sans Serif"/>
              </a:rPr>
              <a:t>20</a:t>
            </a:r>
            <a:endParaRPr sz="1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288024" y="917447"/>
              <a:ext cx="5568950" cy="5495925"/>
            </a:xfrm>
            <a:custGeom>
              <a:avLst/>
              <a:gdLst/>
              <a:ahLst/>
              <a:cxnLst/>
              <a:rect l="l" t="t" r="r" b="b"/>
              <a:pathLst>
                <a:path w="5568950" h="5495925">
                  <a:moveTo>
                    <a:pt x="5568696" y="3974592"/>
                  </a:moveTo>
                  <a:lnTo>
                    <a:pt x="5561228" y="3928364"/>
                  </a:lnTo>
                  <a:lnTo>
                    <a:pt x="5540451" y="3888206"/>
                  </a:lnTo>
                  <a:lnTo>
                    <a:pt x="5508777" y="3856532"/>
                  </a:lnTo>
                  <a:lnTo>
                    <a:pt x="5468620" y="3835755"/>
                  </a:lnTo>
                  <a:lnTo>
                    <a:pt x="5422392" y="3828288"/>
                  </a:lnTo>
                  <a:lnTo>
                    <a:pt x="146304" y="3828288"/>
                  </a:lnTo>
                  <a:lnTo>
                    <a:pt x="100063" y="3835755"/>
                  </a:lnTo>
                  <a:lnTo>
                    <a:pt x="59905" y="3856532"/>
                  </a:lnTo>
                  <a:lnTo>
                    <a:pt x="28232" y="3888206"/>
                  </a:lnTo>
                  <a:lnTo>
                    <a:pt x="7454" y="3928364"/>
                  </a:lnTo>
                  <a:lnTo>
                    <a:pt x="0" y="3974592"/>
                  </a:lnTo>
                  <a:lnTo>
                    <a:pt x="0" y="5349240"/>
                  </a:lnTo>
                  <a:lnTo>
                    <a:pt x="7454" y="5395493"/>
                  </a:lnTo>
                  <a:lnTo>
                    <a:pt x="28232" y="5435651"/>
                  </a:lnTo>
                  <a:lnTo>
                    <a:pt x="59905" y="5467324"/>
                  </a:lnTo>
                  <a:lnTo>
                    <a:pt x="100063" y="5488089"/>
                  </a:lnTo>
                  <a:lnTo>
                    <a:pt x="146304" y="5495544"/>
                  </a:lnTo>
                  <a:lnTo>
                    <a:pt x="5422392" y="5495544"/>
                  </a:lnTo>
                  <a:lnTo>
                    <a:pt x="5468620" y="5488089"/>
                  </a:lnTo>
                  <a:lnTo>
                    <a:pt x="5508777" y="5467324"/>
                  </a:lnTo>
                  <a:lnTo>
                    <a:pt x="5540451" y="5435651"/>
                  </a:lnTo>
                  <a:lnTo>
                    <a:pt x="5561228" y="5395493"/>
                  </a:lnTo>
                  <a:lnTo>
                    <a:pt x="5568696" y="5349240"/>
                  </a:lnTo>
                  <a:lnTo>
                    <a:pt x="5568696" y="3974592"/>
                  </a:lnTo>
                  <a:close/>
                </a:path>
                <a:path w="5568950" h="5495925">
                  <a:moveTo>
                    <a:pt x="5568696" y="2060448"/>
                  </a:moveTo>
                  <a:lnTo>
                    <a:pt x="5561228" y="2014220"/>
                  </a:lnTo>
                  <a:lnTo>
                    <a:pt x="5540451" y="1974062"/>
                  </a:lnTo>
                  <a:lnTo>
                    <a:pt x="5508777" y="1942388"/>
                  </a:lnTo>
                  <a:lnTo>
                    <a:pt x="5468620" y="1921611"/>
                  </a:lnTo>
                  <a:lnTo>
                    <a:pt x="5422392" y="1914144"/>
                  </a:lnTo>
                  <a:lnTo>
                    <a:pt x="146304" y="1914144"/>
                  </a:lnTo>
                  <a:lnTo>
                    <a:pt x="100063" y="1921611"/>
                  </a:lnTo>
                  <a:lnTo>
                    <a:pt x="59905" y="1942388"/>
                  </a:lnTo>
                  <a:lnTo>
                    <a:pt x="28232" y="1974062"/>
                  </a:lnTo>
                  <a:lnTo>
                    <a:pt x="7454" y="2014220"/>
                  </a:lnTo>
                  <a:lnTo>
                    <a:pt x="0" y="2060448"/>
                  </a:lnTo>
                  <a:lnTo>
                    <a:pt x="0" y="3435096"/>
                  </a:lnTo>
                  <a:lnTo>
                    <a:pt x="7454" y="3481336"/>
                  </a:lnTo>
                  <a:lnTo>
                    <a:pt x="28232" y="3521494"/>
                  </a:lnTo>
                  <a:lnTo>
                    <a:pt x="59905" y="3553168"/>
                  </a:lnTo>
                  <a:lnTo>
                    <a:pt x="100063" y="3573945"/>
                  </a:lnTo>
                  <a:lnTo>
                    <a:pt x="146304" y="3581400"/>
                  </a:lnTo>
                  <a:lnTo>
                    <a:pt x="5422392" y="3581400"/>
                  </a:lnTo>
                  <a:lnTo>
                    <a:pt x="5468620" y="3573945"/>
                  </a:lnTo>
                  <a:lnTo>
                    <a:pt x="5508777" y="3553168"/>
                  </a:lnTo>
                  <a:lnTo>
                    <a:pt x="5540451" y="3521494"/>
                  </a:lnTo>
                  <a:lnTo>
                    <a:pt x="5561228" y="3481336"/>
                  </a:lnTo>
                  <a:lnTo>
                    <a:pt x="5568696" y="3435096"/>
                  </a:lnTo>
                  <a:lnTo>
                    <a:pt x="5568696" y="2060448"/>
                  </a:lnTo>
                  <a:close/>
                </a:path>
                <a:path w="5568950" h="5495925">
                  <a:moveTo>
                    <a:pt x="5568696" y="146304"/>
                  </a:moveTo>
                  <a:lnTo>
                    <a:pt x="5561228" y="100076"/>
                  </a:lnTo>
                  <a:lnTo>
                    <a:pt x="5540451" y="59918"/>
                  </a:lnTo>
                  <a:lnTo>
                    <a:pt x="5508777" y="28244"/>
                  </a:lnTo>
                  <a:lnTo>
                    <a:pt x="5468620" y="7467"/>
                  </a:lnTo>
                  <a:lnTo>
                    <a:pt x="5422392" y="0"/>
                  </a:lnTo>
                  <a:lnTo>
                    <a:pt x="146304" y="0"/>
                  </a:lnTo>
                  <a:lnTo>
                    <a:pt x="100063" y="7467"/>
                  </a:lnTo>
                  <a:lnTo>
                    <a:pt x="59905" y="28244"/>
                  </a:lnTo>
                  <a:lnTo>
                    <a:pt x="28232" y="59918"/>
                  </a:lnTo>
                  <a:lnTo>
                    <a:pt x="7454" y="100076"/>
                  </a:lnTo>
                  <a:lnTo>
                    <a:pt x="0" y="146304"/>
                  </a:lnTo>
                  <a:lnTo>
                    <a:pt x="0" y="1520952"/>
                  </a:lnTo>
                  <a:lnTo>
                    <a:pt x="7454" y="1567192"/>
                  </a:lnTo>
                  <a:lnTo>
                    <a:pt x="28232" y="1607350"/>
                  </a:lnTo>
                  <a:lnTo>
                    <a:pt x="59905" y="1639023"/>
                  </a:lnTo>
                  <a:lnTo>
                    <a:pt x="100063" y="1659801"/>
                  </a:lnTo>
                  <a:lnTo>
                    <a:pt x="146304" y="1667256"/>
                  </a:lnTo>
                  <a:lnTo>
                    <a:pt x="5422392" y="1667256"/>
                  </a:lnTo>
                  <a:lnTo>
                    <a:pt x="5468620" y="1659801"/>
                  </a:lnTo>
                  <a:lnTo>
                    <a:pt x="5508777" y="1639023"/>
                  </a:lnTo>
                  <a:lnTo>
                    <a:pt x="5540451" y="1607350"/>
                  </a:lnTo>
                  <a:lnTo>
                    <a:pt x="5561228" y="1567192"/>
                  </a:lnTo>
                  <a:lnTo>
                    <a:pt x="5568696" y="1520952"/>
                  </a:lnTo>
                  <a:lnTo>
                    <a:pt x="5568696" y="14630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47472" y="323088"/>
              <a:ext cx="3108960" cy="622300"/>
            </a:xfrm>
            <a:custGeom>
              <a:avLst/>
              <a:gdLst/>
              <a:ahLst/>
              <a:cxnLst/>
              <a:rect l="l" t="t" r="r" b="b"/>
              <a:pathLst>
                <a:path w="3108960" h="622300">
                  <a:moveTo>
                    <a:pt x="2992628" y="0"/>
                  </a:moveTo>
                  <a:lnTo>
                    <a:pt x="116319" y="0"/>
                  </a:lnTo>
                  <a:lnTo>
                    <a:pt x="71039" y="9140"/>
                  </a:lnTo>
                  <a:lnTo>
                    <a:pt x="34066" y="34067"/>
                  </a:lnTo>
                  <a:lnTo>
                    <a:pt x="9139" y="71044"/>
                  </a:lnTo>
                  <a:lnTo>
                    <a:pt x="0" y="116331"/>
                  </a:lnTo>
                  <a:lnTo>
                    <a:pt x="0" y="505459"/>
                  </a:lnTo>
                  <a:lnTo>
                    <a:pt x="9139" y="550747"/>
                  </a:lnTo>
                  <a:lnTo>
                    <a:pt x="34066" y="587724"/>
                  </a:lnTo>
                  <a:lnTo>
                    <a:pt x="71039" y="612651"/>
                  </a:lnTo>
                  <a:lnTo>
                    <a:pt x="116319" y="621791"/>
                  </a:lnTo>
                  <a:lnTo>
                    <a:pt x="2992628" y="621791"/>
                  </a:lnTo>
                  <a:lnTo>
                    <a:pt x="3037915" y="612651"/>
                  </a:lnTo>
                  <a:lnTo>
                    <a:pt x="3074892" y="587724"/>
                  </a:lnTo>
                  <a:lnTo>
                    <a:pt x="3099819" y="550747"/>
                  </a:lnTo>
                  <a:lnTo>
                    <a:pt x="3108960" y="505459"/>
                  </a:lnTo>
                  <a:lnTo>
                    <a:pt x="3108960" y="116331"/>
                  </a:lnTo>
                  <a:lnTo>
                    <a:pt x="3099819" y="71044"/>
                  </a:lnTo>
                  <a:lnTo>
                    <a:pt x="3074892" y="34067"/>
                  </a:lnTo>
                  <a:lnTo>
                    <a:pt x="3037915" y="9140"/>
                  </a:lnTo>
                  <a:lnTo>
                    <a:pt x="2992628" y="0"/>
                  </a:lnTo>
                  <a:close/>
                </a:path>
              </a:pathLst>
            </a:custGeom>
            <a:solidFill>
              <a:srgbClr val="FF00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44651" y="2570988"/>
              <a:ext cx="5325110" cy="1762125"/>
            </a:xfrm>
            <a:custGeom>
              <a:avLst/>
              <a:gdLst/>
              <a:ahLst/>
              <a:cxnLst/>
              <a:rect l="l" t="t" r="r" b="b"/>
              <a:pathLst>
                <a:path w="5325110" h="1762125">
                  <a:moveTo>
                    <a:pt x="0" y="1761744"/>
                  </a:moveTo>
                  <a:lnTo>
                    <a:pt x="205739" y="1761744"/>
                  </a:lnTo>
                </a:path>
                <a:path w="5325110" h="1762125">
                  <a:moveTo>
                    <a:pt x="623316" y="1761744"/>
                  </a:moveTo>
                  <a:lnTo>
                    <a:pt x="705611" y="1761744"/>
                  </a:lnTo>
                </a:path>
                <a:path w="5325110" h="1762125">
                  <a:moveTo>
                    <a:pt x="1123188" y="1761744"/>
                  </a:moveTo>
                  <a:lnTo>
                    <a:pt x="1537716" y="1761744"/>
                  </a:lnTo>
                </a:path>
                <a:path w="5325110" h="1762125">
                  <a:moveTo>
                    <a:pt x="1955292" y="1761744"/>
                  </a:moveTo>
                  <a:lnTo>
                    <a:pt x="2037588" y="1761744"/>
                  </a:lnTo>
                </a:path>
                <a:path w="5325110" h="1762125">
                  <a:moveTo>
                    <a:pt x="2452116" y="1761744"/>
                  </a:moveTo>
                  <a:lnTo>
                    <a:pt x="2869692" y="1761744"/>
                  </a:lnTo>
                </a:path>
                <a:path w="5325110" h="1762125">
                  <a:moveTo>
                    <a:pt x="3284220" y="1761744"/>
                  </a:moveTo>
                  <a:lnTo>
                    <a:pt x="3369564" y="1761744"/>
                  </a:lnTo>
                </a:path>
                <a:path w="5325110" h="1762125">
                  <a:moveTo>
                    <a:pt x="3784092" y="1761744"/>
                  </a:moveTo>
                  <a:lnTo>
                    <a:pt x="4201668" y="1761744"/>
                  </a:lnTo>
                </a:path>
                <a:path w="5325110" h="1762125">
                  <a:moveTo>
                    <a:pt x="4616196" y="1761744"/>
                  </a:moveTo>
                  <a:lnTo>
                    <a:pt x="4698492" y="1761744"/>
                  </a:lnTo>
                </a:path>
                <a:path w="5325110" h="1762125">
                  <a:moveTo>
                    <a:pt x="5116068" y="1761744"/>
                  </a:moveTo>
                  <a:lnTo>
                    <a:pt x="5324856" y="1761744"/>
                  </a:lnTo>
                </a:path>
                <a:path w="5325110" h="1762125">
                  <a:moveTo>
                    <a:pt x="0" y="1176528"/>
                  </a:moveTo>
                  <a:lnTo>
                    <a:pt x="205739" y="1176528"/>
                  </a:lnTo>
                </a:path>
                <a:path w="5325110" h="1762125">
                  <a:moveTo>
                    <a:pt x="623316" y="1176528"/>
                  </a:moveTo>
                  <a:lnTo>
                    <a:pt x="705611" y="1176528"/>
                  </a:lnTo>
                </a:path>
                <a:path w="5325110" h="1762125">
                  <a:moveTo>
                    <a:pt x="1123188" y="1176528"/>
                  </a:moveTo>
                  <a:lnTo>
                    <a:pt x="1537716" y="1176528"/>
                  </a:lnTo>
                </a:path>
                <a:path w="5325110" h="1762125">
                  <a:moveTo>
                    <a:pt x="1955292" y="1176528"/>
                  </a:moveTo>
                  <a:lnTo>
                    <a:pt x="2037588" y="1176528"/>
                  </a:lnTo>
                </a:path>
                <a:path w="5325110" h="1762125">
                  <a:moveTo>
                    <a:pt x="2452116" y="1176528"/>
                  </a:moveTo>
                  <a:lnTo>
                    <a:pt x="2869692" y="1176528"/>
                  </a:lnTo>
                </a:path>
                <a:path w="5325110" h="1762125">
                  <a:moveTo>
                    <a:pt x="3284220" y="1176528"/>
                  </a:moveTo>
                  <a:lnTo>
                    <a:pt x="4201668" y="1176528"/>
                  </a:lnTo>
                </a:path>
                <a:path w="5325110" h="1762125">
                  <a:moveTo>
                    <a:pt x="4616196" y="1176528"/>
                  </a:moveTo>
                  <a:lnTo>
                    <a:pt x="4698492" y="1176528"/>
                  </a:lnTo>
                </a:path>
                <a:path w="5325110" h="1762125">
                  <a:moveTo>
                    <a:pt x="5116068" y="1176528"/>
                  </a:moveTo>
                  <a:lnTo>
                    <a:pt x="5324856" y="1176528"/>
                  </a:lnTo>
                </a:path>
                <a:path w="5325110" h="1762125">
                  <a:moveTo>
                    <a:pt x="0" y="588263"/>
                  </a:moveTo>
                  <a:lnTo>
                    <a:pt x="205739" y="588263"/>
                  </a:lnTo>
                </a:path>
                <a:path w="5325110" h="1762125">
                  <a:moveTo>
                    <a:pt x="623316" y="588263"/>
                  </a:moveTo>
                  <a:lnTo>
                    <a:pt x="2037588" y="588263"/>
                  </a:lnTo>
                </a:path>
                <a:path w="5325110" h="1762125">
                  <a:moveTo>
                    <a:pt x="2452116" y="588263"/>
                  </a:moveTo>
                  <a:lnTo>
                    <a:pt x="2869692" y="588263"/>
                  </a:lnTo>
                </a:path>
                <a:path w="5325110" h="1762125">
                  <a:moveTo>
                    <a:pt x="3284220" y="588263"/>
                  </a:moveTo>
                  <a:lnTo>
                    <a:pt x="4201668" y="588263"/>
                  </a:lnTo>
                </a:path>
                <a:path w="5325110" h="1762125">
                  <a:moveTo>
                    <a:pt x="4616196" y="588263"/>
                  </a:moveTo>
                  <a:lnTo>
                    <a:pt x="5324856" y="588263"/>
                  </a:lnTo>
                </a:path>
                <a:path w="5325110" h="1762125">
                  <a:moveTo>
                    <a:pt x="0" y="0"/>
                  </a:moveTo>
                  <a:lnTo>
                    <a:pt x="205739" y="0"/>
                  </a:lnTo>
                </a:path>
                <a:path w="5325110" h="1762125">
                  <a:moveTo>
                    <a:pt x="623316" y="0"/>
                  </a:moveTo>
                  <a:lnTo>
                    <a:pt x="2037588" y="0"/>
                  </a:lnTo>
                </a:path>
                <a:path w="5325110" h="1762125">
                  <a:moveTo>
                    <a:pt x="2452116" y="0"/>
                  </a:moveTo>
                  <a:lnTo>
                    <a:pt x="4201668" y="0"/>
                  </a:lnTo>
                </a:path>
                <a:path w="5325110" h="1762125">
                  <a:moveTo>
                    <a:pt x="4616196" y="0"/>
                  </a:moveTo>
                  <a:lnTo>
                    <a:pt x="5324856" y="0"/>
                  </a:lnTo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44651" y="1982723"/>
              <a:ext cx="5325110" cy="0"/>
            </a:xfrm>
            <a:custGeom>
              <a:avLst/>
              <a:gdLst/>
              <a:ahLst/>
              <a:cxnLst/>
              <a:rect l="l" t="t" r="r" b="b"/>
              <a:pathLst>
                <a:path w="5325110" h="0">
                  <a:moveTo>
                    <a:pt x="0" y="0"/>
                  </a:moveTo>
                  <a:lnTo>
                    <a:pt x="5324856" y="0"/>
                  </a:lnTo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50392" y="2276855"/>
              <a:ext cx="4410710" cy="2646045"/>
            </a:xfrm>
            <a:custGeom>
              <a:avLst/>
              <a:gdLst/>
              <a:ahLst/>
              <a:cxnLst/>
              <a:rect l="l" t="t" r="r" b="b"/>
              <a:pathLst>
                <a:path w="4410710" h="2646045">
                  <a:moveTo>
                    <a:pt x="417576" y="118872"/>
                  </a:moveTo>
                  <a:lnTo>
                    <a:pt x="0" y="118872"/>
                  </a:lnTo>
                  <a:lnTo>
                    <a:pt x="0" y="2645664"/>
                  </a:lnTo>
                  <a:lnTo>
                    <a:pt x="417576" y="2645664"/>
                  </a:lnTo>
                  <a:lnTo>
                    <a:pt x="417576" y="118872"/>
                  </a:lnTo>
                  <a:close/>
                </a:path>
                <a:path w="4410710" h="2646045">
                  <a:moveTo>
                    <a:pt x="1749552" y="1176528"/>
                  </a:moveTo>
                  <a:lnTo>
                    <a:pt x="1331976" y="1176528"/>
                  </a:lnTo>
                  <a:lnTo>
                    <a:pt x="1331976" y="2645664"/>
                  </a:lnTo>
                  <a:lnTo>
                    <a:pt x="1749552" y="2645664"/>
                  </a:lnTo>
                  <a:lnTo>
                    <a:pt x="1749552" y="1176528"/>
                  </a:lnTo>
                  <a:close/>
                </a:path>
                <a:path w="4410710" h="2646045">
                  <a:moveTo>
                    <a:pt x="3078480" y="588264"/>
                  </a:moveTo>
                  <a:lnTo>
                    <a:pt x="2663952" y="588264"/>
                  </a:lnTo>
                  <a:lnTo>
                    <a:pt x="2663952" y="2645664"/>
                  </a:lnTo>
                  <a:lnTo>
                    <a:pt x="3078480" y="2645664"/>
                  </a:lnTo>
                  <a:lnTo>
                    <a:pt x="3078480" y="588264"/>
                  </a:lnTo>
                  <a:close/>
                </a:path>
                <a:path w="4410710" h="2646045">
                  <a:moveTo>
                    <a:pt x="4410456" y="0"/>
                  </a:moveTo>
                  <a:lnTo>
                    <a:pt x="3995928" y="0"/>
                  </a:lnTo>
                  <a:lnTo>
                    <a:pt x="3995928" y="2645664"/>
                  </a:lnTo>
                  <a:lnTo>
                    <a:pt x="4410456" y="2645664"/>
                  </a:lnTo>
                  <a:lnTo>
                    <a:pt x="4410456" y="0"/>
                  </a:lnTo>
                  <a:close/>
                </a:path>
              </a:pathLst>
            </a:custGeom>
            <a:solidFill>
              <a:srgbClr val="FF00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350264" y="2334767"/>
              <a:ext cx="4410710" cy="2588260"/>
            </a:xfrm>
            <a:custGeom>
              <a:avLst/>
              <a:gdLst/>
              <a:ahLst/>
              <a:cxnLst/>
              <a:rect l="l" t="t" r="r" b="b"/>
              <a:pathLst>
                <a:path w="4410710" h="2588260">
                  <a:moveTo>
                    <a:pt x="417576" y="1176528"/>
                  </a:moveTo>
                  <a:lnTo>
                    <a:pt x="0" y="1176528"/>
                  </a:lnTo>
                  <a:lnTo>
                    <a:pt x="0" y="2587752"/>
                  </a:lnTo>
                  <a:lnTo>
                    <a:pt x="417576" y="2587752"/>
                  </a:lnTo>
                  <a:lnTo>
                    <a:pt x="417576" y="1176528"/>
                  </a:lnTo>
                  <a:close/>
                </a:path>
                <a:path w="4410710" h="2588260">
                  <a:moveTo>
                    <a:pt x="1746504" y="0"/>
                  </a:moveTo>
                  <a:lnTo>
                    <a:pt x="1331976" y="0"/>
                  </a:lnTo>
                  <a:lnTo>
                    <a:pt x="1331976" y="2587752"/>
                  </a:lnTo>
                  <a:lnTo>
                    <a:pt x="1746504" y="2587752"/>
                  </a:lnTo>
                  <a:lnTo>
                    <a:pt x="1746504" y="0"/>
                  </a:lnTo>
                  <a:close/>
                </a:path>
                <a:path w="4410710" h="2588260">
                  <a:moveTo>
                    <a:pt x="3078480" y="1530096"/>
                  </a:moveTo>
                  <a:lnTo>
                    <a:pt x="2663952" y="1530096"/>
                  </a:lnTo>
                  <a:lnTo>
                    <a:pt x="2663952" y="2587752"/>
                  </a:lnTo>
                  <a:lnTo>
                    <a:pt x="3078480" y="2587752"/>
                  </a:lnTo>
                  <a:lnTo>
                    <a:pt x="3078480" y="1530096"/>
                  </a:lnTo>
                  <a:close/>
                </a:path>
                <a:path w="4410710" h="2588260">
                  <a:moveTo>
                    <a:pt x="4410456" y="941832"/>
                  </a:moveTo>
                  <a:lnTo>
                    <a:pt x="3992880" y="941832"/>
                  </a:lnTo>
                  <a:lnTo>
                    <a:pt x="3992880" y="2587752"/>
                  </a:lnTo>
                  <a:lnTo>
                    <a:pt x="4410456" y="2587752"/>
                  </a:lnTo>
                  <a:lnTo>
                    <a:pt x="4410456" y="941832"/>
                  </a:lnTo>
                  <a:close/>
                </a:path>
              </a:pathLst>
            </a:custGeom>
            <a:solidFill>
              <a:srgbClr val="FFD5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44651" y="4920996"/>
              <a:ext cx="5325110" cy="0"/>
            </a:xfrm>
            <a:custGeom>
              <a:avLst/>
              <a:gdLst/>
              <a:ahLst/>
              <a:cxnLst/>
              <a:rect l="l" t="t" r="r" b="b"/>
              <a:pathLst>
                <a:path w="5325110" h="0">
                  <a:moveTo>
                    <a:pt x="0" y="0"/>
                  </a:moveTo>
                  <a:lnTo>
                    <a:pt x="5324856" y="0"/>
                  </a:lnTo>
                </a:path>
              </a:pathLst>
            </a:custGeom>
            <a:ln w="914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415544" y="1867027"/>
            <a:ext cx="110489" cy="3147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FFFFFF"/>
                </a:solidFill>
                <a:latin typeface="Microsoft Sans Serif"/>
                <a:cs typeface="Microsoft Sans Serif"/>
              </a:rPr>
              <a:t>5</a:t>
            </a:r>
            <a:endParaRPr sz="1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2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200" spc="-50">
                <a:solidFill>
                  <a:srgbClr val="FFFFFF"/>
                </a:solidFill>
                <a:latin typeface="Microsoft Sans Serif"/>
                <a:cs typeface="Microsoft Sans Serif"/>
              </a:rPr>
              <a:t>4</a:t>
            </a:r>
            <a:endParaRPr sz="1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2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-50">
                <a:solidFill>
                  <a:srgbClr val="FFFFFF"/>
                </a:solidFill>
                <a:latin typeface="Microsoft Sans Serif"/>
                <a:cs typeface="Microsoft Sans Serif"/>
              </a:rPr>
              <a:t>3</a:t>
            </a:r>
            <a:endParaRPr sz="1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2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200" spc="-50">
                <a:solidFill>
                  <a:srgbClr val="FFFFFF"/>
                </a:solidFill>
                <a:latin typeface="Microsoft Sans Serif"/>
                <a:cs typeface="Microsoft Sans Serif"/>
              </a:rPr>
              <a:t>2</a:t>
            </a:r>
            <a:endParaRPr sz="1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12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200" spc="-5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endParaRPr sz="1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2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200" spc="-50">
                <a:solidFill>
                  <a:srgbClr val="FFFFFF"/>
                </a:solidFill>
                <a:latin typeface="Microsoft Sans Serif"/>
                <a:cs typeface="Microsoft Sans Serif"/>
              </a:rPr>
              <a:t>0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27556" y="4987544"/>
            <a:ext cx="3632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FFFFFF"/>
                </a:solidFill>
                <a:latin typeface="Microsoft Sans Serif"/>
                <a:cs typeface="Microsoft Sans Serif"/>
              </a:rPr>
              <a:t>2021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58973" y="4987544"/>
            <a:ext cx="3632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FFFFFF"/>
                </a:solidFill>
                <a:latin typeface="Microsoft Sans Serif"/>
                <a:cs typeface="Microsoft Sans Serif"/>
              </a:rPr>
              <a:t>2022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90569" y="4987544"/>
            <a:ext cx="3632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FFFFFF"/>
                </a:solidFill>
                <a:latin typeface="Microsoft Sans Serif"/>
                <a:cs typeface="Microsoft Sans Serif"/>
              </a:rPr>
              <a:t>2023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122290" y="4987544"/>
            <a:ext cx="3632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FFFFFF"/>
                </a:solidFill>
                <a:latin typeface="Microsoft Sans Serif"/>
                <a:cs typeface="Microsoft Sans Serif"/>
              </a:rPr>
              <a:t>2024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026920" y="565099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0"/>
                </a:lnTo>
                <a:lnTo>
                  <a:pt x="0" y="76200"/>
                </a:lnTo>
                <a:lnTo>
                  <a:pt x="762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FF005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123313" y="5581294"/>
            <a:ext cx="42418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Microsoft Sans Serif"/>
                <a:cs typeface="Microsoft Sans Serif"/>
              </a:rPr>
              <a:t>Ряд</a:t>
            </a:r>
            <a:r>
              <a:rPr dirty="0" sz="1200" spc="-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5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026408" y="565099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0"/>
                </a:moveTo>
                <a:lnTo>
                  <a:pt x="0" y="0"/>
                </a:lnTo>
                <a:lnTo>
                  <a:pt x="0" y="76200"/>
                </a:lnTo>
                <a:lnTo>
                  <a:pt x="762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FFD5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4123690" y="5581294"/>
            <a:ext cx="42418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Microsoft Sans Serif"/>
                <a:cs typeface="Microsoft Sans Serif"/>
              </a:rPr>
              <a:t>Ряд</a:t>
            </a:r>
            <a:r>
              <a:rPr dirty="0" sz="1200" spc="-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200" spc="-50">
                <a:solidFill>
                  <a:srgbClr val="FFFFFF"/>
                </a:solidFill>
                <a:latin typeface="Microsoft Sans Serif"/>
                <a:cs typeface="Microsoft Sans Serif"/>
              </a:rPr>
              <a:t>2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5415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fld id="{81D60167-4931-47E6-BA6A-407CBD079E47}" type="slidenum">
              <a:rPr dirty="0" spc="-25"/>
              <a:t>21</a:t>
            </a:fld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47472" y="323088"/>
              <a:ext cx="3108960" cy="622300"/>
            </a:xfrm>
            <a:custGeom>
              <a:avLst/>
              <a:gdLst/>
              <a:ahLst/>
              <a:cxnLst/>
              <a:rect l="l" t="t" r="r" b="b"/>
              <a:pathLst>
                <a:path w="3108960" h="622300">
                  <a:moveTo>
                    <a:pt x="2992628" y="0"/>
                  </a:moveTo>
                  <a:lnTo>
                    <a:pt x="116319" y="0"/>
                  </a:lnTo>
                  <a:lnTo>
                    <a:pt x="71039" y="9140"/>
                  </a:lnTo>
                  <a:lnTo>
                    <a:pt x="34066" y="34067"/>
                  </a:lnTo>
                  <a:lnTo>
                    <a:pt x="9139" y="71044"/>
                  </a:lnTo>
                  <a:lnTo>
                    <a:pt x="0" y="116331"/>
                  </a:lnTo>
                  <a:lnTo>
                    <a:pt x="0" y="505459"/>
                  </a:lnTo>
                  <a:lnTo>
                    <a:pt x="9139" y="550747"/>
                  </a:lnTo>
                  <a:lnTo>
                    <a:pt x="34066" y="587724"/>
                  </a:lnTo>
                  <a:lnTo>
                    <a:pt x="71039" y="612651"/>
                  </a:lnTo>
                  <a:lnTo>
                    <a:pt x="116319" y="621791"/>
                  </a:lnTo>
                  <a:lnTo>
                    <a:pt x="2992628" y="621791"/>
                  </a:lnTo>
                  <a:lnTo>
                    <a:pt x="3037915" y="612651"/>
                  </a:lnTo>
                  <a:lnTo>
                    <a:pt x="3074892" y="587724"/>
                  </a:lnTo>
                  <a:lnTo>
                    <a:pt x="3099819" y="550747"/>
                  </a:lnTo>
                  <a:lnTo>
                    <a:pt x="3108960" y="505459"/>
                  </a:lnTo>
                  <a:lnTo>
                    <a:pt x="3108960" y="116331"/>
                  </a:lnTo>
                  <a:lnTo>
                    <a:pt x="3099819" y="71044"/>
                  </a:lnTo>
                  <a:lnTo>
                    <a:pt x="3074892" y="34067"/>
                  </a:lnTo>
                  <a:lnTo>
                    <a:pt x="3037915" y="9140"/>
                  </a:lnTo>
                  <a:lnTo>
                    <a:pt x="2992628" y="0"/>
                  </a:lnTo>
                  <a:close/>
                </a:path>
              </a:pathLst>
            </a:custGeom>
            <a:solidFill>
              <a:srgbClr val="FF00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991867" y="1982723"/>
              <a:ext cx="2984500" cy="2938780"/>
            </a:xfrm>
            <a:custGeom>
              <a:avLst/>
              <a:gdLst/>
              <a:ahLst/>
              <a:cxnLst/>
              <a:rect l="l" t="t" r="r" b="b"/>
              <a:pathLst>
                <a:path w="2984500" h="2938779">
                  <a:moveTo>
                    <a:pt x="0" y="2753868"/>
                  </a:moveTo>
                  <a:lnTo>
                    <a:pt x="0" y="2938272"/>
                  </a:lnTo>
                </a:path>
                <a:path w="2984500" h="2938779">
                  <a:moveTo>
                    <a:pt x="0" y="2019300"/>
                  </a:moveTo>
                  <a:lnTo>
                    <a:pt x="0" y="2388108"/>
                  </a:lnTo>
                </a:path>
                <a:path w="2984500" h="2938779">
                  <a:moveTo>
                    <a:pt x="0" y="1284731"/>
                  </a:moveTo>
                  <a:lnTo>
                    <a:pt x="0" y="1653539"/>
                  </a:lnTo>
                </a:path>
                <a:path w="2984500" h="2938779">
                  <a:moveTo>
                    <a:pt x="0" y="550163"/>
                  </a:moveTo>
                  <a:lnTo>
                    <a:pt x="0" y="918971"/>
                  </a:lnTo>
                </a:path>
                <a:path w="2984500" h="2938779">
                  <a:moveTo>
                    <a:pt x="0" y="0"/>
                  </a:moveTo>
                  <a:lnTo>
                    <a:pt x="0" y="184403"/>
                  </a:lnTo>
                </a:path>
                <a:path w="2984500" h="2938779">
                  <a:moveTo>
                    <a:pt x="993648" y="2753868"/>
                  </a:moveTo>
                  <a:lnTo>
                    <a:pt x="993648" y="2938272"/>
                  </a:lnTo>
                </a:path>
                <a:path w="2984500" h="2938779">
                  <a:moveTo>
                    <a:pt x="993648" y="2019300"/>
                  </a:moveTo>
                  <a:lnTo>
                    <a:pt x="993648" y="2388108"/>
                  </a:lnTo>
                </a:path>
                <a:path w="2984500" h="2938779">
                  <a:moveTo>
                    <a:pt x="993648" y="550163"/>
                  </a:moveTo>
                  <a:lnTo>
                    <a:pt x="993648" y="1653539"/>
                  </a:lnTo>
                </a:path>
                <a:path w="2984500" h="2938779">
                  <a:moveTo>
                    <a:pt x="993648" y="0"/>
                  </a:moveTo>
                  <a:lnTo>
                    <a:pt x="993648" y="184403"/>
                  </a:lnTo>
                </a:path>
                <a:path w="2984500" h="2938779">
                  <a:moveTo>
                    <a:pt x="1987295" y="2019300"/>
                  </a:moveTo>
                  <a:lnTo>
                    <a:pt x="1987295" y="2938272"/>
                  </a:lnTo>
                </a:path>
                <a:path w="2984500" h="2938779">
                  <a:moveTo>
                    <a:pt x="1987295" y="0"/>
                  </a:moveTo>
                  <a:lnTo>
                    <a:pt x="1987295" y="1653539"/>
                  </a:lnTo>
                </a:path>
                <a:path w="2984500" h="2938779">
                  <a:moveTo>
                    <a:pt x="2983992" y="2019300"/>
                  </a:moveTo>
                  <a:lnTo>
                    <a:pt x="2983992" y="2938272"/>
                  </a:lnTo>
                </a:path>
                <a:path w="2984500" h="2938779">
                  <a:moveTo>
                    <a:pt x="2983992" y="0"/>
                  </a:moveTo>
                  <a:lnTo>
                    <a:pt x="2983992" y="1653539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969508" y="1982723"/>
              <a:ext cx="0" cy="2938780"/>
            </a:xfrm>
            <a:custGeom>
              <a:avLst/>
              <a:gdLst/>
              <a:ahLst/>
              <a:cxnLst/>
              <a:rect l="l" t="t" r="r" b="b"/>
              <a:pathLst>
                <a:path w="0" h="2938779">
                  <a:moveTo>
                    <a:pt x="0" y="0"/>
                  </a:moveTo>
                  <a:lnTo>
                    <a:pt x="0" y="2938272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999744" y="4370832"/>
              <a:ext cx="2383790" cy="365760"/>
            </a:xfrm>
            <a:custGeom>
              <a:avLst/>
              <a:gdLst/>
              <a:ahLst/>
              <a:cxnLst/>
              <a:rect l="l" t="t" r="r" b="b"/>
              <a:pathLst>
                <a:path w="2383790" h="365760">
                  <a:moveTo>
                    <a:pt x="2383535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2383535" y="365760"/>
                  </a:lnTo>
                  <a:lnTo>
                    <a:pt x="2383535" y="0"/>
                  </a:lnTo>
                  <a:close/>
                </a:path>
              </a:pathLst>
            </a:custGeom>
            <a:solidFill>
              <a:srgbClr val="FFD5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999744" y="3636264"/>
              <a:ext cx="4371340" cy="365760"/>
            </a:xfrm>
            <a:custGeom>
              <a:avLst/>
              <a:gdLst/>
              <a:ahLst/>
              <a:cxnLst/>
              <a:rect l="l" t="t" r="r" b="b"/>
              <a:pathLst>
                <a:path w="4371340" h="365760">
                  <a:moveTo>
                    <a:pt x="4370832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4370832" y="365760"/>
                  </a:lnTo>
                  <a:lnTo>
                    <a:pt x="4370832" y="0"/>
                  </a:lnTo>
                  <a:close/>
                </a:path>
              </a:pathLst>
            </a:custGeom>
            <a:solidFill>
              <a:srgbClr val="8983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999744" y="2901695"/>
              <a:ext cx="1789430" cy="365760"/>
            </a:xfrm>
            <a:custGeom>
              <a:avLst/>
              <a:gdLst/>
              <a:ahLst/>
              <a:cxnLst/>
              <a:rect l="l" t="t" r="r" b="b"/>
              <a:pathLst>
                <a:path w="1789430" h="365760">
                  <a:moveTo>
                    <a:pt x="1789176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1789176" y="365760"/>
                  </a:lnTo>
                  <a:lnTo>
                    <a:pt x="1789176" y="0"/>
                  </a:lnTo>
                  <a:close/>
                </a:path>
              </a:pathLst>
            </a:custGeom>
            <a:solidFill>
              <a:srgbClr val="52097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999744" y="2167127"/>
              <a:ext cx="2783205" cy="365760"/>
            </a:xfrm>
            <a:custGeom>
              <a:avLst/>
              <a:gdLst/>
              <a:ahLst/>
              <a:cxnLst/>
              <a:rect l="l" t="t" r="r" b="b"/>
              <a:pathLst>
                <a:path w="2783204" h="365760">
                  <a:moveTo>
                    <a:pt x="2782824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2782824" y="365760"/>
                  </a:lnTo>
                  <a:lnTo>
                    <a:pt x="2782824" y="0"/>
                  </a:lnTo>
                  <a:close/>
                </a:path>
              </a:pathLst>
            </a:custGeom>
            <a:solidFill>
              <a:srgbClr val="FF00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998219" y="1982723"/>
              <a:ext cx="0" cy="2938780"/>
            </a:xfrm>
            <a:custGeom>
              <a:avLst/>
              <a:gdLst/>
              <a:ahLst/>
              <a:cxnLst/>
              <a:rect l="l" t="t" r="r" b="b"/>
              <a:pathLst>
                <a:path w="0" h="2938779">
                  <a:moveTo>
                    <a:pt x="0" y="2938272"/>
                  </a:moveTo>
                  <a:lnTo>
                    <a:pt x="0" y="0"/>
                  </a:lnTo>
                </a:path>
              </a:pathLst>
            </a:custGeom>
            <a:ln w="914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517347" y="2234310"/>
            <a:ext cx="3632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latin typeface="Microsoft Sans Serif"/>
                <a:cs typeface="Microsoft Sans Serif"/>
              </a:rPr>
              <a:t>2024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17347" y="2969133"/>
            <a:ext cx="3632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latin typeface="Microsoft Sans Serif"/>
                <a:cs typeface="Microsoft Sans Serif"/>
              </a:rPr>
              <a:t>2023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17347" y="3704082"/>
            <a:ext cx="3632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latin typeface="Microsoft Sans Serif"/>
                <a:cs typeface="Microsoft Sans Serif"/>
              </a:rPr>
              <a:t>2022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17347" y="4438904"/>
            <a:ext cx="3632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latin typeface="Microsoft Sans Serif"/>
                <a:cs typeface="Microsoft Sans Serif"/>
              </a:rPr>
              <a:t>2021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44067" y="4987544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Microsoft Sans Serif"/>
                <a:cs typeface="Microsoft Sans Serif"/>
              </a:rPr>
              <a:t>0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38273" y="4987544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Microsoft Sans Serif"/>
                <a:cs typeface="Microsoft Sans Serif"/>
              </a:rPr>
              <a:t>1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32302" y="4987544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Microsoft Sans Serif"/>
                <a:cs typeface="Microsoft Sans Serif"/>
              </a:rPr>
              <a:t>2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26585" y="4987544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Microsoft Sans Serif"/>
                <a:cs typeface="Microsoft Sans Serif"/>
              </a:rPr>
              <a:t>3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920488" y="4987544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Microsoft Sans Serif"/>
                <a:cs typeface="Microsoft Sans Serif"/>
              </a:rPr>
              <a:t>4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914771" y="4987544"/>
            <a:ext cx="1104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Microsoft Sans Serif"/>
                <a:cs typeface="Microsoft Sans Serif"/>
              </a:rPr>
              <a:t>5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5415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fld id="{81D60167-4931-47E6-BA6A-407CBD079E47}" type="slidenum">
              <a:rPr dirty="0" spc="-25"/>
              <a:t>21</a:t>
            </a:fld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47472" y="323088"/>
            <a:ext cx="3108960" cy="622300"/>
          </a:xfrm>
          <a:custGeom>
            <a:avLst/>
            <a:gdLst/>
            <a:ahLst/>
            <a:cxnLst/>
            <a:rect l="l" t="t" r="r" b="b"/>
            <a:pathLst>
              <a:path w="3108960" h="622300">
                <a:moveTo>
                  <a:pt x="2992628" y="0"/>
                </a:moveTo>
                <a:lnTo>
                  <a:pt x="116319" y="0"/>
                </a:lnTo>
                <a:lnTo>
                  <a:pt x="71039" y="9140"/>
                </a:lnTo>
                <a:lnTo>
                  <a:pt x="34066" y="34067"/>
                </a:lnTo>
                <a:lnTo>
                  <a:pt x="9139" y="71044"/>
                </a:lnTo>
                <a:lnTo>
                  <a:pt x="0" y="116331"/>
                </a:lnTo>
                <a:lnTo>
                  <a:pt x="0" y="505459"/>
                </a:lnTo>
                <a:lnTo>
                  <a:pt x="9139" y="550747"/>
                </a:lnTo>
                <a:lnTo>
                  <a:pt x="34066" y="587724"/>
                </a:lnTo>
                <a:lnTo>
                  <a:pt x="71039" y="612651"/>
                </a:lnTo>
                <a:lnTo>
                  <a:pt x="116319" y="621791"/>
                </a:lnTo>
                <a:lnTo>
                  <a:pt x="2992628" y="621791"/>
                </a:lnTo>
                <a:lnTo>
                  <a:pt x="3037915" y="612651"/>
                </a:lnTo>
                <a:lnTo>
                  <a:pt x="3074892" y="587724"/>
                </a:lnTo>
                <a:lnTo>
                  <a:pt x="3099819" y="550747"/>
                </a:lnTo>
                <a:lnTo>
                  <a:pt x="3108960" y="505459"/>
                </a:lnTo>
                <a:lnTo>
                  <a:pt x="3108960" y="116331"/>
                </a:lnTo>
                <a:lnTo>
                  <a:pt x="3099819" y="71044"/>
                </a:lnTo>
                <a:lnTo>
                  <a:pt x="3074892" y="34067"/>
                </a:lnTo>
                <a:lnTo>
                  <a:pt x="3037915" y="9140"/>
                </a:lnTo>
                <a:lnTo>
                  <a:pt x="2992628" y="0"/>
                </a:lnTo>
                <a:close/>
              </a:path>
            </a:pathLst>
          </a:custGeom>
          <a:solidFill>
            <a:srgbClr val="FF005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08812" y="349249"/>
            <a:ext cx="4857750" cy="30956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6722" y="1742058"/>
            <a:ext cx="3622251" cy="362204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827022" y="1929511"/>
            <a:ext cx="1009650" cy="7143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90"/>
              </a:spcBef>
            </a:pPr>
            <a:r>
              <a:rPr dirty="0" sz="1400" spc="-50" b="1">
                <a:solidFill>
                  <a:srgbClr val="1C1D21"/>
                </a:solidFill>
                <a:latin typeface="Arial"/>
                <a:cs typeface="Arial"/>
              </a:rPr>
              <a:t>9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400" spc="-25" b="1">
                <a:solidFill>
                  <a:srgbClr val="1C1D21"/>
                </a:solidFill>
                <a:latin typeface="Arial"/>
                <a:cs typeface="Arial"/>
              </a:rPr>
              <a:t>10%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18919" y="3911853"/>
            <a:ext cx="37719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25" b="1">
                <a:solidFill>
                  <a:srgbClr val="FFFFFF"/>
                </a:solidFill>
                <a:latin typeface="Arial"/>
                <a:cs typeface="Arial"/>
              </a:rPr>
              <a:t>23%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00498" y="3845178"/>
            <a:ext cx="37719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spc="-25" b="1">
                <a:solidFill>
                  <a:srgbClr val="FFFFFF"/>
                </a:solidFill>
                <a:latin typeface="Arial"/>
                <a:cs typeface="Arial"/>
              </a:rPr>
              <a:t>58%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5415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fld id="{81D60167-4931-47E6-BA6A-407CBD079E47}" type="slidenum">
              <a:rPr dirty="0" spc="-25"/>
              <a:t>21</a:t>
            </a:fld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29768" y="3008375"/>
              <a:ext cx="11524615" cy="3657600"/>
            </a:xfrm>
            <a:custGeom>
              <a:avLst/>
              <a:gdLst/>
              <a:ahLst/>
              <a:cxnLst/>
              <a:rect l="l" t="t" r="r" b="b"/>
              <a:pathLst>
                <a:path w="11524615" h="3657600">
                  <a:moveTo>
                    <a:pt x="3727704" y="188341"/>
                  </a:moveTo>
                  <a:lnTo>
                    <a:pt x="3720973" y="138277"/>
                  </a:lnTo>
                  <a:lnTo>
                    <a:pt x="3701986" y="93294"/>
                  </a:lnTo>
                  <a:lnTo>
                    <a:pt x="3672535" y="55168"/>
                  </a:lnTo>
                  <a:lnTo>
                    <a:pt x="3634409" y="25717"/>
                  </a:lnTo>
                  <a:lnTo>
                    <a:pt x="3589426" y="6731"/>
                  </a:lnTo>
                  <a:lnTo>
                    <a:pt x="3539363" y="0"/>
                  </a:lnTo>
                  <a:lnTo>
                    <a:pt x="188404" y="0"/>
                  </a:lnTo>
                  <a:lnTo>
                    <a:pt x="138315" y="6731"/>
                  </a:lnTo>
                  <a:lnTo>
                    <a:pt x="93306" y="25717"/>
                  </a:lnTo>
                  <a:lnTo>
                    <a:pt x="55181" y="55168"/>
                  </a:lnTo>
                  <a:lnTo>
                    <a:pt x="25717" y="93294"/>
                  </a:lnTo>
                  <a:lnTo>
                    <a:pt x="6718" y="138277"/>
                  </a:lnTo>
                  <a:lnTo>
                    <a:pt x="0" y="188341"/>
                  </a:lnTo>
                  <a:lnTo>
                    <a:pt x="0" y="3469195"/>
                  </a:lnTo>
                  <a:lnTo>
                    <a:pt x="6718" y="3519284"/>
                  </a:lnTo>
                  <a:lnTo>
                    <a:pt x="25717" y="3564293"/>
                  </a:lnTo>
                  <a:lnTo>
                    <a:pt x="55181" y="3602418"/>
                  </a:lnTo>
                  <a:lnTo>
                    <a:pt x="93306" y="3631882"/>
                  </a:lnTo>
                  <a:lnTo>
                    <a:pt x="138315" y="3650881"/>
                  </a:lnTo>
                  <a:lnTo>
                    <a:pt x="188404" y="3657600"/>
                  </a:lnTo>
                  <a:lnTo>
                    <a:pt x="3539363" y="3657600"/>
                  </a:lnTo>
                  <a:lnTo>
                    <a:pt x="3589426" y="3650881"/>
                  </a:lnTo>
                  <a:lnTo>
                    <a:pt x="3634409" y="3631882"/>
                  </a:lnTo>
                  <a:lnTo>
                    <a:pt x="3672535" y="3602418"/>
                  </a:lnTo>
                  <a:lnTo>
                    <a:pt x="3701986" y="3564293"/>
                  </a:lnTo>
                  <a:lnTo>
                    <a:pt x="3720973" y="3519284"/>
                  </a:lnTo>
                  <a:lnTo>
                    <a:pt x="3727704" y="3469195"/>
                  </a:lnTo>
                  <a:lnTo>
                    <a:pt x="3727704" y="188341"/>
                  </a:lnTo>
                  <a:close/>
                </a:path>
                <a:path w="11524615" h="3657600">
                  <a:moveTo>
                    <a:pt x="7626096" y="188341"/>
                  </a:moveTo>
                  <a:lnTo>
                    <a:pt x="7619365" y="138277"/>
                  </a:lnTo>
                  <a:lnTo>
                    <a:pt x="7600378" y="93294"/>
                  </a:lnTo>
                  <a:lnTo>
                    <a:pt x="7570927" y="55168"/>
                  </a:lnTo>
                  <a:lnTo>
                    <a:pt x="7532802" y="25717"/>
                  </a:lnTo>
                  <a:lnTo>
                    <a:pt x="7487818" y="6731"/>
                  </a:lnTo>
                  <a:lnTo>
                    <a:pt x="7437755" y="0"/>
                  </a:lnTo>
                  <a:lnTo>
                    <a:pt x="4086733" y="0"/>
                  </a:lnTo>
                  <a:lnTo>
                    <a:pt x="4036657" y="6731"/>
                  </a:lnTo>
                  <a:lnTo>
                    <a:pt x="3991673" y="25717"/>
                  </a:lnTo>
                  <a:lnTo>
                    <a:pt x="3953548" y="55168"/>
                  </a:lnTo>
                  <a:lnTo>
                    <a:pt x="3924096" y="93294"/>
                  </a:lnTo>
                  <a:lnTo>
                    <a:pt x="3905110" y="138277"/>
                  </a:lnTo>
                  <a:lnTo>
                    <a:pt x="3898392" y="188341"/>
                  </a:lnTo>
                  <a:lnTo>
                    <a:pt x="3898392" y="3469195"/>
                  </a:lnTo>
                  <a:lnTo>
                    <a:pt x="3905110" y="3519284"/>
                  </a:lnTo>
                  <a:lnTo>
                    <a:pt x="3924096" y="3564293"/>
                  </a:lnTo>
                  <a:lnTo>
                    <a:pt x="3953548" y="3602418"/>
                  </a:lnTo>
                  <a:lnTo>
                    <a:pt x="3991673" y="3631882"/>
                  </a:lnTo>
                  <a:lnTo>
                    <a:pt x="4036657" y="3650881"/>
                  </a:lnTo>
                  <a:lnTo>
                    <a:pt x="4086733" y="3657600"/>
                  </a:lnTo>
                  <a:lnTo>
                    <a:pt x="7437755" y="3657600"/>
                  </a:lnTo>
                  <a:lnTo>
                    <a:pt x="7487818" y="3650881"/>
                  </a:lnTo>
                  <a:lnTo>
                    <a:pt x="7532802" y="3631882"/>
                  </a:lnTo>
                  <a:lnTo>
                    <a:pt x="7570927" y="3602418"/>
                  </a:lnTo>
                  <a:lnTo>
                    <a:pt x="7600378" y="3564293"/>
                  </a:lnTo>
                  <a:lnTo>
                    <a:pt x="7619365" y="3519284"/>
                  </a:lnTo>
                  <a:lnTo>
                    <a:pt x="7626096" y="3469195"/>
                  </a:lnTo>
                  <a:lnTo>
                    <a:pt x="7626096" y="188341"/>
                  </a:lnTo>
                  <a:close/>
                </a:path>
                <a:path w="11524615" h="3657600">
                  <a:moveTo>
                    <a:pt x="11524488" y="188341"/>
                  </a:moveTo>
                  <a:lnTo>
                    <a:pt x="11517757" y="138277"/>
                  </a:lnTo>
                  <a:lnTo>
                    <a:pt x="11498771" y="93294"/>
                  </a:lnTo>
                  <a:lnTo>
                    <a:pt x="11469319" y="55168"/>
                  </a:lnTo>
                  <a:lnTo>
                    <a:pt x="11431194" y="25717"/>
                  </a:lnTo>
                  <a:lnTo>
                    <a:pt x="11386210" y="6731"/>
                  </a:lnTo>
                  <a:lnTo>
                    <a:pt x="11336147" y="0"/>
                  </a:lnTo>
                  <a:lnTo>
                    <a:pt x="7985125" y="0"/>
                  </a:lnTo>
                  <a:lnTo>
                    <a:pt x="7935049" y="6731"/>
                  </a:lnTo>
                  <a:lnTo>
                    <a:pt x="7890065" y="25717"/>
                  </a:lnTo>
                  <a:lnTo>
                    <a:pt x="7851940" y="55168"/>
                  </a:lnTo>
                  <a:lnTo>
                    <a:pt x="7822489" y="93294"/>
                  </a:lnTo>
                  <a:lnTo>
                    <a:pt x="7803502" y="138277"/>
                  </a:lnTo>
                  <a:lnTo>
                    <a:pt x="7796784" y="188341"/>
                  </a:lnTo>
                  <a:lnTo>
                    <a:pt x="7796784" y="3469195"/>
                  </a:lnTo>
                  <a:lnTo>
                    <a:pt x="7803502" y="3519284"/>
                  </a:lnTo>
                  <a:lnTo>
                    <a:pt x="7822489" y="3564293"/>
                  </a:lnTo>
                  <a:lnTo>
                    <a:pt x="7851940" y="3602418"/>
                  </a:lnTo>
                  <a:lnTo>
                    <a:pt x="7890065" y="3631882"/>
                  </a:lnTo>
                  <a:lnTo>
                    <a:pt x="7935049" y="3650881"/>
                  </a:lnTo>
                  <a:lnTo>
                    <a:pt x="7985125" y="3657600"/>
                  </a:lnTo>
                  <a:lnTo>
                    <a:pt x="11336147" y="3657600"/>
                  </a:lnTo>
                  <a:lnTo>
                    <a:pt x="11386210" y="3650881"/>
                  </a:lnTo>
                  <a:lnTo>
                    <a:pt x="11431194" y="3631882"/>
                  </a:lnTo>
                  <a:lnTo>
                    <a:pt x="11469319" y="3602418"/>
                  </a:lnTo>
                  <a:lnTo>
                    <a:pt x="11498771" y="3564293"/>
                  </a:lnTo>
                  <a:lnTo>
                    <a:pt x="11517757" y="3519284"/>
                  </a:lnTo>
                  <a:lnTo>
                    <a:pt x="11524488" y="3469195"/>
                  </a:lnTo>
                  <a:lnTo>
                    <a:pt x="11524488" y="18834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47472" y="323088"/>
              <a:ext cx="3108960" cy="622300"/>
            </a:xfrm>
            <a:custGeom>
              <a:avLst/>
              <a:gdLst/>
              <a:ahLst/>
              <a:cxnLst/>
              <a:rect l="l" t="t" r="r" b="b"/>
              <a:pathLst>
                <a:path w="3108960" h="622300">
                  <a:moveTo>
                    <a:pt x="2992628" y="0"/>
                  </a:moveTo>
                  <a:lnTo>
                    <a:pt x="116319" y="0"/>
                  </a:lnTo>
                  <a:lnTo>
                    <a:pt x="71039" y="9140"/>
                  </a:lnTo>
                  <a:lnTo>
                    <a:pt x="34066" y="34067"/>
                  </a:lnTo>
                  <a:lnTo>
                    <a:pt x="9139" y="71044"/>
                  </a:lnTo>
                  <a:lnTo>
                    <a:pt x="0" y="116331"/>
                  </a:lnTo>
                  <a:lnTo>
                    <a:pt x="0" y="505459"/>
                  </a:lnTo>
                  <a:lnTo>
                    <a:pt x="9139" y="550747"/>
                  </a:lnTo>
                  <a:lnTo>
                    <a:pt x="34066" y="587724"/>
                  </a:lnTo>
                  <a:lnTo>
                    <a:pt x="71039" y="612651"/>
                  </a:lnTo>
                  <a:lnTo>
                    <a:pt x="116319" y="621791"/>
                  </a:lnTo>
                  <a:lnTo>
                    <a:pt x="2992628" y="621791"/>
                  </a:lnTo>
                  <a:lnTo>
                    <a:pt x="3037915" y="612651"/>
                  </a:lnTo>
                  <a:lnTo>
                    <a:pt x="3074892" y="587724"/>
                  </a:lnTo>
                  <a:lnTo>
                    <a:pt x="3099819" y="550747"/>
                  </a:lnTo>
                  <a:lnTo>
                    <a:pt x="3108960" y="505459"/>
                  </a:lnTo>
                  <a:lnTo>
                    <a:pt x="3108960" y="116331"/>
                  </a:lnTo>
                  <a:lnTo>
                    <a:pt x="3099819" y="71044"/>
                  </a:lnTo>
                  <a:lnTo>
                    <a:pt x="3074892" y="34067"/>
                  </a:lnTo>
                  <a:lnTo>
                    <a:pt x="3037915" y="9140"/>
                  </a:lnTo>
                  <a:lnTo>
                    <a:pt x="2992628" y="0"/>
                  </a:lnTo>
                  <a:close/>
                </a:path>
              </a:pathLst>
            </a:custGeom>
            <a:solidFill>
              <a:srgbClr val="FF00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542288" y="1365503"/>
              <a:ext cx="5303520" cy="1402080"/>
            </a:xfrm>
            <a:custGeom>
              <a:avLst/>
              <a:gdLst/>
              <a:ahLst/>
              <a:cxnLst/>
              <a:rect l="l" t="t" r="r" b="b"/>
              <a:pathLst>
                <a:path w="5303520" h="1402080">
                  <a:moveTo>
                    <a:pt x="3797808" y="233680"/>
                  </a:moveTo>
                  <a:lnTo>
                    <a:pt x="3802556" y="186592"/>
                  </a:lnTo>
                  <a:lnTo>
                    <a:pt x="3816175" y="142732"/>
                  </a:lnTo>
                  <a:lnTo>
                    <a:pt x="3837723" y="103038"/>
                  </a:lnTo>
                  <a:lnTo>
                    <a:pt x="3866261" y="68453"/>
                  </a:lnTo>
                  <a:lnTo>
                    <a:pt x="3900846" y="39915"/>
                  </a:lnTo>
                  <a:lnTo>
                    <a:pt x="3940540" y="18367"/>
                  </a:lnTo>
                  <a:lnTo>
                    <a:pt x="3984400" y="4748"/>
                  </a:lnTo>
                  <a:lnTo>
                    <a:pt x="4031488" y="0"/>
                  </a:lnTo>
                  <a:lnTo>
                    <a:pt x="5069840" y="0"/>
                  </a:lnTo>
                  <a:lnTo>
                    <a:pt x="5116927" y="4748"/>
                  </a:lnTo>
                  <a:lnTo>
                    <a:pt x="5160787" y="18367"/>
                  </a:lnTo>
                  <a:lnTo>
                    <a:pt x="5200481" y="39915"/>
                  </a:lnTo>
                  <a:lnTo>
                    <a:pt x="5235067" y="68453"/>
                  </a:lnTo>
                  <a:lnTo>
                    <a:pt x="5263604" y="103038"/>
                  </a:lnTo>
                  <a:lnTo>
                    <a:pt x="5285152" y="142732"/>
                  </a:lnTo>
                  <a:lnTo>
                    <a:pt x="5298771" y="186592"/>
                  </a:lnTo>
                  <a:lnTo>
                    <a:pt x="5303520" y="233680"/>
                  </a:lnTo>
                  <a:lnTo>
                    <a:pt x="5303520" y="1168400"/>
                  </a:lnTo>
                  <a:lnTo>
                    <a:pt x="5298771" y="1215487"/>
                  </a:lnTo>
                  <a:lnTo>
                    <a:pt x="5285152" y="1259347"/>
                  </a:lnTo>
                  <a:lnTo>
                    <a:pt x="5263604" y="1299041"/>
                  </a:lnTo>
                  <a:lnTo>
                    <a:pt x="5235067" y="1333627"/>
                  </a:lnTo>
                  <a:lnTo>
                    <a:pt x="5200481" y="1362164"/>
                  </a:lnTo>
                  <a:lnTo>
                    <a:pt x="5160787" y="1383712"/>
                  </a:lnTo>
                  <a:lnTo>
                    <a:pt x="5116927" y="1397331"/>
                  </a:lnTo>
                  <a:lnTo>
                    <a:pt x="5069840" y="1402080"/>
                  </a:lnTo>
                  <a:lnTo>
                    <a:pt x="4031488" y="1402080"/>
                  </a:lnTo>
                  <a:lnTo>
                    <a:pt x="3984400" y="1397331"/>
                  </a:lnTo>
                  <a:lnTo>
                    <a:pt x="3940540" y="1383712"/>
                  </a:lnTo>
                  <a:lnTo>
                    <a:pt x="3900846" y="1362164"/>
                  </a:lnTo>
                  <a:lnTo>
                    <a:pt x="3866261" y="1333627"/>
                  </a:lnTo>
                  <a:lnTo>
                    <a:pt x="3837723" y="1299041"/>
                  </a:lnTo>
                  <a:lnTo>
                    <a:pt x="3816175" y="1259347"/>
                  </a:lnTo>
                  <a:lnTo>
                    <a:pt x="3802556" y="1215487"/>
                  </a:lnTo>
                  <a:lnTo>
                    <a:pt x="3797808" y="1168400"/>
                  </a:lnTo>
                  <a:lnTo>
                    <a:pt x="3797808" y="233680"/>
                  </a:lnTo>
                  <a:close/>
                </a:path>
                <a:path w="5303520" h="1402080">
                  <a:moveTo>
                    <a:pt x="0" y="233680"/>
                  </a:moveTo>
                  <a:lnTo>
                    <a:pt x="4748" y="186592"/>
                  </a:lnTo>
                  <a:lnTo>
                    <a:pt x="18367" y="142732"/>
                  </a:lnTo>
                  <a:lnTo>
                    <a:pt x="39915" y="103038"/>
                  </a:lnTo>
                  <a:lnTo>
                    <a:pt x="68453" y="68453"/>
                  </a:lnTo>
                  <a:lnTo>
                    <a:pt x="103038" y="39915"/>
                  </a:lnTo>
                  <a:lnTo>
                    <a:pt x="142732" y="18367"/>
                  </a:lnTo>
                  <a:lnTo>
                    <a:pt x="186592" y="4748"/>
                  </a:lnTo>
                  <a:lnTo>
                    <a:pt x="233680" y="0"/>
                  </a:lnTo>
                  <a:lnTo>
                    <a:pt x="1268984" y="0"/>
                  </a:lnTo>
                  <a:lnTo>
                    <a:pt x="1316071" y="4748"/>
                  </a:lnTo>
                  <a:lnTo>
                    <a:pt x="1359931" y="18367"/>
                  </a:lnTo>
                  <a:lnTo>
                    <a:pt x="1399625" y="39915"/>
                  </a:lnTo>
                  <a:lnTo>
                    <a:pt x="1434210" y="68453"/>
                  </a:lnTo>
                  <a:lnTo>
                    <a:pt x="1462748" y="103038"/>
                  </a:lnTo>
                  <a:lnTo>
                    <a:pt x="1484296" y="142732"/>
                  </a:lnTo>
                  <a:lnTo>
                    <a:pt x="1497915" y="186592"/>
                  </a:lnTo>
                  <a:lnTo>
                    <a:pt x="1502664" y="233680"/>
                  </a:lnTo>
                  <a:lnTo>
                    <a:pt x="1502664" y="1168400"/>
                  </a:lnTo>
                  <a:lnTo>
                    <a:pt x="1497915" y="1215487"/>
                  </a:lnTo>
                  <a:lnTo>
                    <a:pt x="1484296" y="1259347"/>
                  </a:lnTo>
                  <a:lnTo>
                    <a:pt x="1462748" y="1299041"/>
                  </a:lnTo>
                  <a:lnTo>
                    <a:pt x="1434211" y="1333627"/>
                  </a:lnTo>
                  <a:lnTo>
                    <a:pt x="1399625" y="1362164"/>
                  </a:lnTo>
                  <a:lnTo>
                    <a:pt x="1359931" y="1383712"/>
                  </a:lnTo>
                  <a:lnTo>
                    <a:pt x="1316071" y="1397331"/>
                  </a:lnTo>
                  <a:lnTo>
                    <a:pt x="1268984" y="1402080"/>
                  </a:lnTo>
                  <a:lnTo>
                    <a:pt x="233680" y="1402080"/>
                  </a:lnTo>
                  <a:lnTo>
                    <a:pt x="186592" y="1397331"/>
                  </a:lnTo>
                  <a:lnTo>
                    <a:pt x="142732" y="1383712"/>
                  </a:lnTo>
                  <a:lnTo>
                    <a:pt x="103038" y="1362164"/>
                  </a:lnTo>
                  <a:lnTo>
                    <a:pt x="68453" y="1333627"/>
                  </a:lnTo>
                  <a:lnTo>
                    <a:pt x="39915" y="1299041"/>
                  </a:lnTo>
                  <a:lnTo>
                    <a:pt x="18367" y="1259347"/>
                  </a:lnTo>
                  <a:lnTo>
                    <a:pt x="4748" y="1215487"/>
                  </a:lnTo>
                  <a:lnTo>
                    <a:pt x="0" y="1168400"/>
                  </a:lnTo>
                  <a:lnTo>
                    <a:pt x="0" y="233680"/>
                  </a:lnTo>
                  <a:close/>
                </a:path>
                <a:path w="5303520" h="1402080">
                  <a:moveTo>
                    <a:pt x="1499616" y="767334"/>
                  </a:moveTo>
                  <a:lnTo>
                    <a:pt x="3788156" y="755904"/>
                  </a:lnTo>
                </a:path>
              </a:pathLst>
            </a:custGeom>
            <a:ln w="12192">
              <a:solidFill>
                <a:srgbClr val="FF005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899030" y="1752726"/>
              <a:ext cx="737870" cy="688975"/>
            </a:xfrm>
            <a:custGeom>
              <a:avLst/>
              <a:gdLst/>
              <a:ahLst/>
              <a:cxnLst/>
              <a:rect l="l" t="t" r="r" b="b"/>
              <a:pathLst>
                <a:path w="737869" h="688975">
                  <a:moveTo>
                    <a:pt x="499744" y="610997"/>
                  </a:moveTo>
                  <a:lnTo>
                    <a:pt x="237617" y="610997"/>
                  </a:lnTo>
                  <a:lnTo>
                    <a:pt x="227986" y="612882"/>
                  </a:lnTo>
                  <a:lnTo>
                    <a:pt x="220297" y="618077"/>
                  </a:lnTo>
                  <a:lnTo>
                    <a:pt x="215203" y="625891"/>
                  </a:lnTo>
                  <a:lnTo>
                    <a:pt x="213360" y="635635"/>
                  </a:lnTo>
                  <a:lnTo>
                    <a:pt x="213360" y="663956"/>
                  </a:lnTo>
                  <a:lnTo>
                    <a:pt x="215203" y="673752"/>
                  </a:lnTo>
                  <a:lnTo>
                    <a:pt x="220297" y="681561"/>
                  </a:lnTo>
                  <a:lnTo>
                    <a:pt x="227986" y="686726"/>
                  </a:lnTo>
                  <a:lnTo>
                    <a:pt x="237617" y="688594"/>
                  </a:lnTo>
                  <a:lnTo>
                    <a:pt x="499744" y="688594"/>
                  </a:lnTo>
                  <a:lnTo>
                    <a:pt x="509375" y="686726"/>
                  </a:lnTo>
                  <a:lnTo>
                    <a:pt x="517064" y="681561"/>
                  </a:lnTo>
                  <a:lnTo>
                    <a:pt x="522158" y="673752"/>
                  </a:lnTo>
                  <a:lnTo>
                    <a:pt x="523332" y="667512"/>
                  </a:lnTo>
                  <a:lnTo>
                    <a:pt x="235966" y="667512"/>
                  </a:lnTo>
                  <a:lnTo>
                    <a:pt x="234187" y="665734"/>
                  </a:lnTo>
                  <a:lnTo>
                    <a:pt x="234187" y="633857"/>
                  </a:lnTo>
                  <a:lnTo>
                    <a:pt x="235966" y="632078"/>
                  </a:lnTo>
                  <a:lnTo>
                    <a:pt x="523329" y="632078"/>
                  </a:lnTo>
                  <a:lnTo>
                    <a:pt x="522158" y="625891"/>
                  </a:lnTo>
                  <a:lnTo>
                    <a:pt x="517064" y="618077"/>
                  </a:lnTo>
                  <a:lnTo>
                    <a:pt x="509375" y="612882"/>
                  </a:lnTo>
                  <a:lnTo>
                    <a:pt x="499744" y="610997"/>
                  </a:lnTo>
                  <a:close/>
                </a:path>
                <a:path w="737869" h="688975">
                  <a:moveTo>
                    <a:pt x="523329" y="632078"/>
                  </a:moveTo>
                  <a:lnTo>
                    <a:pt x="501395" y="632078"/>
                  </a:lnTo>
                  <a:lnTo>
                    <a:pt x="503174" y="633857"/>
                  </a:lnTo>
                  <a:lnTo>
                    <a:pt x="503174" y="665734"/>
                  </a:lnTo>
                  <a:lnTo>
                    <a:pt x="501395" y="667512"/>
                  </a:lnTo>
                  <a:lnTo>
                    <a:pt x="523332" y="667512"/>
                  </a:lnTo>
                  <a:lnTo>
                    <a:pt x="524001" y="663956"/>
                  </a:lnTo>
                  <a:lnTo>
                    <a:pt x="524001" y="635635"/>
                  </a:lnTo>
                  <a:lnTo>
                    <a:pt x="523329" y="632078"/>
                  </a:lnTo>
                  <a:close/>
                </a:path>
                <a:path w="737869" h="688975">
                  <a:moveTo>
                    <a:pt x="294894" y="519175"/>
                  </a:moveTo>
                  <a:lnTo>
                    <a:pt x="274066" y="519175"/>
                  </a:lnTo>
                  <a:lnTo>
                    <a:pt x="265430" y="610997"/>
                  </a:lnTo>
                  <a:lnTo>
                    <a:pt x="288036" y="610997"/>
                  </a:lnTo>
                  <a:lnTo>
                    <a:pt x="294894" y="519175"/>
                  </a:lnTo>
                  <a:close/>
                </a:path>
                <a:path w="737869" h="688975">
                  <a:moveTo>
                    <a:pt x="463295" y="519175"/>
                  </a:moveTo>
                  <a:lnTo>
                    <a:pt x="442468" y="519175"/>
                  </a:lnTo>
                  <a:lnTo>
                    <a:pt x="449452" y="610997"/>
                  </a:lnTo>
                  <a:lnTo>
                    <a:pt x="471931" y="610997"/>
                  </a:lnTo>
                  <a:lnTo>
                    <a:pt x="463295" y="519175"/>
                  </a:lnTo>
                  <a:close/>
                </a:path>
                <a:path w="737869" h="688975">
                  <a:moveTo>
                    <a:pt x="347091" y="519175"/>
                  </a:moveTo>
                  <a:lnTo>
                    <a:pt x="326136" y="519175"/>
                  </a:lnTo>
                  <a:lnTo>
                    <a:pt x="326136" y="533273"/>
                  </a:lnTo>
                  <a:lnTo>
                    <a:pt x="329483" y="550626"/>
                  </a:lnTo>
                  <a:lnTo>
                    <a:pt x="338534" y="564657"/>
                  </a:lnTo>
                  <a:lnTo>
                    <a:pt x="351799" y="574045"/>
                  </a:lnTo>
                  <a:lnTo>
                    <a:pt x="367792" y="577469"/>
                  </a:lnTo>
                  <a:lnTo>
                    <a:pt x="384865" y="574045"/>
                  </a:lnTo>
                  <a:lnTo>
                    <a:pt x="398652" y="564657"/>
                  </a:lnTo>
                  <a:lnTo>
                    <a:pt x="405336" y="554482"/>
                  </a:lnTo>
                  <a:lnTo>
                    <a:pt x="367792" y="554482"/>
                  </a:lnTo>
                  <a:lnTo>
                    <a:pt x="360217" y="552918"/>
                  </a:lnTo>
                  <a:lnTo>
                    <a:pt x="353583" y="548544"/>
                  </a:lnTo>
                  <a:lnTo>
                    <a:pt x="348878" y="541837"/>
                  </a:lnTo>
                  <a:lnTo>
                    <a:pt x="347091" y="533273"/>
                  </a:lnTo>
                  <a:lnTo>
                    <a:pt x="347091" y="519175"/>
                  </a:lnTo>
                  <a:close/>
                </a:path>
                <a:path w="737869" h="688975">
                  <a:moveTo>
                    <a:pt x="411225" y="519175"/>
                  </a:moveTo>
                  <a:lnTo>
                    <a:pt x="388619" y="519175"/>
                  </a:lnTo>
                  <a:lnTo>
                    <a:pt x="388619" y="533273"/>
                  </a:lnTo>
                  <a:lnTo>
                    <a:pt x="387080" y="541837"/>
                  </a:lnTo>
                  <a:lnTo>
                    <a:pt x="382777" y="548544"/>
                  </a:lnTo>
                  <a:lnTo>
                    <a:pt x="376189" y="552918"/>
                  </a:lnTo>
                  <a:lnTo>
                    <a:pt x="367792" y="554482"/>
                  </a:lnTo>
                  <a:lnTo>
                    <a:pt x="405336" y="554482"/>
                  </a:lnTo>
                  <a:lnTo>
                    <a:pt x="407868" y="550626"/>
                  </a:lnTo>
                  <a:lnTo>
                    <a:pt x="411225" y="533273"/>
                  </a:lnTo>
                  <a:lnTo>
                    <a:pt x="411225" y="519175"/>
                  </a:lnTo>
                  <a:close/>
                </a:path>
                <a:path w="737869" h="688975">
                  <a:moveTo>
                    <a:pt x="17271" y="148209"/>
                  </a:moveTo>
                  <a:lnTo>
                    <a:pt x="5080" y="148209"/>
                  </a:lnTo>
                  <a:lnTo>
                    <a:pt x="0" y="151764"/>
                  </a:lnTo>
                  <a:lnTo>
                    <a:pt x="0" y="478536"/>
                  </a:lnTo>
                  <a:lnTo>
                    <a:pt x="3051" y="494583"/>
                  </a:lnTo>
                  <a:lnTo>
                    <a:pt x="11461" y="507476"/>
                  </a:lnTo>
                  <a:lnTo>
                    <a:pt x="24110" y="516058"/>
                  </a:lnTo>
                  <a:lnTo>
                    <a:pt x="39877" y="519175"/>
                  </a:lnTo>
                  <a:lnTo>
                    <a:pt x="697611" y="519175"/>
                  </a:lnTo>
                  <a:lnTo>
                    <a:pt x="712628" y="516058"/>
                  </a:lnTo>
                  <a:lnTo>
                    <a:pt x="725360" y="507476"/>
                  </a:lnTo>
                  <a:lnTo>
                    <a:pt x="731870" y="497967"/>
                  </a:lnTo>
                  <a:lnTo>
                    <a:pt x="39877" y="497967"/>
                  </a:lnTo>
                  <a:lnTo>
                    <a:pt x="32508" y="496413"/>
                  </a:lnTo>
                  <a:lnTo>
                    <a:pt x="26447" y="492204"/>
                  </a:lnTo>
                  <a:lnTo>
                    <a:pt x="22340" y="486019"/>
                  </a:lnTo>
                  <a:lnTo>
                    <a:pt x="20827" y="478536"/>
                  </a:lnTo>
                  <a:lnTo>
                    <a:pt x="20827" y="443230"/>
                  </a:lnTo>
                  <a:lnTo>
                    <a:pt x="586486" y="443230"/>
                  </a:lnTo>
                  <a:lnTo>
                    <a:pt x="591693" y="437896"/>
                  </a:lnTo>
                  <a:lnTo>
                    <a:pt x="591693" y="425576"/>
                  </a:lnTo>
                  <a:lnTo>
                    <a:pt x="586486" y="420243"/>
                  </a:lnTo>
                  <a:lnTo>
                    <a:pt x="20827" y="420243"/>
                  </a:lnTo>
                  <a:lnTo>
                    <a:pt x="20827" y="151764"/>
                  </a:lnTo>
                  <a:lnTo>
                    <a:pt x="17271" y="148209"/>
                  </a:lnTo>
                  <a:close/>
                </a:path>
                <a:path w="737869" h="688975">
                  <a:moveTo>
                    <a:pt x="733285" y="22860"/>
                  </a:moveTo>
                  <a:lnTo>
                    <a:pt x="708025" y="22860"/>
                  </a:lnTo>
                  <a:lnTo>
                    <a:pt x="714882" y="29972"/>
                  </a:lnTo>
                  <a:lnTo>
                    <a:pt x="714882" y="420243"/>
                  </a:lnTo>
                  <a:lnTo>
                    <a:pt x="622935" y="420243"/>
                  </a:lnTo>
                  <a:lnTo>
                    <a:pt x="617727" y="425576"/>
                  </a:lnTo>
                  <a:lnTo>
                    <a:pt x="617727" y="437896"/>
                  </a:lnTo>
                  <a:lnTo>
                    <a:pt x="622935" y="443230"/>
                  </a:lnTo>
                  <a:lnTo>
                    <a:pt x="714882" y="443230"/>
                  </a:lnTo>
                  <a:lnTo>
                    <a:pt x="714882" y="478536"/>
                  </a:lnTo>
                  <a:lnTo>
                    <a:pt x="713648" y="486019"/>
                  </a:lnTo>
                  <a:lnTo>
                    <a:pt x="710152" y="492204"/>
                  </a:lnTo>
                  <a:lnTo>
                    <a:pt x="704703" y="496413"/>
                  </a:lnTo>
                  <a:lnTo>
                    <a:pt x="697611" y="497967"/>
                  </a:lnTo>
                  <a:lnTo>
                    <a:pt x="731870" y="497967"/>
                  </a:lnTo>
                  <a:lnTo>
                    <a:pt x="734187" y="494583"/>
                  </a:lnTo>
                  <a:lnTo>
                    <a:pt x="737488" y="478536"/>
                  </a:lnTo>
                  <a:lnTo>
                    <a:pt x="737488" y="40639"/>
                  </a:lnTo>
                  <a:lnTo>
                    <a:pt x="734419" y="24592"/>
                  </a:lnTo>
                  <a:lnTo>
                    <a:pt x="733285" y="22860"/>
                  </a:lnTo>
                  <a:close/>
                </a:path>
                <a:path w="737869" h="688975">
                  <a:moveTo>
                    <a:pt x="452881" y="22860"/>
                  </a:moveTo>
                  <a:lnTo>
                    <a:pt x="430275" y="22860"/>
                  </a:lnTo>
                  <a:lnTo>
                    <a:pt x="430275" y="420243"/>
                  </a:lnTo>
                  <a:lnTo>
                    <a:pt x="452881" y="420243"/>
                  </a:lnTo>
                  <a:lnTo>
                    <a:pt x="452881" y="22860"/>
                  </a:lnTo>
                  <a:close/>
                </a:path>
                <a:path w="737869" h="688975">
                  <a:moveTo>
                    <a:pt x="697611" y="0"/>
                  </a:moveTo>
                  <a:lnTo>
                    <a:pt x="39877" y="0"/>
                  </a:lnTo>
                  <a:lnTo>
                    <a:pt x="24110" y="3117"/>
                  </a:lnTo>
                  <a:lnTo>
                    <a:pt x="11461" y="11699"/>
                  </a:lnTo>
                  <a:lnTo>
                    <a:pt x="3051" y="24592"/>
                  </a:lnTo>
                  <a:lnTo>
                    <a:pt x="0" y="40639"/>
                  </a:lnTo>
                  <a:lnTo>
                    <a:pt x="0" y="116459"/>
                  </a:lnTo>
                  <a:lnTo>
                    <a:pt x="5080" y="121793"/>
                  </a:lnTo>
                  <a:lnTo>
                    <a:pt x="15493" y="121793"/>
                  </a:lnTo>
                  <a:lnTo>
                    <a:pt x="20827" y="116459"/>
                  </a:lnTo>
                  <a:lnTo>
                    <a:pt x="20827" y="40639"/>
                  </a:lnTo>
                  <a:lnTo>
                    <a:pt x="22340" y="33361"/>
                  </a:lnTo>
                  <a:lnTo>
                    <a:pt x="26447" y="27749"/>
                  </a:lnTo>
                  <a:lnTo>
                    <a:pt x="32508" y="24137"/>
                  </a:lnTo>
                  <a:lnTo>
                    <a:pt x="39877" y="22860"/>
                  </a:lnTo>
                  <a:lnTo>
                    <a:pt x="733285" y="22860"/>
                  </a:lnTo>
                  <a:lnTo>
                    <a:pt x="725979" y="11699"/>
                  </a:lnTo>
                  <a:lnTo>
                    <a:pt x="713325" y="3117"/>
                  </a:lnTo>
                  <a:lnTo>
                    <a:pt x="697611" y="0"/>
                  </a:lnTo>
                  <a:close/>
                </a:path>
              </a:pathLst>
            </a:custGeom>
            <a:solidFill>
              <a:srgbClr val="FC0C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975231" y="1810638"/>
              <a:ext cx="311150" cy="323215"/>
            </a:xfrm>
            <a:custGeom>
              <a:avLst/>
              <a:gdLst/>
              <a:ahLst/>
              <a:cxnLst/>
              <a:rect l="l" t="t" r="r" b="b"/>
              <a:pathLst>
                <a:path w="311150" h="323214">
                  <a:moveTo>
                    <a:pt x="60706" y="5207"/>
                  </a:moveTo>
                  <a:lnTo>
                    <a:pt x="55372" y="0"/>
                  </a:lnTo>
                  <a:lnTo>
                    <a:pt x="10668" y="0"/>
                  </a:lnTo>
                  <a:lnTo>
                    <a:pt x="5334" y="0"/>
                  </a:lnTo>
                  <a:lnTo>
                    <a:pt x="0" y="5207"/>
                  </a:lnTo>
                  <a:lnTo>
                    <a:pt x="0" y="17653"/>
                  </a:lnTo>
                  <a:lnTo>
                    <a:pt x="5334" y="21209"/>
                  </a:lnTo>
                  <a:lnTo>
                    <a:pt x="55372" y="21209"/>
                  </a:lnTo>
                  <a:lnTo>
                    <a:pt x="60706" y="17653"/>
                  </a:lnTo>
                  <a:lnTo>
                    <a:pt x="60706" y="5207"/>
                  </a:lnTo>
                  <a:close/>
                </a:path>
                <a:path w="311150" h="323214">
                  <a:moveTo>
                    <a:pt x="88138" y="133350"/>
                  </a:moveTo>
                  <a:lnTo>
                    <a:pt x="84709" y="127889"/>
                  </a:lnTo>
                  <a:lnTo>
                    <a:pt x="77597" y="127889"/>
                  </a:lnTo>
                  <a:lnTo>
                    <a:pt x="72263" y="127889"/>
                  </a:lnTo>
                  <a:lnTo>
                    <a:pt x="67056" y="133350"/>
                  </a:lnTo>
                  <a:lnTo>
                    <a:pt x="67056" y="154813"/>
                  </a:lnTo>
                  <a:lnTo>
                    <a:pt x="72263" y="158242"/>
                  </a:lnTo>
                  <a:lnTo>
                    <a:pt x="84709" y="158242"/>
                  </a:lnTo>
                  <a:lnTo>
                    <a:pt x="88138" y="154813"/>
                  </a:lnTo>
                  <a:lnTo>
                    <a:pt x="88138" y="133350"/>
                  </a:lnTo>
                  <a:close/>
                </a:path>
                <a:path w="311150" h="323214">
                  <a:moveTo>
                    <a:pt x="103505" y="47498"/>
                  </a:moveTo>
                  <a:lnTo>
                    <a:pt x="98171" y="42545"/>
                  </a:lnTo>
                  <a:lnTo>
                    <a:pt x="10541" y="42545"/>
                  </a:lnTo>
                  <a:lnTo>
                    <a:pt x="5207" y="42545"/>
                  </a:lnTo>
                  <a:lnTo>
                    <a:pt x="0" y="47498"/>
                  </a:lnTo>
                  <a:lnTo>
                    <a:pt x="0" y="58928"/>
                  </a:lnTo>
                  <a:lnTo>
                    <a:pt x="5207" y="63754"/>
                  </a:lnTo>
                  <a:lnTo>
                    <a:pt x="98171" y="63754"/>
                  </a:lnTo>
                  <a:lnTo>
                    <a:pt x="103505" y="58928"/>
                  </a:lnTo>
                  <a:lnTo>
                    <a:pt x="103505" y="47498"/>
                  </a:lnTo>
                  <a:close/>
                </a:path>
                <a:path w="311150" h="323214">
                  <a:moveTo>
                    <a:pt x="194945" y="102870"/>
                  </a:moveTo>
                  <a:lnTo>
                    <a:pt x="189992" y="97536"/>
                  </a:lnTo>
                  <a:lnTo>
                    <a:pt x="183388" y="97536"/>
                  </a:lnTo>
                  <a:lnTo>
                    <a:pt x="178562" y="97536"/>
                  </a:lnTo>
                  <a:lnTo>
                    <a:pt x="173609" y="102870"/>
                  </a:lnTo>
                  <a:lnTo>
                    <a:pt x="173609" y="122428"/>
                  </a:lnTo>
                  <a:lnTo>
                    <a:pt x="178562" y="127762"/>
                  </a:lnTo>
                  <a:lnTo>
                    <a:pt x="189992" y="127762"/>
                  </a:lnTo>
                  <a:lnTo>
                    <a:pt x="194945" y="122428"/>
                  </a:lnTo>
                  <a:lnTo>
                    <a:pt x="194945" y="102870"/>
                  </a:lnTo>
                  <a:close/>
                </a:path>
                <a:path w="311150" h="323214">
                  <a:moveTo>
                    <a:pt x="295402" y="36957"/>
                  </a:moveTo>
                  <a:lnTo>
                    <a:pt x="290576" y="33401"/>
                  </a:lnTo>
                  <a:lnTo>
                    <a:pt x="285623" y="33401"/>
                  </a:lnTo>
                  <a:lnTo>
                    <a:pt x="279146" y="33401"/>
                  </a:lnTo>
                  <a:lnTo>
                    <a:pt x="274193" y="36957"/>
                  </a:lnTo>
                  <a:lnTo>
                    <a:pt x="274193" y="58420"/>
                  </a:lnTo>
                  <a:lnTo>
                    <a:pt x="279146" y="63754"/>
                  </a:lnTo>
                  <a:lnTo>
                    <a:pt x="290576" y="63754"/>
                  </a:lnTo>
                  <a:lnTo>
                    <a:pt x="295402" y="58420"/>
                  </a:lnTo>
                  <a:lnTo>
                    <a:pt x="295402" y="36957"/>
                  </a:lnTo>
                  <a:close/>
                </a:path>
                <a:path w="311150" h="323214">
                  <a:moveTo>
                    <a:pt x="310642" y="307086"/>
                  </a:moveTo>
                  <a:lnTo>
                    <a:pt x="307213" y="301752"/>
                  </a:lnTo>
                  <a:lnTo>
                    <a:pt x="295148" y="301752"/>
                  </a:lnTo>
                  <a:lnTo>
                    <a:pt x="295148" y="234823"/>
                  </a:lnTo>
                  <a:lnTo>
                    <a:pt x="289941" y="229616"/>
                  </a:lnTo>
                  <a:lnTo>
                    <a:pt x="277749" y="229616"/>
                  </a:lnTo>
                  <a:lnTo>
                    <a:pt x="272542" y="234823"/>
                  </a:lnTo>
                  <a:lnTo>
                    <a:pt x="272542" y="301752"/>
                  </a:lnTo>
                  <a:lnTo>
                    <a:pt x="246507" y="301752"/>
                  </a:lnTo>
                  <a:lnTo>
                    <a:pt x="246507" y="287782"/>
                  </a:lnTo>
                  <a:lnTo>
                    <a:pt x="241300" y="282448"/>
                  </a:lnTo>
                  <a:lnTo>
                    <a:pt x="229108" y="282448"/>
                  </a:lnTo>
                  <a:lnTo>
                    <a:pt x="223901" y="286004"/>
                  </a:lnTo>
                  <a:lnTo>
                    <a:pt x="223901" y="301752"/>
                  </a:lnTo>
                  <a:lnTo>
                    <a:pt x="187452" y="301752"/>
                  </a:lnTo>
                  <a:lnTo>
                    <a:pt x="187452" y="287782"/>
                  </a:lnTo>
                  <a:lnTo>
                    <a:pt x="184023" y="282448"/>
                  </a:lnTo>
                  <a:lnTo>
                    <a:pt x="171831" y="282448"/>
                  </a:lnTo>
                  <a:lnTo>
                    <a:pt x="166624" y="286004"/>
                  </a:lnTo>
                  <a:lnTo>
                    <a:pt x="166624" y="301752"/>
                  </a:lnTo>
                  <a:lnTo>
                    <a:pt x="130175" y="301752"/>
                  </a:lnTo>
                  <a:lnTo>
                    <a:pt x="130175" y="287782"/>
                  </a:lnTo>
                  <a:lnTo>
                    <a:pt x="124968" y="282448"/>
                  </a:lnTo>
                  <a:lnTo>
                    <a:pt x="112776" y="282448"/>
                  </a:lnTo>
                  <a:lnTo>
                    <a:pt x="109347" y="286004"/>
                  </a:lnTo>
                  <a:lnTo>
                    <a:pt x="109347" y="301752"/>
                  </a:lnTo>
                  <a:lnTo>
                    <a:pt x="72898" y="301752"/>
                  </a:lnTo>
                  <a:lnTo>
                    <a:pt x="72898" y="287782"/>
                  </a:lnTo>
                  <a:lnTo>
                    <a:pt x="67564" y="282448"/>
                  </a:lnTo>
                  <a:lnTo>
                    <a:pt x="55499" y="282448"/>
                  </a:lnTo>
                  <a:lnTo>
                    <a:pt x="50292" y="286004"/>
                  </a:lnTo>
                  <a:lnTo>
                    <a:pt x="50292" y="301752"/>
                  </a:lnTo>
                  <a:lnTo>
                    <a:pt x="20701" y="301752"/>
                  </a:lnTo>
                  <a:lnTo>
                    <a:pt x="20701" y="234823"/>
                  </a:lnTo>
                  <a:lnTo>
                    <a:pt x="76327" y="201422"/>
                  </a:lnTo>
                  <a:lnTo>
                    <a:pt x="131953" y="224282"/>
                  </a:lnTo>
                  <a:lnTo>
                    <a:pt x="132842" y="224790"/>
                  </a:lnTo>
                  <a:lnTo>
                    <a:pt x="133858" y="225044"/>
                  </a:lnTo>
                  <a:lnTo>
                    <a:pt x="137922" y="225044"/>
                  </a:lnTo>
                  <a:lnTo>
                    <a:pt x="140970" y="223393"/>
                  </a:lnTo>
                  <a:lnTo>
                    <a:pt x="142240" y="220853"/>
                  </a:lnTo>
                  <a:lnTo>
                    <a:pt x="184023" y="175006"/>
                  </a:lnTo>
                  <a:lnTo>
                    <a:pt x="201295" y="189103"/>
                  </a:lnTo>
                  <a:lnTo>
                    <a:pt x="203708" y="191389"/>
                  </a:lnTo>
                  <a:lnTo>
                    <a:pt x="206121" y="192405"/>
                  </a:lnTo>
                  <a:lnTo>
                    <a:pt x="211201" y="192405"/>
                  </a:lnTo>
                  <a:lnTo>
                    <a:pt x="214122" y="191008"/>
                  </a:lnTo>
                  <a:lnTo>
                    <a:pt x="216916" y="189103"/>
                  </a:lnTo>
                  <a:lnTo>
                    <a:pt x="272542" y="120269"/>
                  </a:lnTo>
                  <a:lnTo>
                    <a:pt x="272542" y="199644"/>
                  </a:lnTo>
                  <a:lnTo>
                    <a:pt x="277749" y="203200"/>
                  </a:lnTo>
                  <a:lnTo>
                    <a:pt x="289941" y="203200"/>
                  </a:lnTo>
                  <a:lnTo>
                    <a:pt x="295148" y="199644"/>
                  </a:lnTo>
                  <a:lnTo>
                    <a:pt x="295148" y="85090"/>
                  </a:lnTo>
                  <a:lnTo>
                    <a:pt x="291592" y="81534"/>
                  </a:lnTo>
                  <a:lnTo>
                    <a:pt x="286766" y="79375"/>
                  </a:lnTo>
                  <a:lnTo>
                    <a:pt x="283972" y="79121"/>
                  </a:lnTo>
                  <a:lnTo>
                    <a:pt x="280416" y="79121"/>
                  </a:lnTo>
                  <a:lnTo>
                    <a:pt x="277241" y="80772"/>
                  </a:lnTo>
                  <a:lnTo>
                    <a:pt x="275971" y="83312"/>
                  </a:lnTo>
                  <a:lnTo>
                    <a:pt x="206629" y="166116"/>
                  </a:lnTo>
                  <a:lnTo>
                    <a:pt x="189103" y="152019"/>
                  </a:lnTo>
                  <a:lnTo>
                    <a:pt x="187452" y="150241"/>
                  </a:lnTo>
                  <a:lnTo>
                    <a:pt x="184912" y="149352"/>
                  </a:lnTo>
                  <a:lnTo>
                    <a:pt x="179578" y="149352"/>
                  </a:lnTo>
                  <a:lnTo>
                    <a:pt x="177038" y="150241"/>
                  </a:lnTo>
                  <a:lnTo>
                    <a:pt x="131953" y="199644"/>
                  </a:lnTo>
                  <a:lnTo>
                    <a:pt x="79756" y="180213"/>
                  </a:lnTo>
                  <a:lnTo>
                    <a:pt x="78867" y="179324"/>
                  </a:lnTo>
                  <a:lnTo>
                    <a:pt x="77597" y="178943"/>
                  </a:lnTo>
                  <a:lnTo>
                    <a:pt x="74549" y="178943"/>
                  </a:lnTo>
                  <a:lnTo>
                    <a:pt x="72898" y="179324"/>
                  </a:lnTo>
                  <a:lnTo>
                    <a:pt x="71120" y="180213"/>
                  </a:lnTo>
                  <a:lnTo>
                    <a:pt x="20701" y="210185"/>
                  </a:lnTo>
                  <a:lnTo>
                    <a:pt x="20701" y="108077"/>
                  </a:lnTo>
                  <a:lnTo>
                    <a:pt x="17272" y="102743"/>
                  </a:lnTo>
                  <a:lnTo>
                    <a:pt x="5080" y="102743"/>
                  </a:lnTo>
                  <a:lnTo>
                    <a:pt x="0" y="108077"/>
                  </a:lnTo>
                  <a:lnTo>
                    <a:pt x="0" y="317754"/>
                  </a:lnTo>
                  <a:lnTo>
                    <a:pt x="5080" y="322961"/>
                  </a:lnTo>
                  <a:lnTo>
                    <a:pt x="305562" y="322961"/>
                  </a:lnTo>
                  <a:lnTo>
                    <a:pt x="310642" y="317754"/>
                  </a:lnTo>
                  <a:lnTo>
                    <a:pt x="310642" y="307086"/>
                  </a:lnTo>
                  <a:close/>
                </a:path>
              </a:pathLst>
            </a:custGeom>
            <a:solidFill>
              <a:srgbClr val="E3EAE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95854" y="1810639"/>
              <a:ext cx="179577" cy="18567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386711" y="2023871"/>
              <a:ext cx="189230" cy="109855"/>
            </a:xfrm>
            <a:custGeom>
              <a:avLst/>
              <a:gdLst/>
              <a:ahLst/>
              <a:cxnLst/>
              <a:rect l="l" t="t" r="r" b="b"/>
              <a:pathLst>
                <a:path w="189230" h="109855">
                  <a:moveTo>
                    <a:pt x="60706" y="48006"/>
                  </a:moveTo>
                  <a:lnTo>
                    <a:pt x="57404" y="42799"/>
                  </a:lnTo>
                  <a:lnTo>
                    <a:pt x="10033" y="42799"/>
                  </a:lnTo>
                  <a:lnTo>
                    <a:pt x="3302" y="42799"/>
                  </a:lnTo>
                  <a:lnTo>
                    <a:pt x="0" y="46228"/>
                  </a:lnTo>
                  <a:lnTo>
                    <a:pt x="0" y="58674"/>
                  </a:lnTo>
                  <a:lnTo>
                    <a:pt x="3302" y="64008"/>
                  </a:lnTo>
                  <a:lnTo>
                    <a:pt x="55753" y="64008"/>
                  </a:lnTo>
                  <a:lnTo>
                    <a:pt x="60706" y="58674"/>
                  </a:lnTo>
                  <a:lnTo>
                    <a:pt x="60706" y="48006"/>
                  </a:lnTo>
                  <a:close/>
                </a:path>
                <a:path w="189230" h="109855">
                  <a:moveTo>
                    <a:pt x="97282" y="4953"/>
                  </a:moveTo>
                  <a:lnTo>
                    <a:pt x="93980" y="0"/>
                  </a:lnTo>
                  <a:lnTo>
                    <a:pt x="10160" y="0"/>
                  </a:lnTo>
                  <a:lnTo>
                    <a:pt x="3302" y="0"/>
                  </a:lnTo>
                  <a:lnTo>
                    <a:pt x="0" y="4953"/>
                  </a:lnTo>
                  <a:lnTo>
                    <a:pt x="0" y="16383"/>
                  </a:lnTo>
                  <a:lnTo>
                    <a:pt x="3302" y="21209"/>
                  </a:lnTo>
                  <a:lnTo>
                    <a:pt x="92202" y="21209"/>
                  </a:lnTo>
                  <a:lnTo>
                    <a:pt x="97282" y="16383"/>
                  </a:lnTo>
                  <a:lnTo>
                    <a:pt x="97282" y="4953"/>
                  </a:lnTo>
                  <a:close/>
                </a:path>
                <a:path w="189230" h="109855">
                  <a:moveTo>
                    <a:pt x="118618" y="48006"/>
                  </a:moveTo>
                  <a:lnTo>
                    <a:pt x="113411" y="42799"/>
                  </a:lnTo>
                  <a:lnTo>
                    <a:pt x="86741" y="42799"/>
                  </a:lnTo>
                  <a:lnTo>
                    <a:pt x="81407" y="42799"/>
                  </a:lnTo>
                  <a:lnTo>
                    <a:pt x="76073" y="46228"/>
                  </a:lnTo>
                  <a:lnTo>
                    <a:pt x="76073" y="58674"/>
                  </a:lnTo>
                  <a:lnTo>
                    <a:pt x="81407" y="64008"/>
                  </a:lnTo>
                  <a:lnTo>
                    <a:pt x="113411" y="64008"/>
                  </a:lnTo>
                  <a:lnTo>
                    <a:pt x="118618" y="58674"/>
                  </a:lnTo>
                  <a:lnTo>
                    <a:pt x="118618" y="48006"/>
                  </a:lnTo>
                  <a:close/>
                </a:path>
                <a:path w="189230" h="109855">
                  <a:moveTo>
                    <a:pt x="185801" y="91059"/>
                  </a:moveTo>
                  <a:lnTo>
                    <a:pt x="182372" y="85344"/>
                  </a:lnTo>
                  <a:lnTo>
                    <a:pt x="10287" y="85344"/>
                  </a:lnTo>
                  <a:lnTo>
                    <a:pt x="3302" y="85344"/>
                  </a:lnTo>
                  <a:lnTo>
                    <a:pt x="0" y="91059"/>
                  </a:lnTo>
                  <a:lnTo>
                    <a:pt x="0" y="104140"/>
                  </a:lnTo>
                  <a:lnTo>
                    <a:pt x="3302" y="109728"/>
                  </a:lnTo>
                  <a:lnTo>
                    <a:pt x="182372" y="109728"/>
                  </a:lnTo>
                  <a:lnTo>
                    <a:pt x="185801" y="104140"/>
                  </a:lnTo>
                  <a:lnTo>
                    <a:pt x="185801" y="91059"/>
                  </a:lnTo>
                  <a:close/>
                </a:path>
                <a:path w="189230" h="109855">
                  <a:moveTo>
                    <a:pt x="188849" y="48006"/>
                  </a:moveTo>
                  <a:lnTo>
                    <a:pt x="183642" y="42799"/>
                  </a:lnTo>
                  <a:lnTo>
                    <a:pt x="144272" y="42799"/>
                  </a:lnTo>
                  <a:lnTo>
                    <a:pt x="137414" y="42799"/>
                  </a:lnTo>
                  <a:lnTo>
                    <a:pt x="134112" y="46228"/>
                  </a:lnTo>
                  <a:lnTo>
                    <a:pt x="134112" y="58674"/>
                  </a:lnTo>
                  <a:lnTo>
                    <a:pt x="137414" y="64008"/>
                  </a:lnTo>
                  <a:lnTo>
                    <a:pt x="183642" y="64008"/>
                  </a:lnTo>
                  <a:lnTo>
                    <a:pt x="188849" y="58674"/>
                  </a:lnTo>
                  <a:lnTo>
                    <a:pt x="188849" y="48006"/>
                  </a:lnTo>
                  <a:close/>
                </a:path>
              </a:pathLst>
            </a:custGeom>
            <a:solidFill>
              <a:srgbClr val="E3EAE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99175" y="1874647"/>
              <a:ext cx="66928" cy="1096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711952" y="1722120"/>
              <a:ext cx="737870" cy="731520"/>
            </a:xfrm>
            <a:custGeom>
              <a:avLst/>
              <a:gdLst/>
              <a:ahLst/>
              <a:cxnLst/>
              <a:rect l="l" t="t" r="r" b="b"/>
              <a:pathLst>
                <a:path w="737870" h="731519">
                  <a:moveTo>
                    <a:pt x="330200" y="0"/>
                  </a:moveTo>
                  <a:lnTo>
                    <a:pt x="327533" y="0"/>
                  </a:lnTo>
                  <a:lnTo>
                    <a:pt x="326263" y="380"/>
                  </a:lnTo>
                  <a:lnTo>
                    <a:pt x="324612" y="1269"/>
                  </a:lnTo>
                  <a:lnTo>
                    <a:pt x="62484" y="112394"/>
                  </a:lnTo>
                  <a:lnTo>
                    <a:pt x="54445" y="118151"/>
                  </a:lnTo>
                  <a:lnTo>
                    <a:pt x="49037" y="126539"/>
                  </a:lnTo>
                  <a:lnTo>
                    <a:pt x="46892" y="136237"/>
                  </a:lnTo>
                  <a:lnTo>
                    <a:pt x="48640" y="145922"/>
                  </a:lnTo>
                  <a:lnTo>
                    <a:pt x="50292" y="151256"/>
                  </a:lnTo>
                  <a:lnTo>
                    <a:pt x="39877" y="151256"/>
                  </a:lnTo>
                  <a:lnTo>
                    <a:pt x="24163" y="154354"/>
                  </a:lnTo>
                  <a:lnTo>
                    <a:pt x="11509" y="162893"/>
                  </a:lnTo>
                  <a:lnTo>
                    <a:pt x="3069" y="175742"/>
                  </a:lnTo>
                  <a:lnTo>
                    <a:pt x="0" y="191769"/>
                  </a:lnTo>
                  <a:lnTo>
                    <a:pt x="0" y="664463"/>
                  </a:lnTo>
                  <a:lnTo>
                    <a:pt x="5173" y="690512"/>
                  </a:lnTo>
                  <a:lnTo>
                    <a:pt x="19288" y="711787"/>
                  </a:lnTo>
                  <a:lnTo>
                    <a:pt x="40237" y="726132"/>
                  </a:lnTo>
                  <a:lnTo>
                    <a:pt x="65912" y="731392"/>
                  </a:lnTo>
                  <a:lnTo>
                    <a:pt x="669925" y="731392"/>
                  </a:lnTo>
                  <a:lnTo>
                    <a:pt x="696608" y="726132"/>
                  </a:lnTo>
                  <a:lnTo>
                    <a:pt x="718042" y="711787"/>
                  </a:lnTo>
                  <a:lnTo>
                    <a:pt x="719032" y="710310"/>
                  </a:lnTo>
                  <a:lnTo>
                    <a:pt x="65912" y="710310"/>
                  </a:lnTo>
                  <a:lnTo>
                    <a:pt x="48635" y="706862"/>
                  </a:lnTo>
                  <a:lnTo>
                    <a:pt x="34274" y="697293"/>
                  </a:lnTo>
                  <a:lnTo>
                    <a:pt x="24461" y="682771"/>
                  </a:lnTo>
                  <a:lnTo>
                    <a:pt x="20827" y="664463"/>
                  </a:lnTo>
                  <a:lnTo>
                    <a:pt x="20827" y="191769"/>
                  </a:lnTo>
                  <a:lnTo>
                    <a:pt x="22340" y="184286"/>
                  </a:lnTo>
                  <a:lnTo>
                    <a:pt x="26447" y="178101"/>
                  </a:lnTo>
                  <a:lnTo>
                    <a:pt x="32508" y="173892"/>
                  </a:lnTo>
                  <a:lnTo>
                    <a:pt x="39877" y="172338"/>
                  </a:lnTo>
                  <a:lnTo>
                    <a:pt x="83332" y="172338"/>
                  </a:lnTo>
                  <a:lnTo>
                    <a:pt x="69469" y="138937"/>
                  </a:lnTo>
                  <a:lnTo>
                    <a:pt x="67690" y="137159"/>
                  </a:lnTo>
                  <a:lnTo>
                    <a:pt x="69469" y="133603"/>
                  </a:lnTo>
                  <a:lnTo>
                    <a:pt x="71247" y="133603"/>
                  </a:lnTo>
                  <a:lnTo>
                    <a:pt x="322834" y="26034"/>
                  </a:lnTo>
                  <a:lnTo>
                    <a:pt x="392999" y="26034"/>
                  </a:lnTo>
                  <a:lnTo>
                    <a:pt x="333248" y="1269"/>
                  </a:lnTo>
                  <a:lnTo>
                    <a:pt x="331470" y="380"/>
                  </a:lnTo>
                  <a:lnTo>
                    <a:pt x="330200" y="0"/>
                  </a:lnTo>
                  <a:close/>
                </a:path>
                <a:path w="737870" h="731519">
                  <a:moveTo>
                    <a:pt x="128524" y="533907"/>
                  </a:moveTo>
                  <a:lnTo>
                    <a:pt x="116332" y="533907"/>
                  </a:lnTo>
                  <a:lnTo>
                    <a:pt x="110998" y="539241"/>
                  </a:lnTo>
                  <a:lnTo>
                    <a:pt x="110998" y="664463"/>
                  </a:lnTo>
                  <a:lnTo>
                    <a:pt x="107614" y="682771"/>
                  </a:lnTo>
                  <a:lnTo>
                    <a:pt x="98218" y="697293"/>
                  </a:lnTo>
                  <a:lnTo>
                    <a:pt x="83941" y="706862"/>
                  </a:lnTo>
                  <a:lnTo>
                    <a:pt x="65912" y="710310"/>
                  </a:lnTo>
                  <a:lnTo>
                    <a:pt x="116332" y="710310"/>
                  </a:lnTo>
                  <a:lnTo>
                    <a:pt x="123424" y="700414"/>
                  </a:lnTo>
                  <a:lnTo>
                    <a:pt x="128873" y="689340"/>
                  </a:lnTo>
                  <a:lnTo>
                    <a:pt x="132369" y="677289"/>
                  </a:lnTo>
                  <a:lnTo>
                    <a:pt x="133603" y="664463"/>
                  </a:lnTo>
                  <a:lnTo>
                    <a:pt x="133603" y="539241"/>
                  </a:lnTo>
                  <a:lnTo>
                    <a:pt x="128524" y="533907"/>
                  </a:lnTo>
                  <a:close/>
                </a:path>
                <a:path w="737870" h="731519">
                  <a:moveTo>
                    <a:pt x="670413" y="87756"/>
                  </a:moveTo>
                  <a:lnTo>
                    <a:pt x="472059" y="87756"/>
                  </a:lnTo>
                  <a:lnTo>
                    <a:pt x="555371" y="292353"/>
                  </a:lnTo>
                  <a:lnTo>
                    <a:pt x="498094" y="292353"/>
                  </a:lnTo>
                  <a:lnTo>
                    <a:pt x="492887" y="295909"/>
                  </a:lnTo>
                  <a:lnTo>
                    <a:pt x="492887" y="308228"/>
                  </a:lnTo>
                  <a:lnTo>
                    <a:pt x="498094" y="313435"/>
                  </a:lnTo>
                  <a:lnTo>
                    <a:pt x="708151" y="313435"/>
                  </a:lnTo>
                  <a:lnTo>
                    <a:pt x="715010" y="322325"/>
                  </a:lnTo>
                  <a:lnTo>
                    <a:pt x="715010" y="664463"/>
                  </a:lnTo>
                  <a:lnTo>
                    <a:pt x="711626" y="682771"/>
                  </a:lnTo>
                  <a:lnTo>
                    <a:pt x="702230" y="697293"/>
                  </a:lnTo>
                  <a:lnTo>
                    <a:pt x="687953" y="706862"/>
                  </a:lnTo>
                  <a:lnTo>
                    <a:pt x="669925" y="710310"/>
                  </a:lnTo>
                  <a:lnTo>
                    <a:pt x="719032" y="710310"/>
                  </a:lnTo>
                  <a:lnTo>
                    <a:pt x="732307" y="690512"/>
                  </a:lnTo>
                  <a:lnTo>
                    <a:pt x="737488" y="664463"/>
                  </a:lnTo>
                  <a:lnTo>
                    <a:pt x="737488" y="331088"/>
                  </a:lnTo>
                  <a:lnTo>
                    <a:pt x="734206" y="315114"/>
                  </a:lnTo>
                  <a:lnTo>
                    <a:pt x="725424" y="302260"/>
                  </a:lnTo>
                  <a:lnTo>
                    <a:pt x="712735" y="293691"/>
                  </a:lnTo>
                  <a:lnTo>
                    <a:pt x="697738" y="290575"/>
                  </a:lnTo>
                  <a:lnTo>
                    <a:pt x="579627" y="290575"/>
                  </a:lnTo>
                  <a:lnTo>
                    <a:pt x="550163" y="218185"/>
                  </a:lnTo>
                  <a:lnTo>
                    <a:pt x="598677" y="218185"/>
                  </a:lnTo>
                  <a:lnTo>
                    <a:pt x="609667" y="216030"/>
                  </a:lnTo>
                  <a:lnTo>
                    <a:pt x="618489" y="210089"/>
                  </a:lnTo>
                  <a:lnTo>
                    <a:pt x="624359" y="201148"/>
                  </a:lnTo>
                  <a:lnTo>
                    <a:pt x="625132" y="197103"/>
                  </a:lnTo>
                  <a:lnTo>
                    <a:pt x="539750" y="197103"/>
                  </a:lnTo>
                  <a:lnTo>
                    <a:pt x="522350" y="153034"/>
                  </a:lnTo>
                  <a:lnTo>
                    <a:pt x="625472" y="153034"/>
                  </a:lnTo>
                  <a:lnTo>
                    <a:pt x="624359" y="147212"/>
                  </a:lnTo>
                  <a:lnTo>
                    <a:pt x="618489" y="138271"/>
                  </a:lnTo>
                  <a:lnTo>
                    <a:pt x="609667" y="132330"/>
                  </a:lnTo>
                  <a:lnTo>
                    <a:pt x="598677" y="130175"/>
                  </a:lnTo>
                  <a:lnTo>
                    <a:pt x="513714" y="130175"/>
                  </a:lnTo>
                  <a:lnTo>
                    <a:pt x="498094" y="94741"/>
                  </a:lnTo>
                  <a:lnTo>
                    <a:pt x="674999" y="94741"/>
                  </a:lnTo>
                  <a:lnTo>
                    <a:pt x="670413" y="87756"/>
                  </a:lnTo>
                  <a:close/>
                </a:path>
                <a:path w="737870" h="731519">
                  <a:moveTo>
                    <a:pt x="674999" y="94741"/>
                  </a:moveTo>
                  <a:lnTo>
                    <a:pt x="640461" y="94741"/>
                  </a:lnTo>
                  <a:lnTo>
                    <a:pt x="647830" y="96295"/>
                  </a:lnTo>
                  <a:lnTo>
                    <a:pt x="653891" y="100504"/>
                  </a:lnTo>
                  <a:lnTo>
                    <a:pt x="657998" y="106689"/>
                  </a:lnTo>
                  <a:lnTo>
                    <a:pt x="659511" y="114172"/>
                  </a:lnTo>
                  <a:lnTo>
                    <a:pt x="659511" y="290575"/>
                  </a:lnTo>
                  <a:lnTo>
                    <a:pt x="680338" y="290575"/>
                  </a:lnTo>
                  <a:lnTo>
                    <a:pt x="680338" y="114172"/>
                  </a:lnTo>
                  <a:lnTo>
                    <a:pt x="677269" y="98198"/>
                  </a:lnTo>
                  <a:lnTo>
                    <a:pt x="674999" y="94741"/>
                  </a:lnTo>
                  <a:close/>
                </a:path>
                <a:path w="737870" h="731519">
                  <a:moveTo>
                    <a:pt x="83332" y="172338"/>
                  </a:moveTo>
                  <a:lnTo>
                    <a:pt x="60833" y="172338"/>
                  </a:lnTo>
                  <a:lnTo>
                    <a:pt x="81661" y="227075"/>
                  </a:lnTo>
                  <a:lnTo>
                    <a:pt x="84200" y="231012"/>
                  </a:lnTo>
                  <a:lnTo>
                    <a:pt x="87757" y="233044"/>
                  </a:lnTo>
                  <a:lnTo>
                    <a:pt x="92837" y="233044"/>
                  </a:lnTo>
                  <a:lnTo>
                    <a:pt x="94107" y="232790"/>
                  </a:lnTo>
                  <a:lnTo>
                    <a:pt x="95503" y="232409"/>
                  </a:lnTo>
                  <a:lnTo>
                    <a:pt x="100711" y="230631"/>
                  </a:lnTo>
                  <a:lnTo>
                    <a:pt x="104139" y="223519"/>
                  </a:lnTo>
                  <a:lnTo>
                    <a:pt x="102362" y="218185"/>
                  </a:lnTo>
                  <a:lnTo>
                    <a:pt x="83332" y="172338"/>
                  </a:lnTo>
                  <a:close/>
                </a:path>
                <a:path w="737870" h="731519">
                  <a:moveTo>
                    <a:pt x="625472" y="153034"/>
                  </a:moveTo>
                  <a:lnTo>
                    <a:pt x="602234" y="153034"/>
                  </a:lnTo>
                  <a:lnTo>
                    <a:pt x="605663" y="154812"/>
                  </a:lnTo>
                  <a:lnTo>
                    <a:pt x="605663" y="193547"/>
                  </a:lnTo>
                  <a:lnTo>
                    <a:pt x="602234" y="197103"/>
                  </a:lnTo>
                  <a:lnTo>
                    <a:pt x="625132" y="197103"/>
                  </a:lnTo>
                  <a:lnTo>
                    <a:pt x="626490" y="189991"/>
                  </a:lnTo>
                  <a:lnTo>
                    <a:pt x="626490" y="158368"/>
                  </a:lnTo>
                  <a:lnTo>
                    <a:pt x="625472" y="153034"/>
                  </a:lnTo>
                  <a:close/>
                </a:path>
                <a:path w="737870" h="731519">
                  <a:moveTo>
                    <a:pt x="392999" y="26034"/>
                  </a:moveTo>
                  <a:lnTo>
                    <a:pt x="322834" y="26034"/>
                  </a:lnTo>
                  <a:lnTo>
                    <a:pt x="357505" y="108965"/>
                  </a:lnTo>
                  <a:lnTo>
                    <a:pt x="361072" y="115893"/>
                  </a:lnTo>
                  <a:lnTo>
                    <a:pt x="366236" y="120856"/>
                  </a:lnTo>
                  <a:lnTo>
                    <a:pt x="372685" y="123842"/>
                  </a:lnTo>
                  <a:lnTo>
                    <a:pt x="380111" y="124840"/>
                  </a:lnTo>
                  <a:lnTo>
                    <a:pt x="386969" y="124840"/>
                  </a:lnTo>
                  <a:lnTo>
                    <a:pt x="390525" y="123062"/>
                  </a:lnTo>
                  <a:lnTo>
                    <a:pt x="437744" y="102615"/>
                  </a:lnTo>
                  <a:lnTo>
                    <a:pt x="379095" y="102615"/>
                  </a:lnTo>
                  <a:lnTo>
                    <a:pt x="376555" y="100075"/>
                  </a:lnTo>
                  <a:lnTo>
                    <a:pt x="348869" y="31368"/>
                  </a:lnTo>
                  <a:lnTo>
                    <a:pt x="405868" y="31368"/>
                  </a:lnTo>
                  <a:lnTo>
                    <a:pt x="392999" y="26034"/>
                  </a:lnTo>
                  <a:close/>
                </a:path>
                <a:path w="737870" h="731519">
                  <a:moveTo>
                    <a:pt x="405868" y="31368"/>
                  </a:moveTo>
                  <a:lnTo>
                    <a:pt x="348869" y="31368"/>
                  </a:lnTo>
                  <a:lnTo>
                    <a:pt x="449452" y="73659"/>
                  </a:lnTo>
                  <a:lnTo>
                    <a:pt x="381888" y="101853"/>
                  </a:lnTo>
                  <a:lnTo>
                    <a:pt x="381381" y="102362"/>
                  </a:lnTo>
                  <a:lnTo>
                    <a:pt x="380873" y="102615"/>
                  </a:lnTo>
                  <a:lnTo>
                    <a:pt x="437744" y="102615"/>
                  </a:lnTo>
                  <a:lnTo>
                    <a:pt x="472059" y="87756"/>
                  </a:lnTo>
                  <a:lnTo>
                    <a:pt x="670413" y="87756"/>
                  </a:lnTo>
                  <a:lnTo>
                    <a:pt x="668829" y="85343"/>
                  </a:lnTo>
                  <a:lnTo>
                    <a:pt x="656175" y="76775"/>
                  </a:lnTo>
                  <a:lnTo>
                    <a:pt x="640461" y="73659"/>
                  </a:lnTo>
                  <a:lnTo>
                    <a:pt x="489458" y="73659"/>
                  </a:lnTo>
                  <a:lnTo>
                    <a:pt x="487680" y="68325"/>
                  </a:lnTo>
                  <a:lnTo>
                    <a:pt x="485901" y="66547"/>
                  </a:lnTo>
                  <a:lnTo>
                    <a:pt x="484250" y="63118"/>
                  </a:lnTo>
                  <a:lnTo>
                    <a:pt x="482473" y="63118"/>
                  </a:lnTo>
                  <a:lnTo>
                    <a:pt x="405868" y="31368"/>
                  </a:lnTo>
                  <a:close/>
                </a:path>
              </a:pathLst>
            </a:custGeom>
            <a:solidFill>
              <a:srgbClr val="FF00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806566" y="1880616"/>
              <a:ext cx="372110" cy="350520"/>
            </a:xfrm>
            <a:custGeom>
              <a:avLst/>
              <a:gdLst/>
              <a:ahLst/>
              <a:cxnLst/>
              <a:rect l="l" t="t" r="r" b="b"/>
              <a:pathLst>
                <a:path w="372110" h="350519">
                  <a:moveTo>
                    <a:pt x="17577" y="97282"/>
                  </a:moveTo>
                  <a:lnTo>
                    <a:pt x="11175" y="97282"/>
                  </a:lnTo>
                  <a:lnTo>
                    <a:pt x="9715" y="97647"/>
                  </a:lnTo>
                  <a:lnTo>
                    <a:pt x="9993" y="97647"/>
                  </a:lnTo>
                  <a:lnTo>
                    <a:pt x="8636" y="98551"/>
                  </a:lnTo>
                  <a:lnTo>
                    <a:pt x="3429" y="100330"/>
                  </a:lnTo>
                  <a:lnTo>
                    <a:pt x="0" y="107314"/>
                  </a:lnTo>
                  <a:lnTo>
                    <a:pt x="3429" y="112775"/>
                  </a:lnTo>
                  <a:lnTo>
                    <a:pt x="19177" y="151764"/>
                  </a:lnTo>
                  <a:lnTo>
                    <a:pt x="15621" y="158876"/>
                  </a:lnTo>
                  <a:lnTo>
                    <a:pt x="13843" y="165988"/>
                  </a:lnTo>
                  <a:lnTo>
                    <a:pt x="13843" y="345186"/>
                  </a:lnTo>
                  <a:lnTo>
                    <a:pt x="19177" y="350520"/>
                  </a:lnTo>
                  <a:lnTo>
                    <a:pt x="31369" y="350520"/>
                  </a:lnTo>
                  <a:lnTo>
                    <a:pt x="36575" y="345186"/>
                  </a:lnTo>
                  <a:lnTo>
                    <a:pt x="36575" y="162306"/>
                  </a:lnTo>
                  <a:lnTo>
                    <a:pt x="43561" y="155321"/>
                  </a:lnTo>
                  <a:lnTo>
                    <a:pt x="366395" y="155321"/>
                  </a:lnTo>
                  <a:lnTo>
                    <a:pt x="371602" y="149987"/>
                  </a:lnTo>
                  <a:lnTo>
                    <a:pt x="371602" y="137541"/>
                  </a:lnTo>
                  <a:lnTo>
                    <a:pt x="369866" y="135762"/>
                  </a:lnTo>
                  <a:lnTo>
                    <a:pt x="36575" y="135762"/>
                  </a:lnTo>
                  <a:lnTo>
                    <a:pt x="22606" y="103886"/>
                  </a:lnTo>
                  <a:lnTo>
                    <a:pt x="21458" y="100330"/>
                  </a:lnTo>
                  <a:lnTo>
                    <a:pt x="21336" y="99949"/>
                  </a:lnTo>
                  <a:lnTo>
                    <a:pt x="17577" y="97282"/>
                  </a:lnTo>
                  <a:close/>
                </a:path>
                <a:path w="372110" h="350519">
                  <a:moveTo>
                    <a:pt x="366395" y="132207"/>
                  </a:moveTo>
                  <a:lnTo>
                    <a:pt x="47117" y="132207"/>
                  </a:lnTo>
                  <a:lnTo>
                    <a:pt x="36575" y="135762"/>
                  </a:lnTo>
                  <a:lnTo>
                    <a:pt x="369866" y="135762"/>
                  </a:lnTo>
                  <a:lnTo>
                    <a:pt x="366395" y="132207"/>
                  </a:lnTo>
                  <a:close/>
                </a:path>
                <a:path w="372110" h="350519">
                  <a:moveTo>
                    <a:pt x="200660" y="0"/>
                  </a:moveTo>
                  <a:lnTo>
                    <a:pt x="162306" y="8000"/>
                  </a:lnTo>
                  <a:lnTo>
                    <a:pt x="128412" y="30162"/>
                  </a:lnTo>
                  <a:lnTo>
                    <a:pt x="106425" y="62992"/>
                  </a:lnTo>
                  <a:lnTo>
                    <a:pt x="99000" y="96774"/>
                  </a:lnTo>
                  <a:lnTo>
                    <a:pt x="99054" y="107314"/>
                  </a:lnTo>
                  <a:lnTo>
                    <a:pt x="99162" y="110998"/>
                  </a:lnTo>
                  <a:lnTo>
                    <a:pt x="99214" y="112775"/>
                  </a:lnTo>
                  <a:lnTo>
                    <a:pt x="99300" y="115695"/>
                  </a:lnTo>
                  <a:lnTo>
                    <a:pt x="102870" y="132207"/>
                  </a:lnTo>
                  <a:lnTo>
                    <a:pt x="127381" y="132207"/>
                  </a:lnTo>
                  <a:lnTo>
                    <a:pt x="122462" y="117367"/>
                  </a:lnTo>
                  <a:lnTo>
                    <a:pt x="120808" y="102092"/>
                  </a:lnTo>
                  <a:lnTo>
                    <a:pt x="134161" y="57983"/>
                  </a:lnTo>
                  <a:lnTo>
                    <a:pt x="169291" y="29337"/>
                  </a:lnTo>
                  <a:lnTo>
                    <a:pt x="202184" y="22479"/>
                  </a:lnTo>
                  <a:lnTo>
                    <a:pt x="262731" y="22479"/>
                  </a:lnTo>
                  <a:lnTo>
                    <a:pt x="256674" y="17593"/>
                  </a:lnTo>
                  <a:lnTo>
                    <a:pt x="239141" y="8000"/>
                  </a:lnTo>
                  <a:lnTo>
                    <a:pt x="229770" y="4500"/>
                  </a:lnTo>
                  <a:lnTo>
                    <a:pt x="220186" y="2000"/>
                  </a:lnTo>
                  <a:lnTo>
                    <a:pt x="210458" y="500"/>
                  </a:lnTo>
                  <a:lnTo>
                    <a:pt x="200660" y="0"/>
                  </a:lnTo>
                  <a:close/>
                </a:path>
                <a:path w="372110" h="350519">
                  <a:moveTo>
                    <a:pt x="192944" y="126567"/>
                  </a:moveTo>
                  <a:lnTo>
                    <a:pt x="186890" y="126567"/>
                  </a:lnTo>
                  <a:lnTo>
                    <a:pt x="184023" y="127762"/>
                  </a:lnTo>
                  <a:lnTo>
                    <a:pt x="181483" y="130429"/>
                  </a:lnTo>
                  <a:lnTo>
                    <a:pt x="181483" y="132207"/>
                  </a:lnTo>
                  <a:lnTo>
                    <a:pt x="198882" y="132207"/>
                  </a:lnTo>
                  <a:lnTo>
                    <a:pt x="197104" y="130429"/>
                  </a:lnTo>
                  <a:lnTo>
                    <a:pt x="195453" y="127762"/>
                  </a:lnTo>
                  <a:lnTo>
                    <a:pt x="192944" y="126567"/>
                  </a:lnTo>
                  <a:close/>
                </a:path>
                <a:path w="372110" h="350519">
                  <a:moveTo>
                    <a:pt x="243485" y="110998"/>
                  </a:moveTo>
                  <a:lnTo>
                    <a:pt x="218059" y="110998"/>
                  </a:lnTo>
                  <a:lnTo>
                    <a:pt x="221615" y="114554"/>
                  </a:lnTo>
                  <a:lnTo>
                    <a:pt x="221615" y="116205"/>
                  </a:lnTo>
                  <a:lnTo>
                    <a:pt x="223266" y="119761"/>
                  </a:lnTo>
                  <a:lnTo>
                    <a:pt x="221615" y="125095"/>
                  </a:lnTo>
                  <a:lnTo>
                    <a:pt x="218059" y="126873"/>
                  </a:lnTo>
                  <a:lnTo>
                    <a:pt x="205867" y="132207"/>
                  </a:lnTo>
                  <a:lnTo>
                    <a:pt x="240792" y="132207"/>
                  </a:lnTo>
                  <a:lnTo>
                    <a:pt x="242879" y="126873"/>
                  </a:lnTo>
                  <a:lnTo>
                    <a:pt x="242998" y="126567"/>
                  </a:lnTo>
                  <a:lnTo>
                    <a:pt x="244252" y="120427"/>
                  </a:lnTo>
                  <a:lnTo>
                    <a:pt x="244221" y="113954"/>
                  </a:lnTo>
                  <a:lnTo>
                    <a:pt x="243485" y="110998"/>
                  </a:lnTo>
                  <a:close/>
                </a:path>
                <a:path w="372110" h="350519">
                  <a:moveTo>
                    <a:pt x="262731" y="22479"/>
                  </a:moveTo>
                  <a:lnTo>
                    <a:pt x="202184" y="22479"/>
                  </a:lnTo>
                  <a:lnTo>
                    <a:pt x="211149" y="22889"/>
                  </a:lnTo>
                  <a:lnTo>
                    <a:pt x="209965" y="22889"/>
                  </a:lnTo>
                  <a:lnTo>
                    <a:pt x="257333" y="45719"/>
                  </a:lnTo>
                  <a:lnTo>
                    <a:pt x="278895" y="86826"/>
                  </a:lnTo>
                  <a:lnTo>
                    <a:pt x="280733" y="102092"/>
                  </a:lnTo>
                  <a:lnTo>
                    <a:pt x="279951" y="112775"/>
                  </a:lnTo>
                  <a:lnTo>
                    <a:pt x="279896" y="113538"/>
                  </a:lnTo>
                  <a:lnTo>
                    <a:pt x="279821" y="114554"/>
                  </a:lnTo>
                  <a:lnTo>
                    <a:pt x="279700" y="116205"/>
                  </a:lnTo>
                  <a:lnTo>
                    <a:pt x="279609" y="117367"/>
                  </a:lnTo>
                  <a:lnTo>
                    <a:pt x="275717" y="132207"/>
                  </a:lnTo>
                  <a:lnTo>
                    <a:pt x="298323" y="132207"/>
                  </a:lnTo>
                  <a:lnTo>
                    <a:pt x="301966" y="114944"/>
                  </a:lnTo>
                  <a:lnTo>
                    <a:pt x="302091" y="110998"/>
                  </a:lnTo>
                  <a:lnTo>
                    <a:pt x="302207" y="107314"/>
                  </a:lnTo>
                  <a:lnTo>
                    <a:pt x="302316" y="103886"/>
                  </a:lnTo>
                  <a:lnTo>
                    <a:pt x="302392" y="96774"/>
                  </a:lnTo>
                  <a:lnTo>
                    <a:pt x="300170" y="80772"/>
                  </a:lnTo>
                  <a:lnTo>
                    <a:pt x="300108" y="80325"/>
                  </a:lnTo>
                  <a:lnTo>
                    <a:pt x="294894" y="62992"/>
                  </a:lnTo>
                  <a:lnTo>
                    <a:pt x="285218" y="45398"/>
                  </a:lnTo>
                  <a:lnTo>
                    <a:pt x="272256" y="30162"/>
                  </a:lnTo>
                  <a:lnTo>
                    <a:pt x="262731" y="22479"/>
                  </a:lnTo>
                  <a:close/>
                </a:path>
                <a:path w="372110" h="350519">
                  <a:moveTo>
                    <a:pt x="183967" y="43180"/>
                  </a:moveTo>
                  <a:lnTo>
                    <a:pt x="177165" y="43180"/>
                  </a:lnTo>
                  <a:lnTo>
                    <a:pt x="176149" y="43561"/>
                  </a:lnTo>
                  <a:lnTo>
                    <a:pt x="170942" y="47117"/>
                  </a:lnTo>
                  <a:lnTo>
                    <a:pt x="169291" y="52324"/>
                  </a:lnTo>
                  <a:lnTo>
                    <a:pt x="170942" y="57658"/>
                  </a:lnTo>
                  <a:lnTo>
                    <a:pt x="172720" y="61213"/>
                  </a:lnTo>
                  <a:lnTo>
                    <a:pt x="164921" y="69076"/>
                  </a:lnTo>
                  <a:lnTo>
                    <a:pt x="160051" y="78771"/>
                  </a:lnTo>
                  <a:lnTo>
                    <a:pt x="158571" y="88773"/>
                  </a:lnTo>
                  <a:lnTo>
                    <a:pt x="158505" y="89662"/>
                  </a:lnTo>
                  <a:lnTo>
                    <a:pt x="160455" y="99949"/>
                  </a:lnTo>
                  <a:lnTo>
                    <a:pt x="189103" y="118745"/>
                  </a:lnTo>
                  <a:lnTo>
                    <a:pt x="193040" y="118745"/>
                  </a:lnTo>
                  <a:lnTo>
                    <a:pt x="196850" y="117983"/>
                  </a:lnTo>
                  <a:lnTo>
                    <a:pt x="200660" y="116205"/>
                  </a:lnTo>
                  <a:lnTo>
                    <a:pt x="211074" y="110998"/>
                  </a:lnTo>
                  <a:lnTo>
                    <a:pt x="243485" y="110998"/>
                  </a:lnTo>
                  <a:lnTo>
                    <a:pt x="242667" y="107707"/>
                  </a:lnTo>
                  <a:lnTo>
                    <a:pt x="242570" y="107314"/>
                  </a:lnTo>
                  <a:lnTo>
                    <a:pt x="239141" y="100330"/>
                  </a:lnTo>
                  <a:lnTo>
                    <a:pt x="235077" y="97282"/>
                  </a:lnTo>
                  <a:lnTo>
                    <a:pt x="184785" y="97282"/>
                  </a:lnTo>
                  <a:lnTo>
                    <a:pt x="181102" y="94361"/>
                  </a:lnTo>
                  <a:lnTo>
                    <a:pt x="179705" y="91439"/>
                  </a:lnTo>
                  <a:lnTo>
                    <a:pt x="177927" y="86106"/>
                  </a:lnTo>
                  <a:lnTo>
                    <a:pt x="181483" y="82550"/>
                  </a:lnTo>
                  <a:lnTo>
                    <a:pt x="184912" y="80772"/>
                  </a:lnTo>
                  <a:lnTo>
                    <a:pt x="195453" y="75437"/>
                  </a:lnTo>
                  <a:lnTo>
                    <a:pt x="197104" y="74549"/>
                  </a:lnTo>
                  <a:lnTo>
                    <a:pt x="198500" y="74168"/>
                  </a:lnTo>
                  <a:lnTo>
                    <a:pt x="217550" y="74168"/>
                  </a:lnTo>
                  <a:lnTo>
                    <a:pt x="218059" y="73660"/>
                  </a:lnTo>
                  <a:lnTo>
                    <a:pt x="221615" y="68325"/>
                  </a:lnTo>
                  <a:lnTo>
                    <a:pt x="219837" y="61213"/>
                  </a:lnTo>
                  <a:lnTo>
                    <a:pt x="216408" y="57658"/>
                  </a:lnTo>
                  <a:lnTo>
                    <a:pt x="211836" y="54229"/>
                  </a:lnTo>
                  <a:lnTo>
                    <a:pt x="191897" y="54229"/>
                  </a:lnTo>
                  <a:lnTo>
                    <a:pt x="190246" y="50546"/>
                  </a:lnTo>
                  <a:lnTo>
                    <a:pt x="188722" y="46228"/>
                  </a:lnTo>
                  <a:lnTo>
                    <a:pt x="183967" y="43180"/>
                  </a:lnTo>
                  <a:close/>
                </a:path>
                <a:path w="372110" h="350519">
                  <a:moveTo>
                    <a:pt x="217678" y="88773"/>
                  </a:moveTo>
                  <a:lnTo>
                    <a:pt x="209804" y="88773"/>
                  </a:lnTo>
                  <a:lnTo>
                    <a:pt x="205867" y="89662"/>
                  </a:lnTo>
                  <a:lnTo>
                    <a:pt x="202311" y="91439"/>
                  </a:lnTo>
                  <a:lnTo>
                    <a:pt x="191897" y="96774"/>
                  </a:lnTo>
                  <a:lnTo>
                    <a:pt x="190542" y="97282"/>
                  </a:lnTo>
                  <a:lnTo>
                    <a:pt x="235077" y="97282"/>
                  </a:lnTo>
                  <a:lnTo>
                    <a:pt x="232029" y="94996"/>
                  </a:lnTo>
                  <a:lnTo>
                    <a:pt x="221615" y="89662"/>
                  </a:lnTo>
                  <a:lnTo>
                    <a:pt x="217678" y="88773"/>
                  </a:lnTo>
                  <a:close/>
                </a:path>
                <a:path w="372110" h="350519">
                  <a:moveTo>
                    <a:pt x="217550" y="74168"/>
                  </a:moveTo>
                  <a:lnTo>
                    <a:pt x="201168" y="74168"/>
                  </a:lnTo>
                  <a:lnTo>
                    <a:pt x="202311" y="74549"/>
                  </a:lnTo>
                  <a:lnTo>
                    <a:pt x="204088" y="75437"/>
                  </a:lnTo>
                  <a:lnTo>
                    <a:pt x="206121" y="76835"/>
                  </a:lnTo>
                  <a:lnTo>
                    <a:pt x="208153" y="77470"/>
                  </a:lnTo>
                  <a:lnTo>
                    <a:pt x="213106" y="77470"/>
                  </a:lnTo>
                  <a:lnTo>
                    <a:pt x="215900" y="75819"/>
                  </a:lnTo>
                  <a:lnTo>
                    <a:pt x="217550" y="74168"/>
                  </a:lnTo>
                  <a:close/>
                </a:path>
                <a:path w="372110" h="350519">
                  <a:moveTo>
                    <a:pt x="206629" y="52324"/>
                  </a:moveTo>
                  <a:lnTo>
                    <a:pt x="198120" y="52324"/>
                  </a:lnTo>
                  <a:lnTo>
                    <a:pt x="195072" y="52959"/>
                  </a:lnTo>
                  <a:lnTo>
                    <a:pt x="191897" y="54229"/>
                  </a:lnTo>
                  <a:lnTo>
                    <a:pt x="211836" y="54229"/>
                  </a:lnTo>
                  <a:lnTo>
                    <a:pt x="206629" y="52324"/>
                  </a:lnTo>
                  <a:close/>
                </a:path>
              </a:pathLst>
            </a:custGeom>
            <a:solidFill>
              <a:srgbClr val="FC0C5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24728" y="1838070"/>
              <a:ext cx="100457" cy="8826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88735" y="2334895"/>
              <a:ext cx="176656" cy="6375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9756775" y="1749551"/>
              <a:ext cx="740410" cy="695325"/>
            </a:xfrm>
            <a:custGeom>
              <a:avLst/>
              <a:gdLst/>
              <a:ahLst/>
              <a:cxnLst/>
              <a:rect l="l" t="t" r="r" b="b"/>
              <a:pathLst>
                <a:path w="740409" h="695325">
                  <a:moveTo>
                    <a:pt x="381507" y="567817"/>
                  </a:moveTo>
                  <a:lnTo>
                    <a:pt x="358901" y="567817"/>
                  </a:lnTo>
                  <a:lnTo>
                    <a:pt x="358901" y="612013"/>
                  </a:lnTo>
                  <a:lnTo>
                    <a:pt x="346938" y="617825"/>
                  </a:lnTo>
                  <a:lnTo>
                    <a:pt x="337581" y="626983"/>
                  </a:lnTo>
                  <a:lnTo>
                    <a:pt x="331487" y="638784"/>
                  </a:lnTo>
                  <a:lnTo>
                    <a:pt x="329310" y="652526"/>
                  </a:lnTo>
                  <a:lnTo>
                    <a:pt x="332410" y="668831"/>
                  </a:lnTo>
                  <a:lnTo>
                    <a:pt x="341058" y="682291"/>
                  </a:lnTo>
                  <a:lnTo>
                    <a:pt x="354278" y="691441"/>
                  </a:lnTo>
                  <a:lnTo>
                    <a:pt x="371094" y="694817"/>
                  </a:lnTo>
                  <a:lnTo>
                    <a:pt x="386881" y="691441"/>
                  </a:lnTo>
                  <a:lnTo>
                    <a:pt x="399573" y="682291"/>
                  </a:lnTo>
                  <a:lnTo>
                    <a:pt x="404947" y="673735"/>
                  </a:lnTo>
                  <a:lnTo>
                    <a:pt x="371094" y="673735"/>
                  </a:lnTo>
                  <a:lnTo>
                    <a:pt x="362676" y="671903"/>
                  </a:lnTo>
                  <a:lnTo>
                    <a:pt x="356044" y="667083"/>
                  </a:lnTo>
                  <a:lnTo>
                    <a:pt x="351698" y="660286"/>
                  </a:lnTo>
                  <a:lnTo>
                    <a:pt x="350139" y="652526"/>
                  </a:lnTo>
                  <a:lnTo>
                    <a:pt x="351698" y="645062"/>
                  </a:lnTo>
                  <a:lnTo>
                    <a:pt x="356044" y="638921"/>
                  </a:lnTo>
                  <a:lnTo>
                    <a:pt x="362676" y="634755"/>
                  </a:lnTo>
                  <a:lnTo>
                    <a:pt x="371094" y="633222"/>
                  </a:lnTo>
                  <a:lnTo>
                    <a:pt x="406049" y="633222"/>
                  </a:lnTo>
                  <a:lnTo>
                    <a:pt x="402828" y="626983"/>
                  </a:lnTo>
                  <a:lnTo>
                    <a:pt x="393471" y="617825"/>
                  </a:lnTo>
                  <a:lnTo>
                    <a:pt x="381507" y="612013"/>
                  </a:lnTo>
                  <a:lnTo>
                    <a:pt x="381507" y="567817"/>
                  </a:lnTo>
                  <a:close/>
                </a:path>
                <a:path w="740409" h="695325">
                  <a:moveTo>
                    <a:pt x="406049" y="633222"/>
                  </a:moveTo>
                  <a:lnTo>
                    <a:pt x="371094" y="633222"/>
                  </a:lnTo>
                  <a:lnTo>
                    <a:pt x="378483" y="634755"/>
                  </a:lnTo>
                  <a:lnTo>
                    <a:pt x="384587" y="638921"/>
                  </a:lnTo>
                  <a:lnTo>
                    <a:pt x="388739" y="645062"/>
                  </a:lnTo>
                  <a:lnTo>
                    <a:pt x="390271" y="652526"/>
                  </a:lnTo>
                  <a:lnTo>
                    <a:pt x="388739" y="660286"/>
                  </a:lnTo>
                  <a:lnTo>
                    <a:pt x="384587" y="667083"/>
                  </a:lnTo>
                  <a:lnTo>
                    <a:pt x="378483" y="671903"/>
                  </a:lnTo>
                  <a:lnTo>
                    <a:pt x="371094" y="673735"/>
                  </a:lnTo>
                  <a:lnTo>
                    <a:pt x="404947" y="673735"/>
                  </a:lnTo>
                  <a:lnTo>
                    <a:pt x="408027" y="668831"/>
                  </a:lnTo>
                  <a:lnTo>
                    <a:pt x="411099" y="652526"/>
                  </a:lnTo>
                  <a:lnTo>
                    <a:pt x="408943" y="638921"/>
                  </a:lnTo>
                  <a:lnTo>
                    <a:pt x="408922" y="638784"/>
                  </a:lnTo>
                  <a:lnTo>
                    <a:pt x="406049" y="633222"/>
                  </a:lnTo>
                  <a:close/>
                </a:path>
                <a:path w="740409" h="695325">
                  <a:moveTo>
                    <a:pt x="41782" y="421513"/>
                  </a:moveTo>
                  <a:lnTo>
                    <a:pt x="29591" y="421513"/>
                  </a:lnTo>
                  <a:lnTo>
                    <a:pt x="24256" y="425069"/>
                  </a:lnTo>
                  <a:lnTo>
                    <a:pt x="24256" y="543178"/>
                  </a:lnTo>
                  <a:lnTo>
                    <a:pt x="26400" y="553029"/>
                  </a:lnTo>
                  <a:lnTo>
                    <a:pt x="32162" y="560832"/>
                  </a:lnTo>
                  <a:lnTo>
                    <a:pt x="40544" y="565967"/>
                  </a:lnTo>
                  <a:lnTo>
                    <a:pt x="50546" y="567817"/>
                  </a:lnTo>
                  <a:lnTo>
                    <a:pt x="689864" y="567817"/>
                  </a:lnTo>
                  <a:lnTo>
                    <a:pt x="699865" y="565967"/>
                  </a:lnTo>
                  <a:lnTo>
                    <a:pt x="708247" y="560832"/>
                  </a:lnTo>
                  <a:lnTo>
                    <a:pt x="714009" y="553029"/>
                  </a:lnTo>
                  <a:lnTo>
                    <a:pt x="715379" y="546735"/>
                  </a:lnTo>
                  <a:lnTo>
                    <a:pt x="48768" y="546735"/>
                  </a:lnTo>
                  <a:lnTo>
                    <a:pt x="46990" y="544957"/>
                  </a:lnTo>
                  <a:lnTo>
                    <a:pt x="46990" y="425069"/>
                  </a:lnTo>
                  <a:lnTo>
                    <a:pt x="41782" y="421513"/>
                  </a:lnTo>
                  <a:close/>
                </a:path>
                <a:path w="740409" h="695325">
                  <a:moveTo>
                    <a:pt x="739457" y="21209"/>
                  </a:moveTo>
                  <a:lnTo>
                    <a:pt x="717803" y="21209"/>
                  </a:lnTo>
                  <a:lnTo>
                    <a:pt x="719581" y="24764"/>
                  </a:lnTo>
                  <a:lnTo>
                    <a:pt x="719581" y="72389"/>
                  </a:lnTo>
                  <a:lnTo>
                    <a:pt x="717803" y="74040"/>
                  </a:lnTo>
                  <a:lnTo>
                    <a:pt x="608076" y="74040"/>
                  </a:lnTo>
                  <a:lnTo>
                    <a:pt x="602869" y="79375"/>
                  </a:lnTo>
                  <a:lnTo>
                    <a:pt x="602869" y="91694"/>
                  </a:lnTo>
                  <a:lnTo>
                    <a:pt x="608076" y="95250"/>
                  </a:lnTo>
                  <a:lnTo>
                    <a:pt x="695198" y="95250"/>
                  </a:lnTo>
                  <a:lnTo>
                    <a:pt x="695198" y="544957"/>
                  </a:lnTo>
                  <a:lnTo>
                    <a:pt x="693420" y="546735"/>
                  </a:lnTo>
                  <a:lnTo>
                    <a:pt x="715379" y="546735"/>
                  </a:lnTo>
                  <a:lnTo>
                    <a:pt x="716152" y="543178"/>
                  </a:lnTo>
                  <a:lnTo>
                    <a:pt x="716152" y="95250"/>
                  </a:lnTo>
                  <a:lnTo>
                    <a:pt x="725783" y="93382"/>
                  </a:lnTo>
                  <a:lnTo>
                    <a:pt x="733472" y="88217"/>
                  </a:lnTo>
                  <a:lnTo>
                    <a:pt x="738566" y="80408"/>
                  </a:lnTo>
                  <a:lnTo>
                    <a:pt x="740409" y="70612"/>
                  </a:lnTo>
                  <a:lnTo>
                    <a:pt x="740409" y="26415"/>
                  </a:lnTo>
                  <a:lnTo>
                    <a:pt x="739457" y="21209"/>
                  </a:lnTo>
                  <a:close/>
                </a:path>
                <a:path w="740409" h="695325">
                  <a:moveTo>
                    <a:pt x="716152" y="0"/>
                  </a:moveTo>
                  <a:lnTo>
                    <a:pt x="26034" y="0"/>
                  </a:lnTo>
                  <a:lnTo>
                    <a:pt x="16127" y="2145"/>
                  </a:lnTo>
                  <a:lnTo>
                    <a:pt x="7826" y="7921"/>
                  </a:lnTo>
                  <a:lnTo>
                    <a:pt x="2121" y="16341"/>
                  </a:lnTo>
                  <a:lnTo>
                    <a:pt x="0" y="26415"/>
                  </a:lnTo>
                  <a:lnTo>
                    <a:pt x="0" y="70612"/>
                  </a:lnTo>
                  <a:lnTo>
                    <a:pt x="1843" y="80408"/>
                  </a:lnTo>
                  <a:lnTo>
                    <a:pt x="6937" y="88217"/>
                  </a:lnTo>
                  <a:lnTo>
                    <a:pt x="14626" y="93382"/>
                  </a:lnTo>
                  <a:lnTo>
                    <a:pt x="24256" y="95250"/>
                  </a:lnTo>
                  <a:lnTo>
                    <a:pt x="24256" y="387985"/>
                  </a:lnTo>
                  <a:lnTo>
                    <a:pt x="29591" y="393319"/>
                  </a:lnTo>
                  <a:lnTo>
                    <a:pt x="41782" y="393319"/>
                  </a:lnTo>
                  <a:lnTo>
                    <a:pt x="46990" y="389763"/>
                  </a:lnTo>
                  <a:lnTo>
                    <a:pt x="46990" y="95250"/>
                  </a:lnTo>
                  <a:lnTo>
                    <a:pt x="571500" y="95250"/>
                  </a:lnTo>
                  <a:lnTo>
                    <a:pt x="576706" y="91694"/>
                  </a:lnTo>
                  <a:lnTo>
                    <a:pt x="576706" y="79375"/>
                  </a:lnTo>
                  <a:lnTo>
                    <a:pt x="571500" y="74040"/>
                  </a:lnTo>
                  <a:lnTo>
                    <a:pt x="24256" y="74040"/>
                  </a:lnTo>
                  <a:lnTo>
                    <a:pt x="22605" y="72389"/>
                  </a:lnTo>
                  <a:lnTo>
                    <a:pt x="22605" y="22987"/>
                  </a:lnTo>
                  <a:lnTo>
                    <a:pt x="24256" y="21209"/>
                  </a:lnTo>
                  <a:lnTo>
                    <a:pt x="739457" y="21209"/>
                  </a:lnTo>
                  <a:lnTo>
                    <a:pt x="738566" y="16341"/>
                  </a:lnTo>
                  <a:lnTo>
                    <a:pt x="733472" y="7921"/>
                  </a:lnTo>
                  <a:lnTo>
                    <a:pt x="725783" y="2145"/>
                  </a:lnTo>
                  <a:lnTo>
                    <a:pt x="716152" y="0"/>
                  </a:lnTo>
                  <a:close/>
                </a:path>
              </a:pathLst>
            </a:custGeom>
            <a:solidFill>
              <a:srgbClr val="FC0C5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241280" y="2191639"/>
              <a:ext cx="173736" cy="6375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241280" y="1901951"/>
              <a:ext cx="173736" cy="6400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241280" y="2008758"/>
              <a:ext cx="173736" cy="139953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9832975" y="1886838"/>
              <a:ext cx="372110" cy="377825"/>
            </a:xfrm>
            <a:custGeom>
              <a:avLst/>
              <a:gdLst/>
              <a:ahLst/>
              <a:cxnLst/>
              <a:rect l="l" t="t" r="r" b="b"/>
              <a:pathLst>
                <a:path w="372109" h="377825">
                  <a:moveTo>
                    <a:pt x="63754" y="348615"/>
                  </a:moveTo>
                  <a:lnTo>
                    <a:pt x="57785" y="342646"/>
                  </a:lnTo>
                  <a:lnTo>
                    <a:pt x="54737" y="341376"/>
                  </a:lnTo>
                  <a:lnTo>
                    <a:pt x="49149" y="341376"/>
                  </a:lnTo>
                  <a:lnTo>
                    <a:pt x="46609" y="342646"/>
                  </a:lnTo>
                  <a:lnTo>
                    <a:pt x="44831" y="345186"/>
                  </a:lnTo>
                  <a:lnTo>
                    <a:pt x="37973" y="352044"/>
                  </a:lnTo>
                  <a:lnTo>
                    <a:pt x="31115" y="345186"/>
                  </a:lnTo>
                  <a:lnTo>
                    <a:pt x="29337" y="342646"/>
                  </a:lnTo>
                  <a:lnTo>
                    <a:pt x="26797" y="341376"/>
                  </a:lnTo>
                  <a:lnTo>
                    <a:pt x="24130" y="341376"/>
                  </a:lnTo>
                  <a:lnTo>
                    <a:pt x="21590" y="341376"/>
                  </a:lnTo>
                  <a:lnTo>
                    <a:pt x="19050" y="342646"/>
                  </a:lnTo>
                  <a:lnTo>
                    <a:pt x="17272" y="345186"/>
                  </a:lnTo>
                  <a:lnTo>
                    <a:pt x="12192" y="348615"/>
                  </a:lnTo>
                  <a:lnTo>
                    <a:pt x="12192" y="355473"/>
                  </a:lnTo>
                  <a:lnTo>
                    <a:pt x="17272" y="358902"/>
                  </a:lnTo>
                  <a:lnTo>
                    <a:pt x="32766" y="376047"/>
                  </a:lnTo>
                  <a:lnTo>
                    <a:pt x="36195" y="377698"/>
                  </a:lnTo>
                  <a:lnTo>
                    <a:pt x="41402" y="377698"/>
                  </a:lnTo>
                  <a:lnTo>
                    <a:pt x="43053" y="376047"/>
                  </a:lnTo>
                  <a:lnTo>
                    <a:pt x="46609" y="374269"/>
                  </a:lnTo>
                  <a:lnTo>
                    <a:pt x="60325" y="358902"/>
                  </a:lnTo>
                  <a:lnTo>
                    <a:pt x="63754" y="355473"/>
                  </a:lnTo>
                  <a:lnTo>
                    <a:pt x="63754" y="348615"/>
                  </a:lnTo>
                  <a:close/>
                </a:path>
                <a:path w="372109" h="377825">
                  <a:moveTo>
                    <a:pt x="255778" y="195072"/>
                  </a:moveTo>
                  <a:lnTo>
                    <a:pt x="252476" y="191643"/>
                  </a:lnTo>
                  <a:lnTo>
                    <a:pt x="249809" y="189865"/>
                  </a:lnTo>
                  <a:lnTo>
                    <a:pt x="246761" y="188976"/>
                  </a:lnTo>
                  <a:lnTo>
                    <a:pt x="241173" y="188976"/>
                  </a:lnTo>
                  <a:lnTo>
                    <a:pt x="238633" y="189865"/>
                  </a:lnTo>
                  <a:lnTo>
                    <a:pt x="229997" y="198755"/>
                  </a:lnTo>
                  <a:lnTo>
                    <a:pt x="221361" y="189865"/>
                  </a:lnTo>
                  <a:lnTo>
                    <a:pt x="218694" y="188976"/>
                  </a:lnTo>
                  <a:lnTo>
                    <a:pt x="216027" y="188976"/>
                  </a:lnTo>
                  <a:lnTo>
                    <a:pt x="213106" y="188976"/>
                  </a:lnTo>
                  <a:lnTo>
                    <a:pt x="210058" y="189865"/>
                  </a:lnTo>
                  <a:lnTo>
                    <a:pt x="207518" y="191643"/>
                  </a:lnTo>
                  <a:lnTo>
                    <a:pt x="204089" y="195072"/>
                  </a:lnTo>
                  <a:lnTo>
                    <a:pt x="204089" y="202311"/>
                  </a:lnTo>
                  <a:lnTo>
                    <a:pt x="207518" y="207645"/>
                  </a:lnTo>
                  <a:lnTo>
                    <a:pt x="221361" y="221869"/>
                  </a:lnTo>
                  <a:lnTo>
                    <a:pt x="224790" y="223520"/>
                  </a:lnTo>
                  <a:lnTo>
                    <a:pt x="226568" y="225298"/>
                  </a:lnTo>
                  <a:lnTo>
                    <a:pt x="231648" y="225298"/>
                  </a:lnTo>
                  <a:lnTo>
                    <a:pt x="235204" y="223520"/>
                  </a:lnTo>
                  <a:lnTo>
                    <a:pt x="236855" y="221869"/>
                  </a:lnTo>
                  <a:lnTo>
                    <a:pt x="252476" y="207645"/>
                  </a:lnTo>
                  <a:lnTo>
                    <a:pt x="255778" y="202311"/>
                  </a:lnTo>
                  <a:lnTo>
                    <a:pt x="255778" y="195072"/>
                  </a:lnTo>
                  <a:close/>
                </a:path>
                <a:path w="372109" h="377825">
                  <a:moveTo>
                    <a:pt x="365633" y="184277"/>
                  </a:moveTo>
                  <a:lnTo>
                    <a:pt x="364807" y="173863"/>
                  </a:lnTo>
                  <a:lnTo>
                    <a:pt x="363372" y="155702"/>
                  </a:lnTo>
                  <a:lnTo>
                    <a:pt x="356704" y="128092"/>
                  </a:lnTo>
                  <a:lnTo>
                    <a:pt x="345884" y="102019"/>
                  </a:lnTo>
                  <a:lnTo>
                    <a:pt x="345808" y="101803"/>
                  </a:lnTo>
                  <a:lnTo>
                    <a:pt x="330835" y="77216"/>
                  </a:lnTo>
                  <a:lnTo>
                    <a:pt x="328803" y="74295"/>
                  </a:lnTo>
                  <a:lnTo>
                    <a:pt x="325882" y="73025"/>
                  </a:lnTo>
                  <a:lnTo>
                    <a:pt x="320167" y="73025"/>
                  </a:lnTo>
                  <a:lnTo>
                    <a:pt x="317500" y="73914"/>
                  </a:lnTo>
                  <a:lnTo>
                    <a:pt x="315087" y="75438"/>
                  </a:lnTo>
                  <a:lnTo>
                    <a:pt x="311658" y="78994"/>
                  </a:lnTo>
                  <a:lnTo>
                    <a:pt x="309880" y="84201"/>
                  </a:lnTo>
                  <a:lnTo>
                    <a:pt x="313309" y="89408"/>
                  </a:lnTo>
                  <a:lnTo>
                    <a:pt x="325094" y="108788"/>
                  </a:lnTo>
                  <a:lnTo>
                    <a:pt x="334073" y="129641"/>
                  </a:lnTo>
                  <a:lnTo>
                    <a:pt x="340093" y="151498"/>
                  </a:lnTo>
                  <a:lnTo>
                    <a:pt x="343027" y="173863"/>
                  </a:lnTo>
                  <a:lnTo>
                    <a:pt x="343027" y="196596"/>
                  </a:lnTo>
                  <a:lnTo>
                    <a:pt x="339763" y="221221"/>
                  </a:lnTo>
                  <a:lnTo>
                    <a:pt x="332752" y="244652"/>
                  </a:lnTo>
                  <a:lnTo>
                    <a:pt x="322148" y="266446"/>
                  </a:lnTo>
                  <a:lnTo>
                    <a:pt x="308102" y="286131"/>
                  </a:lnTo>
                  <a:lnTo>
                    <a:pt x="294132" y="272059"/>
                  </a:lnTo>
                  <a:lnTo>
                    <a:pt x="294132" y="302006"/>
                  </a:lnTo>
                  <a:lnTo>
                    <a:pt x="271119" y="320979"/>
                  </a:lnTo>
                  <a:lnTo>
                    <a:pt x="244348" y="335330"/>
                  </a:lnTo>
                  <a:lnTo>
                    <a:pt x="214617" y="344424"/>
                  </a:lnTo>
                  <a:lnTo>
                    <a:pt x="182753" y="347599"/>
                  </a:lnTo>
                  <a:lnTo>
                    <a:pt x="140055" y="341718"/>
                  </a:lnTo>
                  <a:lnTo>
                    <a:pt x="101739" y="325158"/>
                  </a:lnTo>
                  <a:lnTo>
                    <a:pt x="69316" y="299516"/>
                  </a:lnTo>
                  <a:lnTo>
                    <a:pt x="44323" y="266446"/>
                  </a:lnTo>
                  <a:lnTo>
                    <a:pt x="28181" y="227469"/>
                  </a:lnTo>
                  <a:lnTo>
                    <a:pt x="22479" y="184277"/>
                  </a:lnTo>
                  <a:lnTo>
                    <a:pt x="30035" y="134975"/>
                  </a:lnTo>
                  <a:lnTo>
                    <a:pt x="51054" y="92024"/>
                  </a:lnTo>
                  <a:lnTo>
                    <a:pt x="83477" y="57175"/>
                  </a:lnTo>
                  <a:lnTo>
                    <a:pt x="124663" y="33401"/>
                  </a:lnTo>
                  <a:lnTo>
                    <a:pt x="172008" y="22936"/>
                  </a:lnTo>
                  <a:lnTo>
                    <a:pt x="172339" y="22936"/>
                  </a:lnTo>
                  <a:lnTo>
                    <a:pt x="172339" y="68453"/>
                  </a:lnTo>
                  <a:lnTo>
                    <a:pt x="130771" y="80365"/>
                  </a:lnTo>
                  <a:lnTo>
                    <a:pt x="97053" y="105943"/>
                  </a:lnTo>
                  <a:lnTo>
                    <a:pt x="74422" y="141732"/>
                  </a:lnTo>
                  <a:lnTo>
                    <a:pt x="66167" y="184277"/>
                  </a:lnTo>
                  <a:lnTo>
                    <a:pt x="75323" y="230111"/>
                  </a:lnTo>
                  <a:lnTo>
                    <a:pt x="100304" y="267525"/>
                  </a:lnTo>
                  <a:lnTo>
                    <a:pt x="137363" y="292760"/>
                  </a:lnTo>
                  <a:lnTo>
                    <a:pt x="182753" y="302006"/>
                  </a:lnTo>
                  <a:lnTo>
                    <a:pt x="205549" y="300037"/>
                  </a:lnTo>
                  <a:lnTo>
                    <a:pt x="226720" y="294106"/>
                  </a:lnTo>
                  <a:lnTo>
                    <a:pt x="245935" y="284226"/>
                  </a:lnTo>
                  <a:lnTo>
                    <a:pt x="249974" y="280924"/>
                  </a:lnTo>
                  <a:lnTo>
                    <a:pt x="262890" y="270383"/>
                  </a:lnTo>
                  <a:lnTo>
                    <a:pt x="294132" y="302006"/>
                  </a:lnTo>
                  <a:lnTo>
                    <a:pt x="294132" y="272059"/>
                  </a:lnTo>
                  <a:lnTo>
                    <a:pt x="292468" y="270383"/>
                  </a:lnTo>
                  <a:lnTo>
                    <a:pt x="276733" y="254508"/>
                  </a:lnTo>
                  <a:lnTo>
                    <a:pt x="285229" y="241033"/>
                  </a:lnTo>
                  <a:lnTo>
                    <a:pt x="292049" y="226885"/>
                  </a:lnTo>
                  <a:lnTo>
                    <a:pt x="296887" y="212077"/>
                  </a:lnTo>
                  <a:lnTo>
                    <a:pt x="299466" y="196596"/>
                  </a:lnTo>
                  <a:lnTo>
                    <a:pt x="343027" y="196596"/>
                  </a:lnTo>
                  <a:lnTo>
                    <a:pt x="343027" y="173863"/>
                  </a:lnTo>
                  <a:lnTo>
                    <a:pt x="299466" y="173863"/>
                  </a:lnTo>
                  <a:lnTo>
                    <a:pt x="288442" y="134391"/>
                  </a:lnTo>
                  <a:lnTo>
                    <a:pt x="278511" y="120561"/>
                  </a:lnTo>
                  <a:lnTo>
                    <a:pt x="278511" y="184277"/>
                  </a:lnTo>
                  <a:lnTo>
                    <a:pt x="270903" y="222364"/>
                  </a:lnTo>
                  <a:lnTo>
                    <a:pt x="250240" y="253034"/>
                  </a:lnTo>
                  <a:lnTo>
                    <a:pt x="219786" y="273494"/>
                  </a:lnTo>
                  <a:lnTo>
                    <a:pt x="182753" y="280924"/>
                  </a:lnTo>
                  <a:lnTo>
                    <a:pt x="146037" y="273240"/>
                  </a:lnTo>
                  <a:lnTo>
                    <a:pt x="116179" y="252374"/>
                  </a:lnTo>
                  <a:lnTo>
                    <a:pt x="96113" y="221615"/>
                  </a:lnTo>
                  <a:lnTo>
                    <a:pt x="88773" y="184277"/>
                  </a:lnTo>
                  <a:lnTo>
                    <a:pt x="96113" y="147231"/>
                  </a:lnTo>
                  <a:lnTo>
                    <a:pt x="116179" y="117081"/>
                  </a:lnTo>
                  <a:lnTo>
                    <a:pt x="146037" y="96824"/>
                  </a:lnTo>
                  <a:lnTo>
                    <a:pt x="182753" y="89408"/>
                  </a:lnTo>
                  <a:lnTo>
                    <a:pt x="219786" y="96824"/>
                  </a:lnTo>
                  <a:lnTo>
                    <a:pt x="250240" y="117081"/>
                  </a:lnTo>
                  <a:lnTo>
                    <a:pt x="270903" y="147231"/>
                  </a:lnTo>
                  <a:lnTo>
                    <a:pt x="278511" y="184277"/>
                  </a:lnTo>
                  <a:lnTo>
                    <a:pt x="278511" y="120561"/>
                  </a:lnTo>
                  <a:lnTo>
                    <a:pt x="265214" y="102019"/>
                  </a:lnTo>
                  <a:lnTo>
                    <a:pt x="247154" y="89408"/>
                  </a:lnTo>
                  <a:lnTo>
                    <a:pt x="232537" y="79209"/>
                  </a:lnTo>
                  <a:lnTo>
                    <a:pt x="193167" y="68453"/>
                  </a:lnTo>
                  <a:lnTo>
                    <a:pt x="193167" y="22936"/>
                  </a:lnTo>
                  <a:lnTo>
                    <a:pt x="193700" y="22936"/>
                  </a:lnTo>
                  <a:lnTo>
                    <a:pt x="217360" y="26073"/>
                  </a:lnTo>
                  <a:lnTo>
                    <a:pt x="240233" y="33108"/>
                  </a:lnTo>
                  <a:lnTo>
                    <a:pt x="261848" y="43815"/>
                  </a:lnTo>
                  <a:lnTo>
                    <a:pt x="282067" y="57912"/>
                  </a:lnTo>
                  <a:lnTo>
                    <a:pt x="283972" y="59182"/>
                  </a:lnTo>
                  <a:lnTo>
                    <a:pt x="286258" y="59817"/>
                  </a:lnTo>
                  <a:lnTo>
                    <a:pt x="292100" y="59817"/>
                  </a:lnTo>
                  <a:lnTo>
                    <a:pt x="295529" y="58293"/>
                  </a:lnTo>
                  <a:lnTo>
                    <a:pt x="297688" y="56134"/>
                  </a:lnTo>
                  <a:lnTo>
                    <a:pt x="301244" y="50927"/>
                  </a:lnTo>
                  <a:lnTo>
                    <a:pt x="301244" y="43815"/>
                  </a:lnTo>
                  <a:lnTo>
                    <a:pt x="295910" y="40386"/>
                  </a:lnTo>
                  <a:lnTo>
                    <a:pt x="270167" y="22936"/>
                  </a:lnTo>
                  <a:lnTo>
                    <a:pt x="242608" y="10287"/>
                  </a:lnTo>
                  <a:lnTo>
                    <a:pt x="213410" y="2603"/>
                  </a:lnTo>
                  <a:lnTo>
                    <a:pt x="182753" y="0"/>
                  </a:lnTo>
                  <a:lnTo>
                    <a:pt x="134150" y="6705"/>
                  </a:lnTo>
                  <a:lnTo>
                    <a:pt x="90487" y="25539"/>
                  </a:lnTo>
                  <a:lnTo>
                    <a:pt x="53505" y="54610"/>
                  </a:lnTo>
                  <a:lnTo>
                    <a:pt x="24942" y="92024"/>
                  </a:lnTo>
                  <a:lnTo>
                    <a:pt x="6515" y="135890"/>
                  </a:lnTo>
                  <a:lnTo>
                    <a:pt x="0" y="184277"/>
                  </a:lnTo>
                  <a:lnTo>
                    <a:pt x="6515" y="233311"/>
                  </a:lnTo>
                  <a:lnTo>
                    <a:pt x="24942" y="277355"/>
                  </a:lnTo>
                  <a:lnTo>
                    <a:pt x="53505" y="314680"/>
                  </a:lnTo>
                  <a:lnTo>
                    <a:pt x="90487" y="343509"/>
                  </a:lnTo>
                  <a:lnTo>
                    <a:pt x="134150" y="362102"/>
                  </a:lnTo>
                  <a:lnTo>
                    <a:pt x="182753" y="368681"/>
                  </a:lnTo>
                  <a:lnTo>
                    <a:pt x="231394" y="362102"/>
                  </a:lnTo>
                  <a:lnTo>
                    <a:pt x="265468" y="347599"/>
                  </a:lnTo>
                  <a:lnTo>
                    <a:pt x="275094" y="343509"/>
                  </a:lnTo>
                  <a:lnTo>
                    <a:pt x="312089" y="314680"/>
                  </a:lnTo>
                  <a:lnTo>
                    <a:pt x="340677" y="277355"/>
                  </a:lnTo>
                  <a:lnTo>
                    <a:pt x="359105" y="233311"/>
                  </a:lnTo>
                  <a:lnTo>
                    <a:pt x="363982" y="196596"/>
                  </a:lnTo>
                  <a:lnTo>
                    <a:pt x="365633" y="184277"/>
                  </a:lnTo>
                  <a:close/>
                </a:path>
                <a:path w="372109" h="377825">
                  <a:moveTo>
                    <a:pt x="371602" y="24384"/>
                  </a:moveTo>
                  <a:lnTo>
                    <a:pt x="368300" y="20955"/>
                  </a:lnTo>
                  <a:lnTo>
                    <a:pt x="365633" y="19177"/>
                  </a:lnTo>
                  <a:lnTo>
                    <a:pt x="362585" y="18288"/>
                  </a:lnTo>
                  <a:lnTo>
                    <a:pt x="356997" y="18288"/>
                  </a:lnTo>
                  <a:lnTo>
                    <a:pt x="354457" y="19177"/>
                  </a:lnTo>
                  <a:lnTo>
                    <a:pt x="345821" y="28067"/>
                  </a:lnTo>
                  <a:lnTo>
                    <a:pt x="337185" y="19177"/>
                  </a:lnTo>
                  <a:lnTo>
                    <a:pt x="334645" y="18288"/>
                  </a:lnTo>
                  <a:lnTo>
                    <a:pt x="332105" y="18288"/>
                  </a:lnTo>
                  <a:lnTo>
                    <a:pt x="329438" y="18288"/>
                  </a:lnTo>
                  <a:lnTo>
                    <a:pt x="326898" y="19177"/>
                  </a:lnTo>
                  <a:lnTo>
                    <a:pt x="325120" y="20955"/>
                  </a:lnTo>
                  <a:lnTo>
                    <a:pt x="320040" y="24384"/>
                  </a:lnTo>
                  <a:lnTo>
                    <a:pt x="320040" y="31496"/>
                  </a:lnTo>
                  <a:lnTo>
                    <a:pt x="325120" y="36957"/>
                  </a:lnTo>
                  <a:lnTo>
                    <a:pt x="340741" y="52832"/>
                  </a:lnTo>
                  <a:lnTo>
                    <a:pt x="342392" y="54610"/>
                  </a:lnTo>
                  <a:lnTo>
                    <a:pt x="349250" y="54610"/>
                  </a:lnTo>
                  <a:lnTo>
                    <a:pt x="352679" y="51054"/>
                  </a:lnTo>
                  <a:lnTo>
                    <a:pt x="368300" y="36957"/>
                  </a:lnTo>
                  <a:lnTo>
                    <a:pt x="371602" y="31496"/>
                  </a:lnTo>
                  <a:lnTo>
                    <a:pt x="371602" y="24384"/>
                  </a:lnTo>
                  <a:close/>
                </a:path>
              </a:pathLst>
            </a:custGeom>
            <a:solidFill>
              <a:srgbClr val="E3EA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842759" y="1395983"/>
              <a:ext cx="3999229" cy="1402080"/>
            </a:xfrm>
            <a:custGeom>
              <a:avLst/>
              <a:gdLst/>
              <a:ahLst/>
              <a:cxnLst/>
              <a:rect l="l" t="t" r="r" b="b"/>
              <a:pathLst>
                <a:path w="3999229" h="1402080">
                  <a:moveTo>
                    <a:pt x="2493264" y="233679"/>
                  </a:moveTo>
                  <a:lnTo>
                    <a:pt x="2498012" y="186592"/>
                  </a:lnTo>
                  <a:lnTo>
                    <a:pt x="2511631" y="142732"/>
                  </a:lnTo>
                  <a:lnTo>
                    <a:pt x="2533179" y="103038"/>
                  </a:lnTo>
                  <a:lnTo>
                    <a:pt x="2561716" y="68452"/>
                  </a:lnTo>
                  <a:lnTo>
                    <a:pt x="2596302" y="39915"/>
                  </a:lnTo>
                  <a:lnTo>
                    <a:pt x="2635996" y="18367"/>
                  </a:lnTo>
                  <a:lnTo>
                    <a:pt x="2679856" y="4748"/>
                  </a:lnTo>
                  <a:lnTo>
                    <a:pt x="2726944" y="0"/>
                  </a:lnTo>
                  <a:lnTo>
                    <a:pt x="3765296" y="0"/>
                  </a:lnTo>
                  <a:lnTo>
                    <a:pt x="3812383" y="4748"/>
                  </a:lnTo>
                  <a:lnTo>
                    <a:pt x="3856243" y="18367"/>
                  </a:lnTo>
                  <a:lnTo>
                    <a:pt x="3895937" y="39915"/>
                  </a:lnTo>
                  <a:lnTo>
                    <a:pt x="3930523" y="68453"/>
                  </a:lnTo>
                  <a:lnTo>
                    <a:pt x="3959060" y="103038"/>
                  </a:lnTo>
                  <a:lnTo>
                    <a:pt x="3980608" y="142732"/>
                  </a:lnTo>
                  <a:lnTo>
                    <a:pt x="3994227" y="186592"/>
                  </a:lnTo>
                  <a:lnTo>
                    <a:pt x="3998976" y="233679"/>
                  </a:lnTo>
                  <a:lnTo>
                    <a:pt x="3998976" y="1168400"/>
                  </a:lnTo>
                  <a:lnTo>
                    <a:pt x="3994227" y="1215487"/>
                  </a:lnTo>
                  <a:lnTo>
                    <a:pt x="3980608" y="1259347"/>
                  </a:lnTo>
                  <a:lnTo>
                    <a:pt x="3959060" y="1299041"/>
                  </a:lnTo>
                  <a:lnTo>
                    <a:pt x="3930523" y="1333627"/>
                  </a:lnTo>
                  <a:lnTo>
                    <a:pt x="3895937" y="1362164"/>
                  </a:lnTo>
                  <a:lnTo>
                    <a:pt x="3856243" y="1383712"/>
                  </a:lnTo>
                  <a:lnTo>
                    <a:pt x="3812383" y="1397331"/>
                  </a:lnTo>
                  <a:lnTo>
                    <a:pt x="3765296" y="1402079"/>
                  </a:lnTo>
                  <a:lnTo>
                    <a:pt x="2726944" y="1402079"/>
                  </a:lnTo>
                  <a:lnTo>
                    <a:pt x="2679856" y="1397331"/>
                  </a:lnTo>
                  <a:lnTo>
                    <a:pt x="2635996" y="1383712"/>
                  </a:lnTo>
                  <a:lnTo>
                    <a:pt x="2596302" y="1362164"/>
                  </a:lnTo>
                  <a:lnTo>
                    <a:pt x="2561717" y="1333626"/>
                  </a:lnTo>
                  <a:lnTo>
                    <a:pt x="2533179" y="1299041"/>
                  </a:lnTo>
                  <a:lnTo>
                    <a:pt x="2511631" y="1259347"/>
                  </a:lnTo>
                  <a:lnTo>
                    <a:pt x="2498012" y="1215487"/>
                  </a:lnTo>
                  <a:lnTo>
                    <a:pt x="2493264" y="1168400"/>
                  </a:lnTo>
                  <a:lnTo>
                    <a:pt x="2493264" y="233679"/>
                  </a:lnTo>
                  <a:close/>
                </a:path>
                <a:path w="3999229" h="1402080">
                  <a:moveTo>
                    <a:pt x="0" y="734821"/>
                  </a:moveTo>
                  <a:lnTo>
                    <a:pt x="2489962" y="722376"/>
                  </a:lnTo>
                </a:path>
              </a:pathLst>
            </a:custGeom>
            <a:ln w="12192">
              <a:solidFill>
                <a:srgbClr val="FF00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5415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fld id="{81D60167-4931-47E6-BA6A-407CBD079E47}" type="slidenum">
              <a:rPr dirty="0" spc="-25"/>
              <a:t>21</a:t>
            </a:fld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1874500" cy="6858000"/>
            <a:chOff x="0" y="0"/>
            <a:chExt cx="118745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1874500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47472" y="323088"/>
              <a:ext cx="3108960" cy="622300"/>
            </a:xfrm>
            <a:custGeom>
              <a:avLst/>
              <a:gdLst/>
              <a:ahLst/>
              <a:cxnLst/>
              <a:rect l="l" t="t" r="r" b="b"/>
              <a:pathLst>
                <a:path w="3108960" h="622300">
                  <a:moveTo>
                    <a:pt x="2992628" y="0"/>
                  </a:moveTo>
                  <a:lnTo>
                    <a:pt x="116319" y="0"/>
                  </a:lnTo>
                  <a:lnTo>
                    <a:pt x="71039" y="9140"/>
                  </a:lnTo>
                  <a:lnTo>
                    <a:pt x="34066" y="34067"/>
                  </a:lnTo>
                  <a:lnTo>
                    <a:pt x="9139" y="71044"/>
                  </a:lnTo>
                  <a:lnTo>
                    <a:pt x="0" y="116331"/>
                  </a:lnTo>
                  <a:lnTo>
                    <a:pt x="0" y="505459"/>
                  </a:lnTo>
                  <a:lnTo>
                    <a:pt x="9139" y="550747"/>
                  </a:lnTo>
                  <a:lnTo>
                    <a:pt x="34066" y="587724"/>
                  </a:lnTo>
                  <a:lnTo>
                    <a:pt x="71039" y="612651"/>
                  </a:lnTo>
                  <a:lnTo>
                    <a:pt x="116319" y="621791"/>
                  </a:lnTo>
                  <a:lnTo>
                    <a:pt x="2992628" y="621791"/>
                  </a:lnTo>
                  <a:lnTo>
                    <a:pt x="3037915" y="612651"/>
                  </a:lnTo>
                  <a:lnTo>
                    <a:pt x="3074892" y="587724"/>
                  </a:lnTo>
                  <a:lnTo>
                    <a:pt x="3099819" y="550747"/>
                  </a:lnTo>
                  <a:lnTo>
                    <a:pt x="3108960" y="505459"/>
                  </a:lnTo>
                  <a:lnTo>
                    <a:pt x="3108960" y="116331"/>
                  </a:lnTo>
                  <a:lnTo>
                    <a:pt x="3099819" y="71044"/>
                  </a:lnTo>
                  <a:lnTo>
                    <a:pt x="3074892" y="34067"/>
                  </a:lnTo>
                  <a:lnTo>
                    <a:pt x="3037915" y="9140"/>
                  </a:lnTo>
                  <a:lnTo>
                    <a:pt x="2992628" y="0"/>
                  </a:lnTo>
                  <a:close/>
                </a:path>
              </a:pathLst>
            </a:custGeom>
            <a:solidFill>
              <a:srgbClr val="52097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609344" y="2935223"/>
              <a:ext cx="8985885" cy="1855470"/>
            </a:xfrm>
            <a:custGeom>
              <a:avLst/>
              <a:gdLst/>
              <a:ahLst/>
              <a:cxnLst/>
              <a:rect l="l" t="t" r="r" b="b"/>
              <a:pathLst>
                <a:path w="8985885" h="1855470">
                  <a:moveTo>
                    <a:pt x="457200" y="923544"/>
                  </a:moveTo>
                  <a:lnTo>
                    <a:pt x="1789683" y="923544"/>
                  </a:lnTo>
                </a:path>
                <a:path w="8985885" h="1855470">
                  <a:moveTo>
                    <a:pt x="2703576" y="926592"/>
                  </a:moveTo>
                  <a:lnTo>
                    <a:pt x="4036059" y="926592"/>
                  </a:lnTo>
                </a:path>
                <a:path w="8985885" h="1855470">
                  <a:moveTo>
                    <a:pt x="4949952" y="926592"/>
                  </a:moveTo>
                  <a:lnTo>
                    <a:pt x="6282435" y="926592"/>
                  </a:lnTo>
                </a:path>
                <a:path w="8985885" h="1855470">
                  <a:moveTo>
                    <a:pt x="7171944" y="926592"/>
                  </a:moveTo>
                  <a:lnTo>
                    <a:pt x="8504428" y="926592"/>
                  </a:lnTo>
                </a:path>
                <a:path w="8985885" h="1855470">
                  <a:moveTo>
                    <a:pt x="0" y="0"/>
                  </a:moveTo>
                  <a:lnTo>
                    <a:pt x="0" y="573277"/>
                  </a:lnTo>
                </a:path>
                <a:path w="8985885" h="1855470">
                  <a:moveTo>
                    <a:pt x="2246376" y="1280159"/>
                  </a:moveTo>
                  <a:lnTo>
                    <a:pt x="2247646" y="1855215"/>
                  </a:lnTo>
                </a:path>
                <a:path w="8985885" h="1855470">
                  <a:moveTo>
                    <a:pt x="4486656" y="0"/>
                  </a:moveTo>
                  <a:lnTo>
                    <a:pt x="4492117" y="573277"/>
                  </a:lnTo>
                </a:path>
                <a:path w="8985885" h="1855470">
                  <a:moveTo>
                    <a:pt x="6737350" y="1280159"/>
                  </a:moveTo>
                  <a:lnTo>
                    <a:pt x="6733032" y="1855215"/>
                  </a:lnTo>
                </a:path>
                <a:path w="8985885" h="1855470">
                  <a:moveTo>
                    <a:pt x="8985504" y="0"/>
                  </a:moveTo>
                  <a:lnTo>
                    <a:pt x="8985504" y="573277"/>
                  </a:lnTo>
                </a:path>
              </a:pathLst>
            </a:custGeom>
            <a:ln w="12192">
              <a:solidFill>
                <a:srgbClr val="FF005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191767" y="3508247"/>
              <a:ext cx="875030" cy="707390"/>
            </a:xfrm>
            <a:custGeom>
              <a:avLst/>
              <a:gdLst/>
              <a:ahLst/>
              <a:cxnLst/>
              <a:rect l="l" t="t" r="r" b="b"/>
              <a:pathLst>
                <a:path w="875030" h="707389">
                  <a:moveTo>
                    <a:pt x="0" y="117856"/>
                  </a:moveTo>
                  <a:lnTo>
                    <a:pt x="9262" y="71955"/>
                  </a:lnTo>
                  <a:lnTo>
                    <a:pt x="34520" y="34496"/>
                  </a:lnTo>
                  <a:lnTo>
                    <a:pt x="71982" y="9253"/>
                  </a:lnTo>
                  <a:lnTo>
                    <a:pt x="117856" y="0"/>
                  </a:lnTo>
                  <a:lnTo>
                    <a:pt x="756919" y="0"/>
                  </a:lnTo>
                  <a:lnTo>
                    <a:pt x="802820" y="9253"/>
                  </a:lnTo>
                  <a:lnTo>
                    <a:pt x="840279" y="34496"/>
                  </a:lnTo>
                  <a:lnTo>
                    <a:pt x="865522" y="71955"/>
                  </a:lnTo>
                  <a:lnTo>
                    <a:pt x="874776" y="117856"/>
                  </a:lnTo>
                  <a:lnTo>
                    <a:pt x="874776" y="589279"/>
                  </a:lnTo>
                  <a:lnTo>
                    <a:pt x="865522" y="635180"/>
                  </a:lnTo>
                  <a:lnTo>
                    <a:pt x="840279" y="672639"/>
                  </a:lnTo>
                  <a:lnTo>
                    <a:pt x="802820" y="697882"/>
                  </a:lnTo>
                  <a:lnTo>
                    <a:pt x="756919" y="707135"/>
                  </a:lnTo>
                  <a:lnTo>
                    <a:pt x="117856" y="707135"/>
                  </a:lnTo>
                  <a:lnTo>
                    <a:pt x="71982" y="697882"/>
                  </a:lnTo>
                  <a:lnTo>
                    <a:pt x="34520" y="672639"/>
                  </a:lnTo>
                  <a:lnTo>
                    <a:pt x="9262" y="635180"/>
                  </a:lnTo>
                  <a:lnTo>
                    <a:pt x="0" y="589279"/>
                  </a:lnTo>
                  <a:lnTo>
                    <a:pt x="0" y="117856"/>
                  </a:lnTo>
                  <a:close/>
                </a:path>
              </a:pathLst>
            </a:custGeom>
            <a:ln w="12192">
              <a:solidFill>
                <a:srgbClr val="FF005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1530858" y="3658946"/>
            <a:ext cx="19558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 b="1">
                <a:solidFill>
                  <a:srgbClr val="FF0052"/>
                </a:solidFill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413759" y="3505200"/>
            <a:ext cx="875030" cy="710565"/>
          </a:xfrm>
          <a:custGeom>
            <a:avLst/>
            <a:gdLst/>
            <a:ahLst/>
            <a:cxnLst/>
            <a:rect l="l" t="t" r="r" b="b"/>
            <a:pathLst>
              <a:path w="875029" h="710564">
                <a:moveTo>
                  <a:pt x="0" y="118363"/>
                </a:moveTo>
                <a:lnTo>
                  <a:pt x="9296" y="72276"/>
                </a:lnTo>
                <a:lnTo>
                  <a:pt x="34655" y="34655"/>
                </a:lnTo>
                <a:lnTo>
                  <a:pt x="72276" y="9296"/>
                </a:lnTo>
                <a:lnTo>
                  <a:pt x="118363" y="0"/>
                </a:lnTo>
                <a:lnTo>
                  <a:pt x="756412" y="0"/>
                </a:lnTo>
                <a:lnTo>
                  <a:pt x="802499" y="9296"/>
                </a:lnTo>
                <a:lnTo>
                  <a:pt x="840120" y="34655"/>
                </a:lnTo>
                <a:lnTo>
                  <a:pt x="865479" y="72276"/>
                </a:lnTo>
                <a:lnTo>
                  <a:pt x="874776" y="118363"/>
                </a:lnTo>
                <a:lnTo>
                  <a:pt x="874776" y="591819"/>
                </a:lnTo>
                <a:lnTo>
                  <a:pt x="865479" y="637907"/>
                </a:lnTo>
                <a:lnTo>
                  <a:pt x="840120" y="675528"/>
                </a:lnTo>
                <a:lnTo>
                  <a:pt x="802499" y="700887"/>
                </a:lnTo>
                <a:lnTo>
                  <a:pt x="756412" y="710183"/>
                </a:lnTo>
                <a:lnTo>
                  <a:pt x="118363" y="710183"/>
                </a:lnTo>
                <a:lnTo>
                  <a:pt x="72276" y="700887"/>
                </a:lnTo>
                <a:lnTo>
                  <a:pt x="34655" y="675528"/>
                </a:lnTo>
                <a:lnTo>
                  <a:pt x="9296" y="637907"/>
                </a:lnTo>
                <a:lnTo>
                  <a:pt x="0" y="591819"/>
                </a:lnTo>
                <a:lnTo>
                  <a:pt x="0" y="118363"/>
                </a:lnTo>
                <a:close/>
              </a:path>
            </a:pathLst>
          </a:custGeom>
          <a:ln w="12192">
            <a:solidFill>
              <a:srgbClr val="FF005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752469" y="3657345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 b="1">
                <a:solidFill>
                  <a:srgbClr val="FF0052"/>
                </a:solidFill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657088" y="3517391"/>
            <a:ext cx="878205" cy="707390"/>
          </a:xfrm>
          <a:custGeom>
            <a:avLst/>
            <a:gdLst/>
            <a:ahLst/>
            <a:cxnLst/>
            <a:rect l="l" t="t" r="r" b="b"/>
            <a:pathLst>
              <a:path w="878204" h="707389">
                <a:moveTo>
                  <a:pt x="0" y="117856"/>
                </a:moveTo>
                <a:lnTo>
                  <a:pt x="9253" y="71955"/>
                </a:lnTo>
                <a:lnTo>
                  <a:pt x="34496" y="34496"/>
                </a:lnTo>
                <a:lnTo>
                  <a:pt x="71955" y="9253"/>
                </a:lnTo>
                <a:lnTo>
                  <a:pt x="117856" y="0"/>
                </a:lnTo>
                <a:lnTo>
                  <a:pt x="759967" y="0"/>
                </a:lnTo>
                <a:lnTo>
                  <a:pt x="805868" y="9253"/>
                </a:lnTo>
                <a:lnTo>
                  <a:pt x="843327" y="34496"/>
                </a:lnTo>
                <a:lnTo>
                  <a:pt x="868570" y="71955"/>
                </a:lnTo>
                <a:lnTo>
                  <a:pt x="877823" y="117856"/>
                </a:lnTo>
                <a:lnTo>
                  <a:pt x="877823" y="589280"/>
                </a:lnTo>
                <a:lnTo>
                  <a:pt x="868570" y="635180"/>
                </a:lnTo>
                <a:lnTo>
                  <a:pt x="843327" y="672639"/>
                </a:lnTo>
                <a:lnTo>
                  <a:pt x="805868" y="697882"/>
                </a:lnTo>
                <a:lnTo>
                  <a:pt x="759967" y="707136"/>
                </a:lnTo>
                <a:lnTo>
                  <a:pt x="117856" y="707136"/>
                </a:lnTo>
                <a:lnTo>
                  <a:pt x="71955" y="697882"/>
                </a:lnTo>
                <a:lnTo>
                  <a:pt x="34496" y="672639"/>
                </a:lnTo>
                <a:lnTo>
                  <a:pt x="9253" y="635180"/>
                </a:lnTo>
                <a:lnTo>
                  <a:pt x="0" y="589280"/>
                </a:lnTo>
                <a:lnTo>
                  <a:pt x="0" y="117856"/>
                </a:lnTo>
                <a:close/>
              </a:path>
            </a:pathLst>
          </a:custGeom>
          <a:ln w="12192">
            <a:solidFill>
              <a:srgbClr val="FF005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999226" y="3667505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 b="1">
                <a:solidFill>
                  <a:srgbClr val="FF0052"/>
                </a:solidFill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891271" y="3505200"/>
            <a:ext cx="875030" cy="710565"/>
          </a:xfrm>
          <a:custGeom>
            <a:avLst/>
            <a:gdLst/>
            <a:ahLst/>
            <a:cxnLst/>
            <a:rect l="l" t="t" r="r" b="b"/>
            <a:pathLst>
              <a:path w="875029" h="710564">
                <a:moveTo>
                  <a:pt x="0" y="118363"/>
                </a:moveTo>
                <a:lnTo>
                  <a:pt x="9296" y="72276"/>
                </a:lnTo>
                <a:lnTo>
                  <a:pt x="34655" y="34655"/>
                </a:lnTo>
                <a:lnTo>
                  <a:pt x="72276" y="9296"/>
                </a:lnTo>
                <a:lnTo>
                  <a:pt x="118363" y="0"/>
                </a:lnTo>
                <a:lnTo>
                  <a:pt x="756411" y="0"/>
                </a:lnTo>
                <a:lnTo>
                  <a:pt x="802499" y="9296"/>
                </a:lnTo>
                <a:lnTo>
                  <a:pt x="840120" y="34655"/>
                </a:lnTo>
                <a:lnTo>
                  <a:pt x="865479" y="72276"/>
                </a:lnTo>
                <a:lnTo>
                  <a:pt x="874776" y="118363"/>
                </a:lnTo>
                <a:lnTo>
                  <a:pt x="874776" y="591819"/>
                </a:lnTo>
                <a:lnTo>
                  <a:pt x="865479" y="637907"/>
                </a:lnTo>
                <a:lnTo>
                  <a:pt x="840120" y="675528"/>
                </a:lnTo>
                <a:lnTo>
                  <a:pt x="802499" y="700887"/>
                </a:lnTo>
                <a:lnTo>
                  <a:pt x="756411" y="710183"/>
                </a:lnTo>
                <a:lnTo>
                  <a:pt x="118363" y="710183"/>
                </a:lnTo>
                <a:lnTo>
                  <a:pt x="72276" y="700887"/>
                </a:lnTo>
                <a:lnTo>
                  <a:pt x="34655" y="675528"/>
                </a:lnTo>
                <a:lnTo>
                  <a:pt x="9296" y="637907"/>
                </a:lnTo>
                <a:lnTo>
                  <a:pt x="0" y="591819"/>
                </a:lnTo>
                <a:lnTo>
                  <a:pt x="0" y="118363"/>
                </a:lnTo>
                <a:close/>
              </a:path>
            </a:pathLst>
          </a:custGeom>
          <a:ln w="12192">
            <a:solidFill>
              <a:srgbClr val="FF005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8230869" y="3657345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 b="1">
                <a:solidFill>
                  <a:srgbClr val="FF0052"/>
                </a:solidFill>
                <a:latin typeface="Arial"/>
                <a:cs typeface="Arial"/>
              </a:rPr>
              <a:t>4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113264" y="3538728"/>
            <a:ext cx="875030" cy="707390"/>
          </a:xfrm>
          <a:custGeom>
            <a:avLst/>
            <a:gdLst/>
            <a:ahLst/>
            <a:cxnLst/>
            <a:rect l="l" t="t" r="r" b="b"/>
            <a:pathLst>
              <a:path w="875029" h="707389">
                <a:moveTo>
                  <a:pt x="0" y="117856"/>
                </a:moveTo>
                <a:lnTo>
                  <a:pt x="9253" y="71955"/>
                </a:lnTo>
                <a:lnTo>
                  <a:pt x="34496" y="34496"/>
                </a:lnTo>
                <a:lnTo>
                  <a:pt x="71955" y="9253"/>
                </a:lnTo>
                <a:lnTo>
                  <a:pt x="117855" y="0"/>
                </a:lnTo>
                <a:lnTo>
                  <a:pt x="756919" y="0"/>
                </a:lnTo>
                <a:lnTo>
                  <a:pt x="802820" y="9253"/>
                </a:lnTo>
                <a:lnTo>
                  <a:pt x="840279" y="34496"/>
                </a:lnTo>
                <a:lnTo>
                  <a:pt x="865522" y="71955"/>
                </a:lnTo>
                <a:lnTo>
                  <a:pt x="874776" y="117856"/>
                </a:lnTo>
                <a:lnTo>
                  <a:pt x="874776" y="589280"/>
                </a:lnTo>
                <a:lnTo>
                  <a:pt x="865522" y="635180"/>
                </a:lnTo>
                <a:lnTo>
                  <a:pt x="840279" y="672639"/>
                </a:lnTo>
                <a:lnTo>
                  <a:pt x="802820" y="697882"/>
                </a:lnTo>
                <a:lnTo>
                  <a:pt x="756919" y="707136"/>
                </a:lnTo>
                <a:lnTo>
                  <a:pt x="117855" y="707136"/>
                </a:lnTo>
                <a:lnTo>
                  <a:pt x="71955" y="697882"/>
                </a:lnTo>
                <a:lnTo>
                  <a:pt x="34496" y="672639"/>
                </a:lnTo>
                <a:lnTo>
                  <a:pt x="9253" y="635180"/>
                </a:lnTo>
                <a:lnTo>
                  <a:pt x="0" y="589280"/>
                </a:lnTo>
                <a:lnTo>
                  <a:pt x="0" y="117856"/>
                </a:lnTo>
                <a:close/>
              </a:path>
            </a:pathLst>
          </a:custGeom>
          <a:ln w="12192">
            <a:solidFill>
              <a:srgbClr val="FF005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0454767" y="3689426"/>
            <a:ext cx="19558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 b="1">
                <a:solidFill>
                  <a:srgbClr val="FF0052"/>
                </a:solidFill>
                <a:latin typeface="Arial"/>
                <a:cs typeface="Arial"/>
              </a:rPr>
              <a:t>5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85928" y="1371600"/>
            <a:ext cx="11753215" cy="5035550"/>
          </a:xfrm>
          <a:custGeom>
            <a:avLst/>
            <a:gdLst/>
            <a:ahLst/>
            <a:cxnLst/>
            <a:rect l="l" t="t" r="r" b="b"/>
            <a:pathLst>
              <a:path w="11753215" h="5035550">
                <a:moveTo>
                  <a:pt x="0" y="171830"/>
                </a:moveTo>
                <a:lnTo>
                  <a:pt x="6138" y="126162"/>
                </a:lnTo>
                <a:lnTo>
                  <a:pt x="23461" y="85118"/>
                </a:lnTo>
                <a:lnTo>
                  <a:pt x="50331" y="50339"/>
                </a:lnTo>
                <a:lnTo>
                  <a:pt x="85110" y="23466"/>
                </a:lnTo>
                <a:lnTo>
                  <a:pt x="126160" y="6140"/>
                </a:lnTo>
                <a:lnTo>
                  <a:pt x="171843" y="0"/>
                </a:lnTo>
                <a:lnTo>
                  <a:pt x="2665857" y="0"/>
                </a:lnTo>
                <a:lnTo>
                  <a:pt x="2711525" y="6140"/>
                </a:lnTo>
                <a:lnTo>
                  <a:pt x="2752569" y="23466"/>
                </a:lnTo>
                <a:lnTo>
                  <a:pt x="2787348" y="50339"/>
                </a:lnTo>
                <a:lnTo>
                  <a:pt x="2814221" y="85118"/>
                </a:lnTo>
                <a:lnTo>
                  <a:pt x="2831547" y="126162"/>
                </a:lnTo>
                <a:lnTo>
                  <a:pt x="2837688" y="171830"/>
                </a:lnTo>
                <a:lnTo>
                  <a:pt x="2837688" y="1407033"/>
                </a:lnTo>
                <a:lnTo>
                  <a:pt x="2831547" y="1452701"/>
                </a:lnTo>
                <a:lnTo>
                  <a:pt x="2814221" y="1493745"/>
                </a:lnTo>
                <a:lnTo>
                  <a:pt x="2787348" y="1528524"/>
                </a:lnTo>
                <a:lnTo>
                  <a:pt x="2752569" y="1555397"/>
                </a:lnTo>
                <a:lnTo>
                  <a:pt x="2711525" y="1572723"/>
                </a:lnTo>
                <a:lnTo>
                  <a:pt x="2665857" y="1578864"/>
                </a:lnTo>
                <a:lnTo>
                  <a:pt x="171843" y="1578864"/>
                </a:lnTo>
                <a:lnTo>
                  <a:pt x="126160" y="1572723"/>
                </a:lnTo>
                <a:lnTo>
                  <a:pt x="85110" y="1555397"/>
                </a:lnTo>
                <a:lnTo>
                  <a:pt x="50331" y="1528524"/>
                </a:lnTo>
                <a:lnTo>
                  <a:pt x="23461" y="1493745"/>
                </a:lnTo>
                <a:lnTo>
                  <a:pt x="6138" y="1452701"/>
                </a:lnTo>
                <a:lnTo>
                  <a:pt x="0" y="1407033"/>
                </a:lnTo>
                <a:lnTo>
                  <a:pt x="0" y="171830"/>
                </a:lnTo>
                <a:close/>
              </a:path>
              <a:path w="11753215" h="5035550">
                <a:moveTo>
                  <a:pt x="4459224" y="171830"/>
                </a:moveTo>
                <a:lnTo>
                  <a:pt x="4465364" y="126162"/>
                </a:lnTo>
                <a:lnTo>
                  <a:pt x="4482690" y="85118"/>
                </a:lnTo>
                <a:lnTo>
                  <a:pt x="4509563" y="50339"/>
                </a:lnTo>
                <a:lnTo>
                  <a:pt x="4544342" y="23466"/>
                </a:lnTo>
                <a:lnTo>
                  <a:pt x="4585386" y="6140"/>
                </a:lnTo>
                <a:lnTo>
                  <a:pt x="4631055" y="0"/>
                </a:lnTo>
                <a:lnTo>
                  <a:pt x="7122033" y="0"/>
                </a:lnTo>
                <a:lnTo>
                  <a:pt x="7167701" y="6140"/>
                </a:lnTo>
                <a:lnTo>
                  <a:pt x="7208745" y="23466"/>
                </a:lnTo>
                <a:lnTo>
                  <a:pt x="7243524" y="50339"/>
                </a:lnTo>
                <a:lnTo>
                  <a:pt x="7270397" y="85118"/>
                </a:lnTo>
                <a:lnTo>
                  <a:pt x="7287723" y="126162"/>
                </a:lnTo>
                <a:lnTo>
                  <a:pt x="7293864" y="171830"/>
                </a:lnTo>
                <a:lnTo>
                  <a:pt x="7293864" y="1407033"/>
                </a:lnTo>
                <a:lnTo>
                  <a:pt x="7287723" y="1452701"/>
                </a:lnTo>
                <a:lnTo>
                  <a:pt x="7270397" y="1493745"/>
                </a:lnTo>
                <a:lnTo>
                  <a:pt x="7243524" y="1528524"/>
                </a:lnTo>
                <a:lnTo>
                  <a:pt x="7208745" y="1555397"/>
                </a:lnTo>
                <a:lnTo>
                  <a:pt x="7167701" y="1572723"/>
                </a:lnTo>
                <a:lnTo>
                  <a:pt x="7122033" y="1578864"/>
                </a:lnTo>
                <a:lnTo>
                  <a:pt x="4631055" y="1578864"/>
                </a:lnTo>
                <a:lnTo>
                  <a:pt x="4585386" y="1572723"/>
                </a:lnTo>
                <a:lnTo>
                  <a:pt x="4544342" y="1555397"/>
                </a:lnTo>
                <a:lnTo>
                  <a:pt x="4509563" y="1528524"/>
                </a:lnTo>
                <a:lnTo>
                  <a:pt x="4482690" y="1493745"/>
                </a:lnTo>
                <a:lnTo>
                  <a:pt x="4465364" y="1452701"/>
                </a:lnTo>
                <a:lnTo>
                  <a:pt x="4459224" y="1407033"/>
                </a:lnTo>
                <a:lnTo>
                  <a:pt x="4459224" y="171830"/>
                </a:lnTo>
                <a:close/>
              </a:path>
              <a:path w="11753215" h="5035550">
                <a:moveTo>
                  <a:pt x="8915400" y="171830"/>
                </a:moveTo>
                <a:lnTo>
                  <a:pt x="8921540" y="126162"/>
                </a:lnTo>
                <a:lnTo>
                  <a:pt x="8938866" y="85118"/>
                </a:lnTo>
                <a:lnTo>
                  <a:pt x="8965739" y="50339"/>
                </a:lnTo>
                <a:lnTo>
                  <a:pt x="9000518" y="23466"/>
                </a:lnTo>
                <a:lnTo>
                  <a:pt x="9041562" y="6140"/>
                </a:lnTo>
                <a:lnTo>
                  <a:pt x="9087231" y="0"/>
                </a:lnTo>
                <a:lnTo>
                  <a:pt x="11581257" y="0"/>
                </a:lnTo>
                <a:lnTo>
                  <a:pt x="11626925" y="6140"/>
                </a:lnTo>
                <a:lnTo>
                  <a:pt x="11667969" y="23466"/>
                </a:lnTo>
                <a:lnTo>
                  <a:pt x="11702748" y="50339"/>
                </a:lnTo>
                <a:lnTo>
                  <a:pt x="11729621" y="85118"/>
                </a:lnTo>
                <a:lnTo>
                  <a:pt x="11746947" y="126162"/>
                </a:lnTo>
                <a:lnTo>
                  <a:pt x="11753088" y="171830"/>
                </a:lnTo>
                <a:lnTo>
                  <a:pt x="11753088" y="1407033"/>
                </a:lnTo>
                <a:lnTo>
                  <a:pt x="11746947" y="1452701"/>
                </a:lnTo>
                <a:lnTo>
                  <a:pt x="11729621" y="1493745"/>
                </a:lnTo>
                <a:lnTo>
                  <a:pt x="11702748" y="1528524"/>
                </a:lnTo>
                <a:lnTo>
                  <a:pt x="11667969" y="1555397"/>
                </a:lnTo>
                <a:lnTo>
                  <a:pt x="11626925" y="1572723"/>
                </a:lnTo>
                <a:lnTo>
                  <a:pt x="11581257" y="1578864"/>
                </a:lnTo>
                <a:lnTo>
                  <a:pt x="9087231" y="1578864"/>
                </a:lnTo>
                <a:lnTo>
                  <a:pt x="9041562" y="1572723"/>
                </a:lnTo>
                <a:lnTo>
                  <a:pt x="9000518" y="1555397"/>
                </a:lnTo>
                <a:lnTo>
                  <a:pt x="8965739" y="1528524"/>
                </a:lnTo>
                <a:lnTo>
                  <a:pt x="8938866" y="1493745"/>
                </a:lnTo>
                <a:lnTo>
                  <a:pt x="8921540" y="1452701"/>
                </a:lnTo>
                <a:lnTo>
                  <a:pt x="8915400" y="1407033"/>
                </a:lnTo>
                <a:lnTo>
                  <a:pt x="8915400" y="171830"/>
                </a:lnTo>
                <a:close/>
              </a:path>
              <a:path w="11753215" h="5035550">
                <a:moveTo>
                  <a:pt x="2286000" y="3625596"/>
                </a:moveTo>
                <a:lnTo>
                  <a:pt x="2292150" y="3579810"/>
                </a:lnTo>
                <a:lnTo>
                  <a:pt x="2309509" y="3538671"/>
                </a:lnTo>
                <a:lnTo>
                  <a:pt x="2336434" y="3503818"/>
                </a:lnTo>
                <a:lnTo>
                  <a:pt x="2371287" y="3476893"/>
                </a:lnTo>
                <a:lnTo>
                  <a:pt x="2412426" y="3459534"/>
                </a:lnTo>
                <a:lnTo>
                  <a:pt x="2458212" y="3453383"/>
                </a:lnTo>
                <a:lnTo>
                  <a:pt x="4948428" y="3453383"/>
                </a:lnTo>
                <a:lnTo>
                  <a:pt x="4994213" y="3459534"/>
                </a:lnTo>
                <a:lnTo>
                  <a:pt x="5035352" y="3476893"/>
                </a:lnTo>
                <a:lnTo>
                  <a:pt x="5070205" y="3503818"/>
                </a:lnTo>
                <a:lnTo>
                  <a:pt x="5097130" y="3538671"/>
                </a:lnTo>
                <a:lnTo>
                  <a:pt x="5114489" y="3579810"/>
                </a:lnTo>
                <a:lnTo>
                  <a:pt x="5120640" y="3625596"/>
                </a:lnTo>
                <a:lnTo>
                  <a:pt x="5120640" y="4863122"/>
                </a:lnTo>
                <a:lnTo>
                  <a:pt x="5114489" y="4908891"/>
                </a:lnTo>
                <a:lnTo>
                  <a:pt x="5097130" y="4950019"/>
                </a:lnTo>
                <a:lnTo>
                  <a:pt x="5070205" y="4984865"/>
                </a:lnTo>
                <a:lnTo>
                  <a:pt x="5035352" y="5011788"/>
                </a:lnTo>
                <a:lnTo>
                  <a:pt x="4994213" y="5029145"/>
                </a:lnTo>
                <a:lnTo>
                  <a:pt x="4948428" y="5035296"/>
                </a:lnTo>
                <a:lnTo>
                  <a:pt x="2458212" y="5035296"/>
                </a:lnTo>
                <a:lnTo>
                  <a:pt x="2412426" y="5029145"/>
                </a:lnTo>
                <a:lnTo>
                  <a:pt x="2371287" y="5011788"/>
                </a:lnTo>
                <a:lnTo>
                  <a:pt x="2336434" y="4984865"/>
                </a:lnTo>
                <a:lnTo>
                  <a:pt x="2309509" y="4950019"/>
                </a:lnTo>
                <a:lnTo>
                  <a:pt x="2292150" y="4908891"/>
                </a:lnTo>
                <a:lnTo>
                  <a:pt x="2286000" y="4863122"/>
                </a:lnTo>
                <a:lnTo>
                  <a:pt x="2286000" y="3625596"/>
                </a:lnTo>
                <a:close/>
              </a:path>
              <a:path w="11753215" h="5035550">
                <a:moveTo>
                  <a:pt x="6763512" y="3592068"/>
                </a:moveTo>
                <a:lnTo>
                  <a:pt x="6769662" y="3546282"/>
                </a:lnTo>
                <a:lnTo>
                  <a:pt x="6787021" y="3505143"/>
                </a:lnTo>
                <a:lnTo>
                  <a:pt x="6813946" y="3470290"/>
                </a:lnTo>
                <a:lnTo>
                  <a:pt x="6848799" y="3443365"/>
                </a:lnTo>
                <a:lnTo>
                  <a:pt x="6889938" y="3426006"/>
                </a:lnTo>
                <a:lnTo>
                  <a:pt x="6935724" y="3419855"/>
                </a:lnTo>
                <a:lnTo>
                  <a:pt x="9425940" y="3419855"/>
                </a:lnTo>
                <a:lnTo>
                  <a:pt x="9471725" y="3426006"/>
                </a:lnTo>
                <a:lnTo>
                  <a:pt x="9512864" y="3443365"/>
                </a:lnTo>
                <a:lnTo>
                  <a:pt x="9547717" y="3470290"/>
                </a:lnTo>
                <a:lnTo>
                  <a:pt x="9574642" y="3505143"/>
                </a:lnTo>
                <a:lnTo>
                  <a:pt x="9592001" y="3546282"/>
                </a:lnTo>
                <a:lnTo>
                  <a:pt x="9598152" y="3592068"/>
                </a:lnTo>
                <a:lnTo>
                  <a:pt x="9598152" y="4829594"/>
                </a:lnTo>
                <a:lnTo>
                  <a:pt x="9592001" y="4875363"/>
                </a:lnTo>
                <a:lnTo>
                  <a:pt x="9574642" y="4916491"/>
                </a:lnTo>
                <a:lnTo>
                  <a:pt x="9547717" y="4951337"/>
                </a:lnTo>
                <a:lnTo>
                  <a:pt x="9512864" y="4978260"/>
                </a:lnTo>
                <a:lnTo>
                  <a:pt x="9471725" y="4995617"/>
                </a:lnTo>
                <a:lnTo>
                  <a:pt x="9425940" y="5001768"/>
                </a:lnTo>
                <a:lnTo>
                  <a:pt x="6935724" y="5001768"/>
                </a:lnTo>
                <a:lnTo>
                  <a:pt x="6889938" y="4995617"/>
                </a:lnTo>
                <a:lnTo>
                  <a:pt x="6848799" y="4978260"/>
                </a:lnTo>
                <a:lnTo>
                  <a:pt x="6813946" y="4951337"/>
                </a:lnTo>
                <a:lnTo>
                  <a:pt x="6787021" y="4916491"/>
                </a:lnTo>
                <a:lnTo>
                  <a:pt x="6769662" y="4875363"/>
                </a:lnTo>
                <a:lnTo>
                  <a:pt x="6763512" y="4829594"/>
                </a:lnTo>
                <a:lnTo>
                  <a:pt x="6763512" y="3592068"/>
                </a:lnTo>
                <a:close/>
              </a:path>
            </a:pathLst>
          </a:custGeom>
          <a:ln w="12192">
            <a:solidFill>
              <a:srgbClr val="FF005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5415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fld id="{81D60167-4931-47E6-BA6A-407CBD079E47}" type="slidenum">
              <a:rPr dirty="0" spc="-25"/>
              <a:t>21</a:t>
            </a:fld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1874500" cy="6858000"/>
            <a:chOff x="0" y="0"/>
            <a:chExt cx="118745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1874500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47472" y="323088"/>
              <a:ext cx="3108960" cy="622300"/>
            </a:xfrm>
            <a:custGeom>
              <a:avLst/>
              <a:gdLst/>
              <a:ahLst/>
              <a:cxnLst/>
              <a:rect l="l" t="t" r="r" b="b"/>
              <a:pathLst>
                <a:path w="3108960" h="622300">
                  <a:moveTo>
                    <a:pt x="2992628" y="0"/>
                  </a:moveTo>
                  <a:lnTo>
                    <a:pt x="116319" y="0"/>
                  </a:lnTo>
                  <a:lnTo>
                    <a:pt x="71039" y="9140"/>
                  </a:lnTo>
                  <a:lnTo>
                    <a:pt x="34066" y="34067"/>
                  </a:lnTo>
                  <a:lnTo>
                    <a:pt x="9139" y="71044"/>
                  </a:lnTo>
                  <a:lnTo>
                    <a:pt x="0" y="116331"/>
                  </a:lnTo>
                  <a:lnTo>
                    <a:pt x="0" y="505459"/>
                  </a:lnTo>
                  <a:lnTo>
                    <a:pt x="9139" y="550747"/>
                  </a:lnTo>
                  <a:lnTo>
                    <a:pt x="34066" y="587724"/>
                  </a:lnTo>
                  <a:lnTo>
                    <a:pt x="71039" y="612651"/>
                  </a:lnTo>
                  <a:lnTo>
                    <a:pt x="116319" y="621791"/>
                  </a:lnTo>
                  <a:lnTo>
                    <a:pt x="2992628" y="621791"/>
                  </a:lnTo>
                  <a:lnTo>
                    <a:pt x="3037915" y="612651"/>
                  </a:lnTo>
                  <a:lnTo>
                    <a:pt x="3074892" y="587724"/>
                  </a:lnTo>
                  <a:lnTo>
                    <a:pt x="3099819" y="550747"/>
                  </a:lnTo>
                  <a:lnTo>
                    <a:pt x="3108960" y="505459"/>
                  </a:lnTo>
                  <a:lnTo>
                    <a:pt x="3108960" y="116331"/>
                  </a:lnTo>
                  <a:lnTo>
                    <a:pt x="3099819" y="71044"/>
                  </a:lnTo>
                  <a:lnTo>
                    <a:pt x="3074892" y="34067"/>
                  </a:lnTo>
                  <a:lnTo>
                    <a:pt x="3037915" y="9140"/>
                  </a:lnTo>
                  <a:lnTo>
                    <a:pt x="2992628" y="0"/>
                  </a:lnTo>
                  <a:close/>
                </a:path>
              </a:pathLst>
            </a:custGeom>
            <a:solidFill>
              <a:srgbClr val="52097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79520" y="905255"/>
              <a:ext cx="4550664" cy="3557016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5415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fld id="{81D60167-4931-47E6-BA6A-407CBD079E47}" type="slidenum">
              <a:rPr dirty="0" spc="-25"/>
              <a:t>21</a:t>
            </a:fld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1874500" cy="6858000"/>
            <a:chOff x="0" y="0"/>
            <a:chExt cx="118745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1874500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47472" y="323088"/>
              <a:ext cx="3108960" cy="622300"/>
            </a:xfrm>
            <a:custGeom>
              <a:avLst/>
              <a:gdLst/>
              <a:ahLst/>
              <a:cxnLst/>
              <a:rect l="l" t="t" r="r" b="b"/>
              <a:pathLst>
                <a:path w="3108960" h="622300">
                  <a:moveTo>
                    <a:pt x="2992628" y="0"/>
                  </a:moveTo>
                  <a:lnTo>
                    <a:pt x="116319" y="0"/>
                  </a:lnTo>
                  <a:lnTo>
                    <a:pt x="71039" y="9140"/>
                  </a:lnTo>
                  <a:lnTo>
                    <a:pt x="34066" y="34067"/>
                  </a:lnTo>
                  <a:lnTo>
                    <a:pt x="9139" y="71044"/>
                  </a:lnTo>
                  <a:lnTo>
                    <a:pt x="0" y="116331"/>
                  </a:lnTo>
                  <a:lnTo>
                    <a:pt x="0" y="505459"/>
                  </a:lnTo>
                  <a:lnTo>
                    <a:pt x="9139" y="550747"/>
                  </a:lnTo>
                  <a:lnTo>
                    <a:pt x="34066" y="587724"/>
                  </a:lnTo>
                  <a:lnTo>
                    <a:pt x="71039" y="612651"/>
                  </a:lnTo>
                  <a:lnTo>
                    <a:pt x="116319" y="621791"/>
                  </a:lnTo>
                  <a:lnTo>
                    <a:pt x="2992628" y="621791"/>
                  </a:lnTo>
                  <a:lnTo>
                    <a:pt x="3037915" y="612651"/>
                  </a:lnTo>
                  <a:lnTo>
                    <a:pt x="3074892" y="587724"/>
                  </a:lnTo>
                  <a:lnTo>
                    <a:pt x="3099819" y="550747"/>
                  </a:lnTo>
                  <a:lnTo>
                    <a:pt x="3108960" y="505459"/>
                  </a:lnTo>
                  <a:lnTo>
                    <a:pt x="3108960" y="116331"/>
                  </a:lnTo>
                  <a:lnTo>
                    <a:pt x="3099819" y="71044"/>
                  </a:lnTo>
                  <a:lnTo>
                    <a:pt x="3074892" y="34067"/>
                  </a:lnTo>
                  <a:lnTo>
                    <a:pt x="3037915" y="9140"/>
                  </a:lnTo>
                  <a:lnTo>
                    <a:pt x="2992628" y="0"/>
                  </a:lnTo>
                  <a:close/>
                </a:path>
              </a:pathLst>
            </a:custGeom>
            <a:solidFill>
              <a:srgbClr val="52097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4232" y="1133855"/>
              <a:ext cx="4372229" cy="292442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49096" y="1149096"/>
              <a:ext cx="4267200" cy="2822575"/>
            </a:xfrm>
            <a:custGeom>
              <a:avLst/>
              <a:gdLst/>
              <a:ahLst/>
              <a:cxnLst/>
              <a:rect l="l" t="t" r="r" b="b"/>
              <a:pathLst>
                <a:path w="4267200" h="2822575">
                  <a:moveTo>
                    <a:pt x="4230751" y="0"/>
                  </a:moveTo>
                  <a:lnTo>
                    <a:pt x="36461" y="0"/>
                  </a:lnTo>
                  <a:lnTo>
                    <a:pt x="22272" y="2873"/>
                  </a:lnTo>
                  <a:lnTo>
                    <a:pt x="10682" y="10699"/>
                  </a:lnTo>
                  <a:lnTo>
                    <a:pt x="2866" y="22288"/>
                  </a:lnTo>
                  <a:lnTo>
                    <a:pt x="0" y="36449"/>
                  </a:lnTo>
                  <a:lnTo>
                    <a:pt x="0" y="2785998"/>
                  </a:lnTo>
                  <a:lnTo>
                    <a:pt x="2866" y="2800159"/>
                  </a:lnTo>
                  <a:lnTo>
                    <a:pt x="10682" y="2811748"/>
                  </a:lnTo>
                  <a:lnTo>
                    <a:pt x="22272" y="2819574"/>
                  </a:lnTo>
                  <a:lnTo>
                    <a:pt x="36461" y="2822447"/>
                  </a:lnTo>
                  <a:lnTo>
                    <a:pt x="4230751" y="2822447"/>
                  </a:lnTo>
                  <a:lnTo>
                    <a:pt x="4244911" y="2819574"/>
                  </a:lnTo>
                  <a:lnTo>
                    <a:pt x="4256500" y="2811748"/>
                  </a:lnTo>
                  <a:lnTo>
                    <a:pt x="4264326" y="2800159"/>
                  </a:lnTo>
                  <a:lnTo>
                    <a:pt x="4267200" y="2785998"/>
                  </a:lnTo>
                  <a:lnTo>
                    <a:pt x="4267200" y="36449"/>
                  </a:lnTo>
                  <a:lnTo>
                    <a:pt x="4264326" y="22288"/>
                  </a:lnTo>
                  <a:lnTo>
                    <a:pt x="4256500" y="10699"/>
                  </a:lnTo>
                  <a:lnTo>
                    <a:pt x="4244911" y="2873"/>
                  </a:lnTo>
                  <a:lnTo>
                    <a:pt x="4230751" y="0"/>
                  </a:lnTo>
                  <a:close/>
                </a:path>
              </a:pathLst>
            </a:custGeom>
            <a:solidFill>
              <a:srgbClr val="52097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149096" y="1203959"/>
              <a:ext cx="4267200" cy="353695"/>
            </a:xfrm>
            <a:custGeom>
              <a:avLst/>
              <a:gdLst/>
              <a:ahLst/>
              <a:cxnLst/>
              <a:rect l="l" t="t" r="r" b="b"/>
              <a:pathLst>
                <a:path w="4267200" h="353694">
                  <a:moveTo>
                    <a:pt x="4267200" y="155448"/>
                  </a:moveTo>
                  <a:lnTo>
                    <a:pt x="2340864" y="155448"/>
                  </a:lnTo>
                  <a:lnTo>
                    <a:pt x="2340864" y="42418"/>
                  </a:lnTo>
                  <a:lnTo>
                    <a:pt x="2337536" y="25882"/>
                  </a:lnTo>
                  <a:lnTo>
                    <a:pt x="2328456" y="12407"/>
                  </a:lnTo>
                  <a:lnTo>
                    <a:pt x="2314981" y="3327"/>
                  </a:lnTo>
                  <a:lnTo>
                    <a:pt x="2298446" y="0"/>
                  </a:lnTo>
                  <a:lnTo>
                    <a:pt x="676402" y="0"/>
                  </a:lnTo>
                  <a:lnTo>
                    <a:pt x="659853" y="3327"/>
                  </a:lnTo>
                  <a:lnTo>
                    <a:pt x="646379" y="12407"/>
                  </a:lnTo>
                  <a:lnTo>
                    <a:pt x="637298" y="25882"/>
                  </a:lnTo>
                  <a:lnTo>
                    <a:pt x="633984" y="42418"/>
                  </a:lnTo>
                  <a:lnTo>
                    <a:pt x="633984" y="155448"/>
                  </a:lnTo>
                  <a:lnTo>
                    <a:pt x="0" y="155448"/>
                  </a:lnTo>
                  <a:lnTo>
                    <a:pt x="0" y="353568"/>
                  </a:lnTo>
                  <a:lnTo>
                    <a:pt x="676402" y="353568"/>
                  </a:lnTo>
                  <a:lnTo>
                    <a:pt x="2298446" y="353568"/>
                  </a:lnTo>
                  <a:lnTo>
                    <a:pt x="4267200" y="353568"/>
                  </a:lnTo>
                  <a:lnTo>
                    <a:pt x="4267200" y="155448"/>
                  </a:lnTo>
                  <a:close/>
                </a:path>
              </a:pathLst>
            </a:custGeom>
            <a:solidFill>
              <a:srgbClr val="1609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219200" y="12252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>
                  <a:moveTo>
                    <a:pt x="30480" y="0"/>
                  </a:moveTo>
                  <a:lnTo>
                    <a:pt x="18618" y="2387"/>
                  </a:lnTo>
                  <a:lnTo>
                    <a:pt x="8929" y="8905"/>
                  </a:lnTo>
                  <a:lnTo>
                    <a:pt x="2396" y="18591"/>
                  </a:lnTo>
                  <a:lnTo>
                    <a:pt x="0" y="30479"/>
                  </a:lnTo>
                  <a:lnTo>
                    <a:pt x="2396" y="42368"/>
                  </a:lnTo>
                  <a:lnTo>
                    <a:pt x="8929" y="52054"/>
                  </a:lnTo>
                  <a:lnTo>
                    <a:pt x="18618" y="58572"/>
                  </a:lnTo>
                  <a:lnTo>
                    <a:pt x="30480" y="60959"/>
                  </a:lnTo>
                  <a:lnTo>
                    <a:pt x="42341" y="58572"/>
                  </a:lnTo>
                  <a:lnTo>
                    <a:pt x="52030" y="52054"/>
                  </a:lnTo>
                  <a:lnTo>
                    <a:pt x="58563" y="42368"/>
                  </a:lnTo>
                  <a:lnTo>
                    <a:pt x="60959" y="30479"/>
                  </a:lnTo>
                  <a:lnTo>
                    <a:pt x="58563" y="18591"/>
                  </a:lnTo>
                  <a:lnTo>
                    <a:pt x="52030" y="8905"/>
                  </a:lnTo>
                  <a:lnTo>
                    <a:pt x="42341" y="2387"/>
                  </a:lnTo>
                  <a:lnTo>
                    <a:pt x="30480" y="0"/>
                  </a:lnTo>
                  <a:close/>
                </a:path>
              </a:pathLst>
            </a:custGeom>
            <a:solidFill>
              <a:srgbClr val="FFD5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325880" y="12252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>
                  <a:moveTo>
                    <a:pt x="30479" y="0"/>
                  </a:moveTo>
                  <a:lnTo>
                    <a:pt x="18591" y="2387"/>
                  </a:lnTo>
                  <a:lnTo>
                    <a:pt x="8905" y="8905"/>
                  </a:lnTo>
                  <a:lnTo>
                    <a:pt x="2387" y="18591"/>
                  </a:lnTo>
                  <a:lnTo>
                    <a:pt x="0" y="30479"/>
                  </a:lnTo>
                  <a:lnTo>
                    <a:pt x="2387" y="42368"/>
                  </a:lnTo>
                  <a:lnTo>
                    <a:pt x="8905" y="52054"/>
                  </a:lnTo>
                  <a:lnTo>
                    <a:pt x="18591" y="58572"/>
                  </a:lnTo>
                  <a:lnTo>
                    <a:pt x="30479" y="60959"/>
                  </a:lnTo>
                  <a:lnTo>
                    <a:pt x="42368" y="58572"/>
                  </a:lnTo>
                  <a:lnTo>
                    <a:pt x="52054" y="52054"/>
                  </a:lnTo>
                  <a:lnTo>
                    <a:pt x="58572" y="42368"/>
                  </a:lnTo>
                  <a:lnTo>
                    <a:pt x="60959" y="30479"/>
                  </a:lnTo>
                  <a:lnTo>
                    <a:pt x="58572" y="18591"/>
                  </a:lnTo>
                  <a:lnTo>
                    <a:pt x="52054" y="8905"/>
                  </a:lnTo>
                  <a:lnTo>
                    <a:pt x="42368" y="2387"/>
                  </a:lnTo>
                  <a:lnTo>
                    <a:pt x="30479" y="0"/>
                  </a:lnTo>
                  <a:close/>
                </a:path>
              </a:pathLst>
            </a:custGeom>
            <a:solidFill>
              <a:srgbClr val="FB377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432560" y="12252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>
                  <a:moveTo>
                    <a:pt x="30480" y="0"/>
                  </a:moveTo>
                  <a:lnTo>
                    <a:pt x="18591" y="2387"/>
                  </a:lnTo>
                  <a:lnTo>
                    <a:pt x="8905" y="8905"/>
                  </a:lnTo>
                  <a:lnTo>
                    <a:pt x="2387" y="18591"/>
                  </a:lnTo>
                  <a:lnTo>
                    <a:pt x="0" y="30479"/>
                  </a:lnTo>
                  <a:lnTo>
                    <a:pt x="2387" y="42368"/>
                  </a:lnTo>
                  <a:lnTo>
                    <a:pt x="8905" y="52054"/>
                  </a:lnTo>
                  <a:lnTo>
                    <a:pt x="18591" y="58572"/>
                  </a:lnTo>
                  <a:lnTo>
                    <a:pt x="30480" y="60959"/>
                  </a:lnTo>
                  <a:lnTo>
                    <a:pt x="42368" y="58572"/>
                  </a:lnTo>
                  <a:lnTo>
                    <a:pt x="52054" y="52054"/>
                  </a:lnTo>
                  <a:lnTo>
                    <a:pt x="58572" y="42368"/>
                  </a:lnTo>
                  <a:lnTo>
                    <a:pt x="60959" y="30479"/>
                  </a:lnTo>
                  <a:lnTo>
                    <a:pt x="58572" y="18591"/>
                  </a:lnTo>
                  <a:lnTo>
                    <a:pt x="52054" y="8905"/>
                  </a:lnTo>
                  <a:lnTo>
                    <a:pt x="42368" y="2387"/>
                  </a:lnTo>
                  <a:lnTo>
                    <a:pt x="30480" y="0"/>
                  </a:lnTo>
                  <a:close/>
                </a:path>
              </a:pathLst>
            </a:custGeom>
            <a:solidFill>
              <a:srgbClr val="8983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889760" y="1395983"/>
              <a:ext cx="3203575" cy="128270"/>
            </a:xfrm>
            <a:custGeom>
              <a:avLst/>
              <a:gdLst/>
              <a:ahLst/>
              <a:cxnLst/>
              <a:rect l="l" t="t" r="r" b="b"/>
              <a:pathLst>
                <a:path w="3203575" h="128269">
                  <a:moveTo>
                    <a:pt x="3203448" y="0"/>
                  </a:moveTo>
                  <a:lnTo>
                    <a:pt x="0" y="0"/>
                  </a:lnTo>
                  <a:lnTo>
                    <a:pt x="0" y="128015"/>
                  </a:lnTo>
                  <a:lnTo>
                    <a:pt x="3203448" y="128015"/>
                  </a:lnTo>
                  <a:lnTo>
                    <a:pt x="32034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209032" y="1203959"/>
              <a:ext cx="97790" cy="97790"/>
            </a:xfrm>
            <a:custGeom>
              <a:avLst/>
              <a:gdLst/>
              <a:ahLst/>
              <a:cxnLst/>
              <a:rect l="l" t="t" r="r" b="b"/>
              <a:pathLst>
                <a:path w="97789" h="97790">
                  <a:moveTo>
                    <a:pt x="24384" y="74549"/>
                  </a:moveTo>
                  <a:lnTo>
                    <a:pt x="22987" y="73152"/>
                  </a:lnTo>
                  <a:lnTo>
                    <a:pt x="21209" y="73152"/>
                  </a:lnTo>
                  <a:lnTo>
                    <a:pt x="1397" y="73152"/>
                  </a:lnTo>
                  <a:lnTo>
                    <a:pt x="0" y="74549"/>
                  </a:lnTo>
                  <a:lnTo>
                    <a:pt x="0" y="96139"/>
                  </a:lnTo>
                  <a:lnTo>
                    <a:pt x="1397" y="97536"/>
                  </a:lnTo>
                  <a:lnTo>
                    <a:pt x="22987" y="97536"/>
                  </a:lnTo>
                  <a:lnTo>
                    <a:pt x="24384" y="96139"/>
                  </a:lnTo>
                  <a:lnTo>
                    <a:pt x="24384" y="74549"/>
                  </a:lnTo>
                  <a:close/>
                </a:path>
                <a:path w="97789" h="97790">
                  <a:moveTo>
                    <a:pt x="24384" y="37973"/>
                  </a:moveTo>
                  <a:lnTo>
                    <a:pt x="22987" y="36576"/>
                  </a:lnTo>
                  <a:lnTo>
                    <a:pt x="21209" y="36576"/>
                  </a:lnTo>
                  <a:lnTo>
                    <a:pt x="1397" y="36576"/>
                  </a:lnTo>
                  <a:lnTo>
                    <a:pt x="0" y="37973"/>
                  </a:lnTo>
                  <a:lnTo>
                    <a:pt x="0" y="59563"/>
                  </a:lnTo>
                  <a:lnTo>
                    <a:pt x="1397" y="60960"/>
                  </a:lnTo>
                  <a:lnTo>
                    <a:pt x="22987" y="60960"/>
                  </a:lnTo>
                  <a:lnTo>
                    <a:pt x="24384" y="59563"/>
                  </a:lnTo>
                  <a:lnTo>
                    <a:pt x="24384" y="37973"/>
                  </a:lnTo>
                  <a:close/>
                </a:path>
                <a:path w="97789" h="97790">
                  <a:moveTo>
                    <a:pt x="24384" y="1397"/>
                  </a:moveTo>
                  <a:lnTo>
                    <a:pt x="22987" y="0"/>
                  </a:lnTo>
                  <a:lnTo>
                    <a:pt x="21209" y="0"/>
                  </a:lnTo>
                  <a:lnTo>
                    <a:pt x="1397" y="0"/>
                  </a:lnTo>
                  <a:lnTo>
                    <a:pt x="0" y="1397"/>
                  </a:lnTo>
                  <a:lnTo>
                    <a:pt x="0" y="23114"/>
                  </a:lnTo>
                  <a:lnTo>
                    <a:pt x="1397" y="24384"/>
                  </a:lnTo>
                  <a:lnTo>
                    <a:pt x="22987" y="24384"/>
                  </a:lnTo>
                  <a:lnTo>
                    <a:pt x="24384" y="23114"/>
                  </a:lnTo>
                  <a:lnTo>
                    <a:pt x="24384" y="1397"/>
                  </a:lnTo>
                  <a:close/>
                </a:path>
                <a:path w="97789" h="97790">
                  <a:moveTo>
                    <a:pt x="60960" y="74549"/>
                  </a:moveTo>
                  <a:lnTo>
                    <a:pt x="59563" y="73152"/>
                  </a:lnTo>
                  <a:lnTo>
                    <a:pt x="57912" y="73152"/>
                  </a:lnTo>
                  <a:lnTo>
                    <a:pt x="37973" y="73152"/>
                  </a:lnTo>
                  <a:lnTo>
                    <a:pt x="36576" y="74549"/>
                  </a:lnTo>
                  <a:lnTo>
                    <a:pt x="36576" y="96139"/>
                  </a:lnTo>
                  <a:lnTo>
                    <a:pt x="37973" y="97536"/>
                  </a:lnTo>
                  <a:lnTo>
                    <a:pt x="59563" y="97536"/>
                  </a:lnTo>
                  <a:lnTo>
                    <a:pt x="60960" y="96139"/>
                  </a:lnTo>
                  <a:lnTo>
                    <a:pt x="60960" y="74549"/>
                  </a:lnTo>
                  <a:close/>
                </a:path>
                <a:path w="97789" h="97790">
                  <a:moveTo>
                    <a:pt x="60960" y="37973"/>
                  </a:moveTo>
                  <a:lnTo>
                    <a:pt x="59563" y="36576"/>
                  </a:lnTo>
                  <a:lnTo>
                    <a:pt x="57912" y="36576"/>
                  </a:lnTo>
                  <a:lnTo>
                    <a:pt x="37973" y="36576"/>
                  </a:lnTo>
                  <a:lnTo>
                    <a:pt x="36576" y="37973"/>
                  </a:lnTo>
                  <a:lnTo>
                    <a:pt x="36576" y="59563"/>
                  </a:lnTo>
                  <a:lnTo>
                    <a:pt x="37973" y="60960"/>
                  </a:lnTo>
                  <a:lnTo>
                    <a:pt x="59563" y="60960"/>
                  </a:lnTo>
                  <a:lnTo>
                    <a:pt x="60960" y="59563"/>
                  </a:lnTo>
                  <a:lnTo>
                    <a:pt x="60960" y="37973"/>
                  </a:lnTo>
                  <a:close/>
                </a:path>
                <a:path w="97789" h="97790">
                  <a:moveTo>
                    <a:pt x="60960" y="1397"/>
                  </a:moveTo>
                  <a:lnTo>
                    <a:pt x="59563" y="0"/>
                  </a:lnTo>
                  <a:lnTo>
                    <a:pt x="57912" y="0"/>
                  </a:lnTo>
                  <a:lnTo>
                    <a:pt x="37973" y="0"/>
                  </a:lnTo>
                  <a:lnTo>
                    <a:pt x="36576" y="1397"/>
                  </a:lnTo>
                  <a:lnTo>
                    <a:pt x="36576" y="23114"/>
                  </a:lnTo>
                  <a:lnTo>
                    <a:pt x="37973" y="24384"/>
                  </a:lnTo>
                  <a:lnTo>
                    <a:pt x="59563" y="24384"/>
                  </a:lnTo>
                  <a:lnTo>
                    <a:pt x="60960" y="23114"/>
                  </a:lnTo>
                  <a:lnTo>
                    <a:pt x="60960" y="1397"/>
                  </a:lnTo>
                  <a:close/>
                </a:path>
                <a:path w="97789" h="97790">
                  <a:moveTo>
                    <a:pt x="97536" y="74549"/>
                  </a:moveTo>
                  <a:lnTo>
                    <a:pt x="96139" y="73152"/>
                  </a:lnTo>
                  <a:lnTo>
                    <a:pt x="94488" y="73152"/>
                  </a:lnTo>
                  <a:lnTo>
                    <a:pt x="74422" y="73152"/>
                  </a:lnTo>
                  <a:lnTo>
                    <a:pt x="73152" y="74549"/>
                  </a:lnTo>
                  <a:lnTo>
                    <a:pt x="73152" y="96139"/>
                  </a:lnTo>
                  <a:lnTo>
                    <a:pt x="74422" y="97536"/>
                  </a:lnTo>
                  <a:lnTo>
                    <a:pt x="96139" y="97536"/>
                  </a:lnTo>
                  <a:lnTo>
                    <a:pt x="97536" y="96139"/>
                  </a:lnTo>
                  <a:lnTo>
                    <a:pt x="97536" y="74549"/>
                  </a:lnTo>
                  <a:close/>
                </a:path>
                <a:path w="97789" h="97790">
                  <a:moveTo>
                    <a:pt x="97536" y="37973"/>
                  </a:moveTo>
                  <a:lnTo>
                    <a:pt x="96139" y="36576"/>
                  </a:lnTo>
                  <a:lnTo>
                    <a:pt x="94488" y="36576"/>
                  </a:lnTo>
                  <a:lnTo>
                    <a:pt x="74422" y="36576"/>
                  </a:lnTo>
                  <a:lnTo>
                    <a:pt x="73152" y="37973"/>
                  </a:lnTo>
                  <a:lnTo>
                    <a:pt x="73152" y="59563"/>
                  </a:lnTo>
                  <a:lnTo>
                    <a:pt x="74422" y="60960"/>
                  </a:lnTo>
                  <a:lnTo>
                    <a:pt x="96139" y="60960"/>
                  </a:lnTo>
                  <a:lnTo>
                    <a:pt x="97536" y="59563"/>
                  </a:lnTo>
                  <a:lnTo>
                    <a:pt x="97536" y="37973"/>
                  </a:lnTo>
                  <a:close/>
                </a:path>
                <a:path w="97789" h="97790">
                  <a:moveTo>
                    <a:pt x="97536" y="1397"/>
                  </a:moveTo>
                  <a:lnTo>
                    <a:pt x="96139" y="0"/>
                  </a:lnTo>
                  <a:lnTo>
                    <a:pt x="94488" y="0"/>
                  </a:lnTo>
                  <a:lnTo>
                    <a:pt x="74422" y="0"/>
                  </a:lnTo>
                  <a:lnTo>
                    <a:pt x="73152" y="1397"/>
                  </a:lnTo>
                  <a:lnTo>
                    <a:pt x="73152" y="23114"/>
                  </a:lnTo>
                  <a:lnTo>
                    <a:pt x="74422" y="24384"/>
                  </a:lnTo>
                  <a:lnTo>
                    <a:pt x="96139" y="24384"/>
                  </a:lnTo>
                  <a:lnTo>
                    <a:pt x="97536" y="23114"/>
                  </a:lnTo>
                  <a:lnTo>
                    <a:pt x="97536" y="139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18176" y="1411224"/>
              <a:ext cx="79248" cy="9143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542288" y="12252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>
                  <a:moveTo>
                    <a:pt x="30480" y="0"/>
                  </a:moveTo>
                  <a:lnTo>
                    <a:pt x="18591" y="2387"/>
                  </a:lnTo>
                  <a:lnTo>
                    <a:pt x="8905" y="8905"/>
                  </a:lnTo>
                  <a:lnTo>
                    <a:pt x="2387" y="18591"/>
                  </a:lnTo>
                  <a:lnTo>
                    <a:pt x="0" y="30479"/>
                  </a:lnTo>
                  <a:lnTo>
                    <a:pt x="2387" y="42368"/>
                  </a:lnTo>
                  <a:lnTo>
                    <a:pt x="8905" y="52054"/>
                  </a:lnTo>
                  <a:lnTo>
                    <a:pt x="18591" y="58572"/>
                  </a:lnTo>
                  <a:lnTo>
                    <a:pt x="30480" y="60959"/>
                  </a:lnTo>
                  <a:lnTo>
                    <a:pt x="42368" y="58572"/>
                  </a:lnTo>
                  <a:lnTo>
                    <a:pt x="52054" y="52054"/>
                  </a:lnTo>
                  <a:lnTo>
                    <a:pt x="58572" y="42368"/>
                  </a:lnTo>
                  <a:lnTo>
                    <a:pt x="60959" y="30479"/>
                  </a:lnTo>
                  <a:lnTo>
                    <a:pt x="58572" y="18591"/>
                  </a:lnTo>
                  <a:lnTo>
                    <a:pt x="52054" y="8905"/>
                  </a:lnTo>
                  <a:lnTo>
                    <a:pt x="42368" y="2387"/>
                  </a:lnTo>
                  <a:lnTo>
                    <a:pt x="30480" y="0"/>
                  </a:lnTo>
                  <a:close/>
                </a:path>
              </a:pathLst>
            </a:custGeom>
            <a:solidFill>
              <a:srgbClr val="52097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1889760" y="1395983"/>
            <a:ext cx="3203575" cy="128270"/>
          </a:xfrm>
          <a:prstGeom prst="rect">
            <a:avLst/>
          </a:prstGeom>
          <a:ln w="24383">
            <a:solidFill>
              <a:srgbClr val="B3B3B3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207645">
              <a:lnSpc>
                <a:spcPts val="1010"/>
              </a:lnSpc>
            </a:pPr>
            <a:r>
              <a:rPr dirty="0" sz="1000" spc="-10">
                <a:latin typeface="Microsoft Sans Serif"/>
                <a:cs typeface="Microsoft Sans Serif"/>
                <a:hlinkClick r:id="rId5"/>
              </a:rPr>
              <a:t>www.lider.com</a:t>
            </a:r>
            <a:endParaRPr sz="1000">
              <a:latin typeface="Microsoft Sans Serif"/>
              <a:cs typeface="Microsoft Sans Serif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929383" y="1133855"/>
            <a:ext cx="9182100" cy="2924810"/>
            <a:chOff x="1929383" y="1133855"/>
            <a:chExt cx="9182100" cy="2924810"/>
          </a:xfrm>
        </p:grpSpPr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29383" y="1426463"/>
              <a:ext cx="73152" cy="7315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39127" y="1133855"/>
              <a:ext cx="4372229" cy="292442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793992" y="1149095"/>
              <a:ext cx="4267200" cy="2822575"/>
            </a:xfrm>
            <a:custGeom>
              <a:avLst/>
              <a:gdLst/>
              <a:ahLst/>
              <a:cxnLst/>
              <a:rect l="l" t="t" r="r" b="b"/>
              <a:pathLst>
                <a:path w="4267200" h="2822575">
                  <a:moveTo>
                    <a:pt x="4230751" y="0"/>
                  </a:moveTo>
                  <a:lnTo>
                    <a:pt x="36449" y="0"/>
                  </a:lnTo>
                  <a:lnTo>
                    <a:pt x="22288" y="2873"/>
                  </a:lnTo>
                  <a:lnTo>
                    <a:pt x="10699" y="10699"/>
                  </a:lnTo>
                  <a:lnTo>
                    <a:pt x="2873" y="22288"/>
                  </a:lnTo>
                  <a:lnTo>
                    <a:pt x="0" y="36449"/>
                  </a:lnTo>
                  <a:lnTo>
                    <a:pt x="0" y="2785998"/>
                  </a:lnTo>
                  <a:lnTo>
                    <a:pt x="2873" y="2800159"/>
                  </a:lnTo>
                  <a:lnTo>
                    <a:pt x="10699" y="2811748"/>
                  </a:lnTo>
                  <a:lnTo>
                    <a:pt x="22288" y="2819574"/>
                  </a:lnTo>
                  <a:lnTo>
                    <a:pt x="36449" y="2822447"/>
                  </a:lnTo>
                  <a:lnTo>
                    <a:pt x="4230751" y="2822447"/>
                  </a:lnTo>
                  <a:lnTo>
                    <a:pt x="4244911" y="2819574"/>
                  </a:lnTo>
                  <a:lnTo>
                    <a:pt x="4256500" y="2811748"/>
                  </a:lnTo>
                  <a:lnTo>
                    <a:pt x="4264326" y="2800159"/>
                  </a:lnTo>
                  <a:lnTo>
                    <a:pt x="4267200" y="2785998"/>
                  </a:lnTo>
                  <a:lnTo>
                    <a:pt x="4267200" y="36449"/>
                  </a:lnTo>
                  <a:lnTo>
                    <a:pt x="4264326" y="22288"/>
                  </a:lnTo>
                  <a:lnTo>
                    <a:pt x="4256500" y="10699"/>
                  </a:lnTo>
                  <a:lnTo>
                    <a:pt x="4244911" y="2873"/>
                  </a:lnTo>
                  <a:lnTo>
                    <a:pt x="4230751" y="0"/>
                  </a:lnTo>
                  <a:close/>
                </a:path>
              </a:pathLst>
            </a:custGeom>
            <a:solidFill>
              <a:srgbClr val="52097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793992" y="1203959"/>
              <a:ext cx="4267200" cy="353695"/>
            </a:xfrm>
            <a:custGeom>
              <a:avLst/>
              <a:gdLst/>
              <a:ahLst/>
              <a:cxnLst/>
              <a:rect l="l" t="t" r="r" b="b"/>
              <a:pathLst>
                <a:path w="4267200" h="353694">
                  <a:moveTo>
                    <a:pt x="4267200" y="155448"/>
                  </a:moveTo>
                  <a:lnTo>
                    <a:pt x="2340864" y="155448"/>
                  </a:lnTo>
                  <a:lnTo>
                    <a:pt x="2340864" y="42418"/>
                  </a:lnTo>
                  <a:lnTo>
                    <a:pt x="2337536" y="25882"/>
                  </a:lnTo>
                  <a:lnTo>
                    <a:pt x="2328456" y="12407"/>
                  </a:lnTo>
                  <a:lnTo>
                    <a:pt x="2314981" y="3327"/>
                  </a:lnTo>
                  <a:lnTo>
                    <a:pt x="2298446" y="0"/>
                  </a:lnTo>
                  <a:lnTo>
                    <a:pt x="676402" y="0"/>
                  </a:lnTo>
                  <a:lnTo>
                    <a:pt x="659853" y="3327"/>
                  </a:lnTo>
                  <a:lnTo>
                    <a:pt x="646379" y="12407"/>
                  </a:lnTo>
                  <a:lnTo>
                    <a:pt x="637298" y="25882"/>
                  </a:lnTo>
                  <a:lnTo>
                    <a:pt x="633984" y="42418"/>
                  </a:lnTo>
                  <a:lnTo>
                    <a:pt x="633984" y="155448"/>
                  </a:lnTo>
                  <a:lnTo>
                    <a:pt x="0" y="155448"/>
                  </a:lnTo>
                  <a:lnTo>
                    <a:pt x="0" y="353568"/>
                  </a:lnTo>
                  <a:lnTo>
                    <a:pt x="676402" y="353568"/>
                  </a:lnTo>
                  <a:lnTo>
                    <a:pt x="2298446" y="353568"/>
                  </a:lnTo>
                  <a:lnTo>
                    <a:pt x="4267200" y="353568"/>
                  </a:lnTo>
                  <a:lnTo>
                    <a:pt x="4267200" y="155448"/>
                  </a:lnTo>
                  <a:close/>
                </a:path>
              </a:pathLst>
            </a:custGeom>
            <a:solidFill>
              <a:srgbClr val="1609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864095" y="122529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>
                  <a:moveTo>
                    <a:pt x="30479" y="0"/>
                  </a:moveTo>
                  <a:lnTo>
                    <a:pt x="18591" y="2387"/>
                  </a:lnTo>
                  <a:lnTo>
                    <a:pt x="8905" y="8905"/>
                  </a:lnTo>
                  <a:lnTo>
                    <a:pt x="2387" y="18591"/>
                  </a:lnTo>
                  <a:lnTo>
                    <a:pt x="0" y="30479"/>
                  </a:lnTo>
                  <a:lnTo>
                    <a:pt x="2387" y="42368"/>
                  </a:lnTo>
                  <a:lnTo>
                    <a:pt x="8905" y="52054"/>
                  </a:lnTo>
                  <a:lnTo>
                    <a:pt x="18591" y="58572"/>
                  </a:lnTo>
                  <a:lnTo>
                    <a:pt x="30479" y="60959"/>
                  </a:lnTo>
                  <a:lnTo>
                    <a:pt x="42368" y="58572"/>
                  </a:lnTo>
                  <a:lnTo>
                    <a:pt x="52054" y="52054"/>
                  </a:lnTo>
                  <a:lnTo>
                    <a:pt x="58572" y="42368"/>
                  </a:lnTo>
                  <a:lnTo>
                    <a:pt x="60959" y="30479"/>
                  </a:lnTo>
                  <a:lnTo>
                    <a:pt x="58572" y="18591"/>
                  </a:lnTo>
                  <a:lnTo>
                    <a:pt x="52054" y="8905"/>
                  </a:lnTo>
                  <a:lnTo>
                    <a:pt x="42368" y="2387"/>
                  </a:lnTo>
                  <a:lnTo>
                    <a:pt x="30479" y="0"/>
                  </a:lnTo>
                  <a:close/>
                </a:path>
              </a:pathLst>
            </a:custGeom>
            <a:solidFill>
              <a:srgbClr val="FFD5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970775" y="122529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>
                  <a:moveTo>
                    <a:pt x="30479" y="0"/>
                  </a:moveTo>
                  <a:lnTo>
                    <a:pt x="18591" y="2387"/>
                  </a:lnTo>
                  <a:lnTo>
                    <a:pt x="8905" y="8905"/>
                  </a:lnTo>
                  <a:lnTo>
                    <a:pt x="2387" y="18591"/>
                  </a:lnTo>
                  <a:lnTo>
                    <a:pt x="0" y="30479"/>
                  </a:lnTo>
                  <a:lnTo>
                    <a:pt x="2387" y="42368"/>
                  </a:lnTo>
                  <a:lnTo>
                    <a:pt x="8905" y="52054"/>
                  </a:lnTo>
                  <a:lnTo>
                    <a:pt x="18591" y="58572"/>
                  </a:lnTo>
                  <a:lnTo>
                    <a:pt x="30479" y="60959"/>
                  </a:lnTo>
                  <a:lnTo>
                    <a:pt x="42368" y="58572"/>
                  </a:lnTo>
                  <a:lnTo>
                    <a:pt x="52054" y="52054"/>
                  </a:lnTo>
                  <a:lnTo>
                    <a:pt x="58572" y="42368"/>
                  </a:lnTo>
                  <a:lnTo>
                    <a:pt x="60959" y="30479"/>
                  </a:lnTo>
                  <a:lnTo>
                    <a:pt x="58572" y="18591"/>
                  </a:lnTo>
                  <a:lnTo>
                    <a:pt x="52054" y="8905"/>
                  </a:lnTo>
                  <a:lnTo>
                    <a:pt x="42368" y="2387"/>
                  </a:lnTo>
                  <a:lnTo>
                    <a:pt x="30479" y="0"/>
                  </a:lnTo>
                  <a:close/>
                </a:path>
              </a:pathLst>
            </a:custGeom>
            <a:solidFill>
              <a:srgbClr val="FB377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7077455" y="122529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>
                  <a:moveTo>
                    <a:pt x="30479" y="0"/>
                  </a:moveTo>
                  <a:lnTo>
                    <a:pt x="18591" y="2387"/>
                  </a:lnTo>
                  <a:lnTo>
                    <a:pt x="8905" y="8905"/>
                  </a:lnTo>
                  <a:lnTo>
                    <a:pt x="2387" y="18591"/>
                  </a:lnTo>
                  <a:lnTo>
                    <a:pt x="0" y="30479"/>
                  </a:lnTo>
                  <a:lnTo>
                    <a:pt x="2387" y="42368"/>
                  </a:lnTo>
                  <a:lnTo>
                    <a:pt x="8905" y="52054"/>
                  </a:lnTo>
                  <a:lnTo>
                    <a:pt x="18591" y="58572"/>
                  </a:lnTo>
                  <a:lnTo>
                    <a:pt x="30479" y="60959"/>
                  </a:lnTo>
                  <a:lnTo>
                    <a:pt x="42368" y="58572"/>
                  </a:lnTo>
                  <a:lnTo>
                    <a:pt x="52054" y="52054"/>
                  </a:lnTo>
                  <a:lnTo>
                    <a:pt x="58572" y="42368"/>
                  </a:lnTo>
                  <a:lnTo>
                    <a:pt x="60960" y="30479"/>
                  </a:lnTo>
                  <a:lnTo>
                    <a:pt x="58572" y="18591"/>
                  </a:lnTo>
                  <a:lnTo>
                    <a:pt x="52054" y="8905"/>
                  </a:lnTo>
                  <a:lnTo>
                    <a:pt x="42368" y="2387"/>
                  </a:lnTo>
                  <a:lnTo>
                    <a:pt x="30479" y="0"/>
                  </a:lnTo>
                  <a:close/>
                </a:path>
              </a:pathLst>
            </a:custGeom>
            <a:solidFill>
              <a:srgbClr val="8983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7534655" y="1395983"/>
              <a:ext cx="3203575" cy="128270"/>
            </a:xfrm>
            <a:custGeom>
              <a:avLst/>
              <a:gdLst/>
              <a:ahLst/>
              <a:cxnLst/>
              <a:rect l="l" t="t" r="r" b="b"/>
              <a:pathLst>
                <a:path w="3203575" h="128269">
                  <a:moveTo>
                    <a:pt x="3203448" y="0"/>
                  </a:moveTo>
                  <a:lnTo>
                    <a:pt x="0" y="0"/>
                  </a:lnTo>
                  <a:lnTo>
                    <a:pt x="0" y="128015"/>
                  </a:lnTo>
                  <a:lnTo>
                    <a:pt x="3203448" y="128015"/>
                  </a:lnTo>
                  <a:lnTo>
                    <a:pt x="32034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0853928" y="1203959"/>
              <a:ext cx="97790" cy="97790"/>
            </a:xfrm>
            <a:custGeom>
              <a:avLst/>
              <a:gdLst/>
              <a:ahLst/>
              <a:cxnLst/>
              <a:rect l="l" t="t" r="r" b="b"/>
              <a:pathLst>
                <a:path w="97790" h="97790">
                  <a:moveTo>
                    <a:pt x="24384" y="74549"/>
                  </a:moveTo>
                  <a:lnTo>
                    <a:pt x="22987" y="73152"/>
                  </a:lnTo>
                  <a:lnTo>
                    <a:pt x="21209" y="73152"/>
                  </a:lnTo>
                  <a:lnTo>
                    <a:pt x="1397" y="73152"/>
                  </a:lnTo>
                  <a:lnTo>
                    <a:pt x="0" y="74549"/>
                  </a:lnTo>
                  <a:lnTo>
                    <a:pt x="0" y="96139"/>
                  </a:lnTo>
                  <a:lnTo>
                    <a:pt x="1397" y="97536"/>
                  </a:lnTo>
                  <a:lnTo>
                    <a:pt x="22987" y="97536"/>
                  </a:lnTo>
                  <a:lnTo>
                    <a:pt x="24384" y="96139"/>
                  </a:lnTo>
                  <a:lnTo>
                    <a:pt x="24384" y="74549"/>
                  </a:lnTo>
                  <a:close/>
                </a:path>
                <a:path w="97790" h="97790">
                  <a:moveTo>
                    <a:pt x="24384" y="37973"/>
                  </a:moveTo>
                  <a:lnTo>
                    <a:pt x="22987" y="36576"/>
                  </a:lnTo>
                  <a:lnTo>
                    <a:pt x="21209" y="36576"/>
                  </a:lnTo>
                  <a:lnTo>
                    <a:pt x="1397" y="36576"/>
                  </a:lnTo>
                  <a:lnTo>
                    <a:pt x="0" y="37973"/>
                  </a:lnTo>
                  <a:lnTo>
                    <a:pt x="0" y="59563"/>
                  </a:lnTo>
                  <a:lnTo>
                    <a:pt x="1397" y="60960"/>
                  </a:lnTo>
                  <a:lnTo>
                    <a:pt x="22987" y="60960"/>
                  </a:lnTo>
                  <a:lnTo>
                    <a:pt x="24384" y="59563"/>
                  </a:lnTo>
                  <a:lnTo>
                    <a:pt x="24384" y="37973"/>
                  </a:lnTo>
                  <a:close/>
                </a:path>
                <a:path w="97790" h="97790">
                  <a:moveTo>
                    <a:pt x="24384" y="1397"/>
                  </a:moveTo>
                  <a:lnTo>
                    <a:pt x="22987" y="0"/>
                  </a:lnTo>
                  <a:lnTo>
                    <a:pt x="21209" y="0"/>
                  </a:lnTo>
                  <a:lnTo>
                    <a:pt x="1397" y="0"/>
                  </a:lnTo>
                  <a:lnTo>
                    <a:pt x="0" y="1397"/>
                  </a:lnTo>
                  <a:lnTo>
                    <a:pt x="0" y="23114"/>
                  </a:lnTo>
                  <a:lnTo>
                    <a:pt x="1397" y="24384"/>
                  </a:lnTo>
                  <a:lnTo>
                    <a:pt x="22987" y="24384"/>
                  </a:lnTo>
                  <a:lnTo>
                    <a:pt x="24384" y="23114"/>
                  </a:lnTo>
                  <a:lnTo>
                    <a:pt x="24384" y="1397"/>
                  </a:lnTo>
                  <a:close/>
                </a:path>
                <a:path w="97790" h="97790">
                  <a:moveTo>
                    <a:pt x="60960" y="74549"/>
                  </a:moveTo>
                  <a:lnTo>
                    <a:pt x="59563" y="73152"/>
                  </a:lnTo>
                  <a:lnTo>
                    <a:pt x="57912" y="73152"/>
                  </a:lnTo>
                  <a:lnTo>
                    <a:pt x="37973" y="73152"/>
                  </a:lnTo>
                  <a:lnTo>
                    <a:pt x="36576" y="74549"/>
                  </a:lnTo>
                  <a:lnTo>
                    <a:pt x="36576" y="96139"/>
                  </a:lnTo>
                  <a:lnTo>
                    <a:pt x="37973" y="97536"/>
                  </a:lnTo>
                  <a:lnTo>
                    <a:pt x="59563" y="97536"/>
                  </a:lnTo>
                  <a:lnTo>
                    <a:pt x="60960" y="96139"/>
                  </a:lnTo>
                  <a:lnTo>
                    <a:pt x="60960" y="74549"/>
                  </a:lnTo>
                  <a:close/>
                </a:path>
                <a:path w="97790" h="97790">
                  <a:moveTo>
                    <a:pt x="60960" y="37973"/>
                  </a:moveTo>
                  <a:lnTo>
                    <a:pt x="59563" y="36576"/>
                  </a:lnTo>
                  <a:lnTo>
                    <a:pt x="57912" y="36576"/>
                  </a:lnTo>
                  <a:lnTo>
                    <a:pt x="37973" y="36576"/>
                  </a:lnTo>
                  <a:lnTo>
                    <a:pt x="36576" y="37973"/>
                  </a:lnTo>
                  <a:lnTo>
                    <a:pt x="36576" y="59563"/>
                  </a:lnTo>
                  <a:lnTo>
                    <a:pt x="37973" y="60960"/>
                  </a:lnTo>
                  <a:lnTo>
                    <a:pt x="59563" y="60960"/>
                  </a:lnTo>
                  <a:lnTo>
                    <a:pt x="60960" y="59563"/>
                  </a:lnTo>
                  <a:lnTo>
                    <a:pt x="60960" y="37973"/>
                  </a:lnTo>
                  <a:close/>
                </a:path>
                <a:path w="97790" h="97790">
                  <a:moveTo>
                    <a:pt x="60960" y="1397"/>
                  </a:moveTo>
                  <a:lnTo>
                    <a:pt x="59563" y="0"/>
                  </a:lnTo>
                  <a:lnTo>
                    <a:pt x="57912" y="0"/>
                  </a:lnTo>
                  <a:lnTo>
                    <a:pt x="37973" y="0"/>
                  </a:lnTo>
                  <a:lnTo>
                    <a:pt x="36576" y="1397"/>
                  </a:lnTo>
                  <a:lnTo>
                    <a:pt x="36576" y="23114"/>
                  </a:lnTo>
                  <a:lnTo>
                    <a:pt x="37973" y="24384"/>
                  </a:lnTo>
                  <a:lnTo>
                    <a:pt x="59563" y="24384"/>
                  </a:lnTo>
                  <a:lnTo>
                    <a:pt x="60960" y="23114"/>
                  </a:lnTo>
                  <a:lnTo>
                    <a:pt x="60960" y="1397"/>
                  </a:lnTo>
                  <a:close/>
                </a:path>
                <a:path w="97790" h="97790">
                  <a:moveTo>
                    <a:pt x="97536" y="74549"/>
                  </a:moveTo>
                  <a:lnTo>
                    <a:pt x="96139" y="73152"/>
                  </a:lnTo>
                  <a:lnTo>
                    <a:pt x="94488" y="73152"/>
                  </a:lnTo>
                  <a:lnTo>
                    <a:pt x="74422" y="73152"/>
                  </a:lnTo>
                  <a:lnTo>
                    <a:pt x="73152" y="74549"/>
                  </a:lnTo>
                  <a:lnTo>
                    <a:pt x="73152" y="96139"/>
                  </a:lnTo>
                  <a:lnTo>
                    <a:pt x="74422" y="97536"/>
                  </a:lnTo>
                  <a:lnTo>
                    <a:pt x="96139" y="97536"/>
                  </a:lnTo>
                  <a:lnTo>
                    <a:pt x="97536" y="96139"/>
                  </a:lnTo>
                  <a:lnTo>
                    <a:pt x="97536" y="74549"/>
                  </a:lnTo>
                  <a:close/>
                </a:path>
                <a:path w="97790" h="97790">
                  <a:moveTo>
                    <a:pt x="97536" y="37973"/>
                  </a:moveTo>
                  <a:lnTo>
                    <a:pt x="96139" y="36576"/>
                  </a:lnTo>
                  <a:lnTo>
                    <a:pt x="94488" y="36576"/>
                  </a:lnTo>
                  <a:lnTo>
                    <a:pt x="74422" y="36576"/>
                  </a:lnTo>
                  <a:lnTo>
                    <a:pt x="73152" y="37973"/>
                  </a:lnTo>
                  <a:lnTo>
                    <a:pt x="73152" y="59563"/>
                  </a:lnTo>
                  <a:lnTo>
                    <a:pt x="74422" y="60960"/>
                  </a:lnTo>
                  <a:lnTo>
                    <a:pt x="96139" y="60960"/>
                  </a:lnTo>
                  <a:lnTo>
                    <a:pt x="97536" y="59563"/>
                  </a:lnTo>
                  <a:lnTo>
                    <a:pt x="97536" y="37973"/>
                  </a:lnTo>
                  <a:close/>
                </a:path>
                <a:path w="97790" h="97790">
                  <a:moveTo>
                    <a:pt x="97536" y="1397"/>
                  </a:moveTo>
                  <a:lnTo>
                    <a:pt x="96139" y="0"/>
                  </a:lnTo>
                  <a:lnTo>
                    <a:pt x="94488" y="0"/>
                  </a:lnTo>
                  <a:lnTo>
                    <a:pt x="74422" y="0"/>
                  </a:lnTo>
                  <a:lnTo>
                    <a:pt x="73152" y="1397"/>
                  </a:lnTo>
                  <a:lnTo>
                    <a:pt x="73152" y="23114"/>
                  </a:lnTo>
                  <a:lnTo>
                    <a:pt x="74422" y="24384"/>
                  </a:lnTo>
                  <a:lnTo>
                    <a:pt x="96139" y="24384"/>
                  </a:lnTo>
                  <a:lnTo>
                    <a:pt x="97536" y="23114"/>
                  </a:lnTo>
                  <a:lnTo>
                    <a:pt x="97536" y="139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863072" y="1411223"/>
              <a:ext cx="79248" cy="91439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7187183" y="122529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>
                  <a:moveTo>
                    <a:pt x="30480" y="0"/>
                  </a:moveTo>
                  <a:lnTo>
                    <a:pt x="18591" y="2387"/>
                  </a:lnTo>
                  <a:lnTo>
                    <a:pt x="8905" y="8905"/>
                  </a:lnTo>
                  <a:lnTo>
                    <a:pt x="2387" y="18591"/>
                  </a:lnTo>
                  <a:lnTo>
                    <a:pt x="0" y="30479"/>
                  </a:lnTo>
                  <a:lnTo>
                    <a:pt x="2387" y="42368"/>
                  </a:lnTo>
                  <a:lnTo>
                    <a:pt x="8905" y="52054"/>
                  </a:lnTo>
                  <a:lnTo>
                    <a:pt x="18591" y="58572"/>
                  </a:lnTo>
                  <a:lnTo>
                    <a:pt x="30480" y="60959"/>
                  </a:lnTo>
                  <a:lnTo>
                    <a:pt x="42368" y="58572"/>
                  </a:lnTo>
                  <a:lnTo>
                    <a:pt x="52054" y="52054"/>
                  </a:lnTo>
                  <a:lnTo>
                    <a:pt x="58572" y="42368"/>
                  </a:lnTo>
                  <a:lnTo>
                    <a:pt x="60960" y="30479"/>
                  </a:lnTo>
                  <a:lnTo>
                    <a:pt x="58572" y="18591"/>
                  </a:lnTo>
                  <a:lnTo>
                    <a:pt x="52054" y="8905"/>
                  </a:lnTo>
                  <a:lnTo>
                    <a:pt x="42368" y="2387"/>
                  </a:lnTo>
                  <a:lnTo>
                    <a:pt x="30480" y="0"/>
                  </a:lnTo>
                  <a:close/>
                </a:path>
              </a:pathLst>
            </a:custGeom>
            <a:solidFill>
              <a:srgbClr val="52097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7534656" y="1395983"/>
            <a:ext cx="3203575" cy="128270"/>
          </a:xfrm>
          <a:prstGeom prst="rect">
            <a:avLst/>
          </a:prstGeom>
          <a:ln w="24384">
            <a:solidFill>
              <a:srgbClr val="B3B3B3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208915">
              <a:lnSpc>
                <a:spcPts val="1010"/>
              </a:lnSpc>
            </a:pPr>
            <a:r>
              <a:rPr dirty="0" sz="1000" spc="-10">
                <a:latin typeface="Microsoft Sans Serif"/>
                <a:cs typeface="Microsoft Sans Serif"/>
                <a:hlinkClick r:id="rId5"/>
              </a:rPr>
              <a:t>www.lider.com</a:t>
            </a:r>
            <a:endParaRPr sz="1000">
              <a:latin typeface="Microsoft Sans Serif"/>
              <a:cs typeface="Microsoft Sans Serif"/>
            </a:endParaRPr>
          </a:p>
        </p:txBody>
      </p:sp>
      <p:pic>
        <p:nvPicPr>
          <p:cNvPr id="29" name="object 2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574280" y="1426463"/>
            <a:ext cx="73151" cy="73151"/>
          </a:xfrm>
          <a:prstGeom prst="rect">
            <a:avLst/>
          </a:prstGeom>
        </p:spPr>
      </p:pic>
      <p:sp>
        <p:nvSpPr>
          <p:cNvPr id="30" name="object 3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5415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fld id="{81D60167-4931-47E6-BA6A-407CBD079E47}" type="slidenum">
              <a:rPr dirty="0" spc="-25"/>
              <a:t>21</a:t>
            </a:fld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1874500" cy="6858000"/>
            <a:chOff x="0" y="0"/>
            <a:chExt cx="118745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1874500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245864" y="1871472"/>
              <a:ext cx="687070" cy="0"/>
            </a:xfrm>
            <a:custGeom>
              <a:avLst/>
              <a:gdLst/>
              <a:ahLst/>
              <a:cxnLst/>
              <a:rect l="l" t="t" r="r" b="b"/>
              <a:pathLst>
                <a:path w="687070" h="0">
                  <a:moveTo>
                    <a:pt x="0" y="0"/>
                  </a:moveTo>
                  <a:lnTo>
                    <a:pt x="686688" y="0"/>
                  </a:lnTo>
                </a:path>
              </a:pathLst>
            </a:custGeom>
            <a:ln w="24384">
              <a:solidFill>
                <a:srgbClr val="FF005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245864" y="4093464"/>
              <a:ext cx="687070" cy="0"/>
            </a:xfrm>
            <a:custGeom>
              <a:avLst/>
              <a:gdLst/>
              <a:ahLst/>
              <a:cxnLst/>
              <a:rect l="l" t="t" r="r" b="b"/>
              <a:pathLst>
                <a:path w="687070" h="0">
                  <a:moveTo>
                    <a:pt x="0" y="0"/>
                  </a:moveTo>
                  <a:lnTo>
                    <a:pt x="686688" y="0"/>
                  </a:lnTo>
                </a:path>
              </a:pathLst>
            </a:custGeom>
            <a:ln w="24384">
              <a:solidFill>
                <a:srgbClr val="52097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251192" y="1871472"/>
              <a:ext cx="687070" cy="0"/>
            </a:xfrm>
            <a:custGeom>
              <a:avLst/>
              <a:gdLst/>
              <a:ahLst/>
              <a:cxnLst/>
              <a:rect l="l" t="t" r="r" b="b"/>
              <a:pathLst>
                <a:path w="687070" h="0">
                  <a:moveTo>
                    <a:pt x="0" y="0"/>
                  </a:moveTo>
                  <a:lnTo>
                    <a:pt x="686688" y="0"/>
                  </a:lnTo>
                </a:path>
              </a:pathLst>
            </a:custGeom>
            <a:ln w="24384">
              <a:solidFill>
                <a:srgbClr val="E3B8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251192" y="4093464"/>
              <a:ext cx="687070" cy="0"/>
            </a:xfrm>
            <a:custGeom>
              <a:avLst/>
              <a:gdLst/>
              <a:ahLst/>
              <a:cxnLst/>
              <a:rect l="l" t="t" r="r" b="b"/>
              <a:pathLst>
                <a:path w="687070" h="0">
                  <a:moveTo>
                    <a:pt x="0" y="0"/>
                  </a:moveTo>
                  <a:lnTo>
                    <a:pt x="686688" y="0"/>
                  </a:lnTo>
                </a:path>
              </a:pathLst>
            </a:custGeom>
            <a:ln w="24384">
              <a:solidFill>
                <a:srgbClr val="FB377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47472" y="323100"/>
              <a:ext cx="6862445" cy="5542915"/>
            </a:xfrm>
            <a:custGeom>
              <a:avLst/>
              <a:gdLst/>
              <a:ahLst/>
              <a:cxnLst/>
              <a:rect l="l" t="t" r="r" b="b"/>
              <a:pathLst>
                <a:path w="6862445" h="5542915">
                  <a:moveTo>
                    <a:pt x="3108960" y="116319"/>
                  </a:moveTo>
                  <a:lnTo>
                    <a:pt x="3099816" y="71043"/>
                  </a:lnTo>
                  <a:lnTo>
                    <a:pt x="3074886" y="34061"/>
                  </a:lnTo>
                  <a:lnTo>
                    <a:pt x="3037903" y="9131"/>
                  </a:lnTo>
                  <a:lnTo>
                    <a:pt x="2992628" y="0"/>
                  </a:lnTo>
                  <a:lnTo>
                    <a:pt x="116319" y="0"/>
                  </a:lnTo>
                  <a:lnTo>
                    <a:pt x="71031" y="9131"/>
                  </a:lnTo>
                  <a:lnTo>
                    <a:pt x="34061" y="34061"/>
                  </a:lnTo>
                  <a:lnTo>
                    <a:pt x="9131" y="71043"/>
                  </a:lnTo>
                  <a:lnTo>
                    <a:pt x="0" y="116319"/>
                  </a:lnTo>
                  <a:lnTo>
                    <a:pt x="0" y="505447"/>
                  </a:lnTo>
                  <a:lnTo>
                    <a:pt x="9131" y="550735"/>
                  </a:lnTo>
                  <a:lnTo>
                    <a:pt x="34061" y="587717"/>
                  </a:lnTo>
                  <a:lnTo>
                    <a:pt x="71031" y="612648"/>
                  </a:lnTo>
                  <a:lnTo>
                    <a:pt x="116319" y="621779"/>
                  </a:lnTo>
                  <a:lnTo>
                    <a:pt x="2992628" y="621779"/>
                  </a:lnTo>
                  <a:lnTo>
                    <a:pt x="3037903" y="612648"/>
                  </a:lnTo>
                  <a:lnTo>
                    <a:pt x="3074886" y="587717"/>
                  </a:lnTo>
                  <a:lnTo>
                    <a:pt x="3099816" y="550735"/>
                  </a:lnTo>
                  <a:lnTo>
                    <a:pt x="3108960" y="505447"/>
                  </a:lnTo>
                  <a:lnTo>
                    <a:pt x="3108960" y="116319"/>
                  </a:lnTo>
                  <a:close/>
                </a:path>
                <a:path w="6862445" h="5542915">
                  <a:moveTo>
                    <a:pt x="6862445" y="1212329"/>
                  </a:moveTo>
                  <a:lnTo>
                    <a:pt x="6859029" y="1165809"/>
                  </a:lnTo>
                  <a:lnTo>
                    <a:pt x="6849110" y="1121410"/>
                  </a:lnTo>
                  <a:lnTo>
                    <a:pt x="6833171" y="1079614"/>
                  </a:lnTo>
                  <a:lnTo>
                    <a:pt x="6831711" y="1076985"/>
                  </a:lnTo>
                  <a:lnTo>
                    <a:pt x="6831711" y="1223378"/>
                  </a:lnTo>
                  <a:lnTo>
                    <a:pt x="6831711" y="5218468"/>
                  </a:lnTo>
                  <a:lnTo>
                    <a:pt x="6827964" y="5264785"/>
                  </a:lnTo>
                  <a:lnTo>
                    <a:pt x="6816776" y="5310225"/>
                  </a:lnTo>
                  <a:lnTo>
                    <a:pt x="6798869" y="5352593"/>
                  </a:lnTo>
                  <a:lnTo>
                    <a:pt x="6774853" y="5391289"/>
                  </a:lnTo>
                  <a:lnTo>
                    <a:pt x="6745338" y="5425706"/>
                  </a:lnTo>
                  <a:lnTo>
                    <a:pt x="6710934" y="5455221"/>
                  </a:lnTo>
                  <a:lnTo>
                    <a:pt x="6672250" y="5479237"/>
                  </a:lnTo>
                  <a:lnTo>
                    <a:pt x="6629882" y="5497157"/>
                  </a:lnTo>
                  <a:lnTo>
                    <a:pt x="6584455" y="5508345"/>
                  </a:lnTo>
                  <a:lnTo>
                    <a:pt x="6536563" y="5512206"/>
                  </a:lnTo>
                  <a:lnTo>
                    <a:pt x="4963287" y="5512206"/>
                  </a:lnTo>
                  <a:lnTo>
                    <a:pt x="4915382" y="5508345"/>
                  </a:lnTo>
                  <a:lnTo>
                    <a:pt x="4869942" y="5497157"/>
                  </a:lnTo>
                  <a:lnTo>
                    <a:pt x="4827562" y="5479237"/>
                  </a:lnTo>
                  <a:lnTo>
                    <a:pt x="4788852" y="5455221"/>
                  </a:lnTo>
                  <a:lnTo>
                    <a:pt x="4754435" y="5425706"/>
                  </a:lnTo>
                  <a:lnTo>
                    <a:pt x="4724895" y="5391289"/>
                  </a:lnTo>
                  <a:lnTo>
                    <a:pt x="4700867" y="5352593"/>
                  </a:lnTo>
                  <a:lnTo>
                    <a:pt x="4682947" y="5310225"/>
                  </a:lnTo>
                  <a:lnTo>
                    <a:pt x="4671746" y="5264785"/>
                  </a:lnTo>
                  <a:lnTo>
                    <a:pt x="4668012" y="5218468"/>
                  </a:lnTo>
                  <a:lnTo>
                    <a:pt x="4667885" y="5216906"/>
                  </a:lnTo>
                  <a:lnTo>
                    <a:pt x="4667885" y="1223378"/>
                  </a:lnTo>
                  <a:lnTo>
                    <a:pt x="4671746" y="1175486"/>
                  </a:lnTo>
                  <a:lnTo>
                    <a:pt x="4682947" y="1130046"/>
                  </a:lnTo>
                  <a:lnTo>
                    <a:pt x="4700867" y="1087666"/>
                  </a:lnTo>
                  <a:lnTo>
                    <a:pt x="4724895" y="1048956"/>
                  </a:lnTo>
                  <a:lnTo>
                    <a:pt x="4754435" y="1014539"/>
                  </a:lnTo>
                  <a:lnTo>
                    <a:pt x="4788852" y="984999"/>
                  </a:lnTo>
                  <a:lnTo>
                    <a:pt x="4827562" y="960970"/>
                  </a:lnTo>
                  <a:lnTo>
                    <a:pt x="4869942" y="943051"/>
                  </a:lnTo>
                  <a:lnTo>
                    <a:pt x="4915382" y="931849"/>
                  </a:lnTo>
                  <a:lnTo>
                    <a:pt x="4963287" y="927976"/>
                  </a:lnTo>
                  <a:lnTo>
                    <a:pt x="6536436" y="927976"/>
                  </a:lnTo>
                  <a:lnTo>
                    <a:pt x="6584328" y="931849"/>
                  </a:lnTo>
                  <a:lnTo>
                    <a:pt x="6629755" y="943051"/>
                  </a:lnTo>
                  <a:lnTo>
                    <a:pt x="6672123" y="960970"/>
                  </a:lnTo>
                  <a:lnTo>
                    <a:pt x="6710807" y="984999"/>
                  </a:lnTo>
                  <a:lnTo>
                    <a:pt x="6745211" y="1014539"/>
                  </a:lnTo>
                  <a:lnTo>
                    <a:pt x="6774726" y="1048956"/>
                  </a:lnTo>
                  <a:lnTo>
                    <a:pt x="6798742" y="1087666"/>
                  </a:lnTo>
                  <a:lnTo>
                    <a:pt x="6816649" y="1130046"/>
                  </a:lnTo>
                  <a:lnTo>
                    <a:pt x="6827837" y="1175486"/>
                  </a:lnTo>
                  <a:lnTo>
                    <a:pt x="6831711" y="1223378"/>
                  </a:lnTo>
                  <a:lnTo>
                    <a:pt x="6831711" y="1076985"/>
                  </a:lnTo>
                  <a:lnTo>
                    <a:pt x="6811708" y="1040917"/>
                  </a:lnTo>
                  <a:lnTo>
                    <a:pt x="6785216" y="1005789"/>
                  </a:lnTo>
                  <a:lnTo>
                    <a:pt x="6754152" y="974725"/>
                  </a:lnTo>
                  <a:lnTo>
                    <a:pt x="6719024" y="948232"/>
                  </a:lnTo>
                  <a:lnTo>
                    <a:pt x="6682524" y="927976"/>
                  </a:lnTo>
                  <a:lnTo>
                    <a:pt x="6638531" y="910831"/>
                  </a:lnTo>
                  <a:lnTo>
                    <a:pt x="6594132" y="900912"/>
                  </a:lnTo>
                  <a:lnTo>
                    <a:pt x="6547612" y="897496"/>
                  </a:lnTo>
                  <a:lnTo>
                    <a:pt x="4952238" y="897496"/>
                  </a:lnTo>
                  <a:lnTo>
                    <a:pt x="4905705" y="900912"/>
                  </a:lnTo>
                  <a:lnTo>
                    <a:pt x="4861306" y="910831"/>
                  </a:lnTo>
                  <a:lnTo>
                    <a:pt x="4819510" y="926769"/>
                  </a:lnTo>
                  <a:lnTo>
                    <a:pt x="4780813" y="948232"/>
                  </a:lnTo>
                  <a:lnTo>
                    <a:pt x="4745685" y="974725"/>
                  </a:lnTo>
                  <a:lnTo>
                    <a:pt x="4714621" y="1005789"/>
                  </a:lnTo>
                  <a:lnTo>
                    <a:pt x="4688129" y="1040917"/>
                  </a:lnTo>
                  <a:lnTo>
                    <a:pt x="4666666" y="1079614"/>
                  </a:lnTo>
                  <a:lnTo>
                    <a:pt x="4650727" y="1121410"/>
                  </a:lnTo>
                  <a:lnTo>
                    <a:pt x="4640808" y="1165809"/>
                  </a:lnTo>
                  <a:lnTo>
                    <a:pt x="4637405" y="1212329"/>
                  </a:lnTo>
                  <a:lnTo>
                    <a:pt x="4637405" y="5227942"/>
                  </a:lnTo>
                  <a:lnTo>
                    <a:pt x="4640808" y="5274462"/>
                  </a:lnTo>
                  <a:lnTo>
                    <a:pt x="4650727" y="5318849"/>
                  </a:lnTo>
                  <a:lnTo>
                    <a:pt x="4666666" y="5360644"/>
                  </a:lnTo>
                  <a:lnTo>
                    <a:pt x="4688129" y="5399341"/>
                  </a:lnTo>
                  <a:lnTo>
                    <a:pt x="4714621" y="5434469"/>
                  </a:lnTo>
                  <a:lnTo>
                    <a:pt x="4745685" y="5465534"/>
                  </a:lnTo>
                  <a:lnTo>
                    <a:pt x="4780813" y="5492039"/>
                  </a:lnTo>
                  <a:lnTo>
                    <a:pt x="4819510" y="5513502"/>
                  </a:lnTo>
                  <a:lnTo>
                    <a:pt x="4861306" y="5529440"/>
                  </a:lnTo>
                  <a:lnTo>
                    <a:pt x="4905705" y="5539359"/>
                  </a:lnTo>
                  <a:lnTo>
                    <a:pt x="4952238" y="5542762"/>
                  </a:lnTo>
                  <a:lnTo>
                    <a:pt x="6547612" y="5542762"/>
                  </a:lnTo>
                  <a:lnTo>
                    <a:pt x="6594132" y="5539359"/>
                  </a:lnTo>
                  <a:lnTo>
                    <a:pt x="6638531" y="5529440"/>
                  </a:lnTo>
                  <a:lnTo>
                    <a:pt x="6680327" y="5513502"/>
                  </a:lnTo>
                  <a:lnTo>
                    <a:pt x="6682651" y="5512206"/>
                  </a:lnTo>
                  <a:lnTo>
                    <a:pt x="6719024" y="5492039"/>
                  </a:lnTo>
                  <a:lnTo>
                    <a:pt x="6754152" y="5465534"/>
                  </a:lnTo>
                  <a:lnTo>
                    <a:pt x="6785216" y="5434469"/>
                  </a:lnTo>
                  <a:lnTo>
                    <a:pt x="6811708" y="5399341"/>
                  </a:lnTo>
                  <a:lnTo>
                    <a:pt x="6833171" y="5360644"/>
                  </a:lnTo>
                  <a:lnTo>
                    <a:pt x="6849110" y="5318849"/>
                  </a:lnTo>
                  <a:lnTo>
                    <a:pt x="6859029" y="5274462"/>
                  </a:lnTo>
                  <a:lnTo>
                    <a:pt x="6862445" y="5227942"/>
                  </a:lnTo>
                  <a:lnTo>
                    <a:pt x="6862445" y="1212329"/>
                  </a:lnTo>
                  <a:close/>
                </a:path>
              </a:pathLst>
            </a:custGeom>
            <a:solidFill>
              <a:srgbClr val="52097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984877" y="1220597"/>
              <a:ext cx="2225040" cy="4645660"/>
            </a:xfrm>
            <a:custGeom>
              <a:avLst/>
              <a:gdLst/>
              <a:ahLst/>
              <a:cxnLst/>
              <a:rect l="l" t="t" r="r" b="b"/>
              <a:pathLst>
                <a:path w="2225040" h="4645660">
                  <a:moveTo>
                    <a:pt x="1910206" y="0"/>
                  </a:moveTo>
                  <a:lnTo>
                    <a:pt x="314833" y="0"/>
                  </a:lnTo>
                  <a:lnTo>
                    <a:pt x="268312" y="3413"/>
                  </a:lnTo>
                  <a:lnTo>
                    <a:pt x="223910" y="13330"/>
                  </a:lnTo>
                  <a:lnTo>
                    <a:pt x="182113" y="29263"/>
                  </a:lnTo>
                  <a:lnTo>
                    <a:pt x="143409" y="50725"/>
                  </a:lnTo>
                  <a:lnTo>
                    <a:pt x="108285" y="77228"/>
                  </a:lnTo>
                  <a:lnTo>
                    <a:pt x="77228" y="108285"/>
                  </a:lnTo>
                  <a:lnTo>
                    <a:pt x="50725" y="143409"/>
                  </a:lnTo>
                  <a:lnTo>
                    <a:pt x="29263" y="182113"/>
                  </a:lnTo>
                  <a:lnTo>
                    <a:pt x="13330" y="223910"/>
                  </a:lnTo>
                  <a:lnTo>
                    <a:pt x="3413" y="268312"/>
                  </a:lnTo>
                  <a:lnTo>
                    <a:pt x="0" y="314832"/>
                  </a:lnTo>
                  <a:lnTo>
                    <a:pt x="0" y="4330446"/>
                  </a:lnTo>
                  <a:lnTo>
                    <a:pt x="3413" y="4376954"/>
                  </a:lnTo>
                  <a:lnTo>
                    <a:pt x="13330" y="4421348"/>
                  </a:lnTo>
                  <a:lnTo>
                    <a:pt x="29263" y="4463141"/>
                  </a:lnTo>
                  <a:lnTo>
                    <a:pt x="50725" y="4501843"/>
                  </a:lnTo>
                  <a:lnTo>
                    <a:pt x="77228" y="4536967"/>
                  </a:lnTo>
                  <a:lnTo>
                    <a:pt x="108285" y="4568026"/>
                  </a:lnTo>
                  <a:lnTo>
                    <a:pt x="143409" y="4594532"/>
                  </a:lnTo>
                  <a:lnTo>
                    <a:pt x="182113" y="4615996"/>
                  </a:lnTo>
                  <a:lnTo>
                    <a:pt x="223910" y="4631932"/>
                  </a:lnTo>
                  <a:lnTo>
                    <a:pt x="268312" y="4641851"/>
                  </a:lnTo>
                  <a:lnTo>
                    <a:pt x="314833" y="4645266"/>
                  </a:lnTo>
                  <a:lnTo>
                    <a:pt x="1910206" y="4645266"/>
                  </a:lnTo>
                  <a:lnTo>
                    <a:pt x="1956727" y="4641851"/>
                  </a:lnTo>
                  <a:lnTo>
                    <a:pt x="2001129" y="4631932"/>
                  </a:lnTo>
                  <a:lnTo>
                    <a:pt x="2042926" y="4615996"/>
                  </a:lnTo>
                  <a:lnTo>
                    <a:pt x="2081630" y="4594532"/>
                  </a:lnTo>
                  <a:lnTo>
                    <a:pt x="2116754" y="4568026"/>
                  </a:lnTo>
                  <a:lnTo>
                    <a:pt x="2147811" y="4536967"/>
                  </a:lnTo>
                  <a:lnTo>
                    <a:pt x="2174314" y="4501843"/>
                  </a:lnTo>
                  <a:lnTo>
                    <a:pt x="2195776" y="4463141"/>
                  </a:lnTo>
                  <a:lnTo>
                    <a:pt x="2211709" y="4421348"/>
                  </a:lnTo>
                  <a:lnTo>
                    <a:pt x="2221626" y="4376954"/>
                  </a:lnTo>
                  <a:lnTo>
                    <a:pt x="2225040" y="4330446"/>
                  </a:lnTo>
                  <a:lnTo>
                    <a:pt x="2225040" y="314832"/>
                  </a:lnTo>
                  <a:lnTo>
                    <a:pt x="2221626" y="268312"/>
                  </a:lnTo>
                  <a:lnTo>
                    <a:pt x="2211709" y="223910"/>
                  </a:lnTo>
                  <a:lnTo>
                    <a:pt x="2195776" y="182113"/>
                  </a:lnTo>
                  <a:lnTo>
                    <a:pt x="2174314" y="143409"/>
                  </a:lnTo>
                  <a:lnTo>
                    <a:pt x="2147811" y="108285"/>
                  </a:lnTo>
                  <a:lnTo>
                    <a:pt x="2116754" y="77228"/>
                  </a:lnTo>
                  <a:lnTo>
                    <a:pt x="2081630" y="50725"/>
                  </a:lnTo>
                  <a:lnTo>
                    <a:pt x="2042926" y="29263"/>
                  </a:lnTo>
                  <a:lnTo>
                    <a:pt x="2001129" y="13330"/>
                  </a:lnTo>
                  <a:lnTo>
                    <a:pt x="1956727" y="3413"/>
                  </a:lnTo>
                  <a:lnTo>
                    <a:pt x="1910206" y="0"/>
                  </a:lnTo>
                  <a:close/>
                </a:path>
                <a:path w="2225040" h="4645660">
                  <a:moveTo>
                    <a:pt x="2194432" y="4319397"/>
                  </a:moveTo>
                  <a:lnTo>
                    <a:pt x="2190568" y="4367288"/>
                  </a:lnTo>
                  <a:lnTo>
                    <a:pt x="2179378" y="4412722"/>
                  </a:lnTo>
                  <a:lnTo>
                    <a:pt x="2161473" y="4455092"/>
                  </a:lnTo>
                  <a:lnTo>
                    <a:pt x="2137459" y="4493787"/>
                  </a:lnTo>
                  <a:lnTo>
                    <a:pt x="2107945" y="4528199"/>
                  </a:lnTo>
                  <a:lnTo>
                    <a:pt x="2073540" y="4557719"/>
                  </a:lnTo>
                  <a:lnTo>
                    <a:pt x="2034850" y="4581739"/>
                  </a:lnTo>
                  <a:lnTo>
                    <a:pt x="1992484" y="4599650"/>
                  </a:lnTo>
                  <a:lnTo>
                    <a:pt x="1947051" y="4610843"/>
                  </a:lnTo>
                  <a:lnTo>
                    <a:pt x="1899157" y="4614710"/>
                  </a:lnTo>
                  <a:lnTo>
                    <a:pt x="325882" y="4614710"/>
                  </a:lnTo>
                  <a:lnTo>
                    <a:pt x="277985" y="4610843"/>
                  </a:lnTo>
                  <a:lnTo>
                    <a:pt x="232542" y="4599650"/>
                  </a:lnTo>
                  <a:lnTo>
                    <a:pt x="190162" y="4581739"/>
                  </a:lnTo>
                  <a:lnTo>
                    <a:pt x="151455" y="4557719"/>
                  </a:lnTo>
                  <a:lnTo>
                    <a:pt x="117030" y="4528199"/>
                  </a:lnTo>
                  <a:lnTo>
                    <a:pt x="87497" y="4493787"/>
                  </a:lnTo>
                  <a:lnTo>
                    <a:pt x="63466" y="4455092"/>
                  </a:lnTo>
                  <a:lnTo>
                    <a:pt x="45547" y="4412722"/>
                  </a:lnTo>
                  <a:lnTo>
                    <a:pt x="34348" y="4367288"/>
                  </a:lnTo>
                  <a:lnTo>
                    <a:pt x="30480" y="4319397"/>
                  </a:lnTo>
                  <a:lnTo>
                    <a:pt x="30480" y="325881"/>
                  </a:lnTo>
                  <a:lnTo>
                    <a:pt x="34348" y="277985"/>
                  </a:lnTo>
                  <a:lnTo>
                    <a:pt x="45547" y="232542"/>
                  </a:lnTo>
                  <a:lnTo>
                    <a:pt x="63466" y="190162"/>
                  </a:lnTo>
                  <a:lnTo>
                    <a:pt x="87497" y="151455"/>
                  </a:lnTo>
                  <a:lnTo>
                    <a:pt x="117030" y="117030"/>
                  </a:lnTo>
                  <a:lnTo>
                    <a:pt x="151455" y="87497"/>
                  </a:lnTo>
                  <a:lnTo>
                    <a:pt x="190162" y="63466"/>
                  </a:lnTo>
                  <a:lnTo>
                    <a:pt x="232542" y="45547"/>
                  </a:lnTo>
                  <a:lnTo>
                    <a:pt x="277985" y="34348"/>
                  </a:lnTo>
                  <a:lnTo>
                    <a:pt x="325882" y="30479"/>
                  </a:lnTo>
                  <a:lnTo>
                    <a:pt x="1899030" y="30479"/>
                  </a:lnTo>
                  <a:lnTo>
                    <a:pt x="1946924" y="34348"/>
                  </a:lnTo>
                  <a:lnTo>
                    <a:pt x="1992357" y="45547"/>
                  </a:lnTo>
                  <a:lnTo>
                    <a:pt x="2034723" y="63466"/>
                  </a:lnTo>
                  <a:lnTo>
                    <a:pt x="2073413" y="87497"/>
                  </a:lnTo>
                  <a:lnTo>
                    <a:pt x="2107818" y="117030"/>
                  </a:lnTo>
                  <a:lnTo>
                    <a:pt x="2137332" y="151455"/>
                  </a:lnTo>
                  <a:lnTo>
                    <a:pt x="2161346" y="190162"/>
                  </a:lnTo>
                  <a:lnTo>
                    <a:pt x="2179251" y="232542"/>
                  </a:lnTo>
                  <a:lnTo>
                    <a:pt x="2190441" y="277985"/>
                  </a:lnTo>
                  <a:lnTo>
                    <a:pt x="2194305" y="325881"/>
                  </a:lnTo>
                  <a:lnTo>
                    <a:pt x="2194305" y="4319397"/>
                  </a:lnTo>
                  <a:close/>
                </a:path>
              </a:pathLst>
            </a:custGeom>
            <a:ln w="9144">
              <a:solidFill>
                <a:srgbClr val="52097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062601" y="1219366"/>
              <a:ext cx="2136140" cy="360045"/>
            </a:xfrm>
            <a:custGeom>
              <a:avLst/>
              <a:gdLst/>
              <a:ahLst/>
              <a:cxnLst/>
              <a:rect l="l" t="t" r="r" b="b"/>
              <a:pathLst>
                <a:path w="2136140" h="360044">
                  <a:moveTo>
                    <a:pt x="1245390" y="0"/>
                  </a:moveTo>
                  <a:lnTo>
                    <a:pt x="510692" y="75"/>
                  </a:lnTo>
                  <a:lnTo>
                    <a:pt x="291994" y="1179"/>
                  </a:lnTo>
                  <a:lnTo>
                    <a:pt x="246252" y="1865"/>
                  </a:lnTo>
                  <a:lnTo>
                    <a:pt x="185952" y="7375"/>
                  </a:lnTo>
                  <a:lnTo>
                    <a:pt x="135617" y="19744"/>
                  </a:lnTo>
                  <a:lnTo>
                    <a:pt x="93551" y="37488"/>
                  </a:lnTo>
                  <a:lnTo>
                    <a:pt x="58057" y="59128"/>
                  </a:lnTo>
                  <a:lnTo>
                    <a:pt x="27439" y="83180"/>
                  </a:lnTo>
                  <a:lnTo>
                    <a:pt x="0" y="108164"/>
                  </a:lnTo>
                  <a:lnTo>
                    <a:pt x="40701" y="75524"/>
                  </a:lnTo>
                  <a:lnTo>
                    <a:pt x="85707" y="47541"/>
                  </a:lnTo>
                  <a:lnTo>
                    <a:pt x="134809" y="25795"/>
                  </a:lnTo>
                  <a:lnTo>
                    <a:pt x="187801" y="11863"/>
                  </a:lnTo>
                  <a:lnTo>
                    <a:pt x="244475" y="7326"/>
                  </a:lnTo>
                  <a:lnTo>
                    <a:pt x="1758315" y="10374"/>
                  </a:lnTo>
                  <a:lnTo>
                    <a:pt x="1806984" y="15371"/>
                  </a:lnTo>
                  <a:lnTo>
                    <a:pt x="1854172" y="24452"/>
                  </a:lnTo>
                  <a:lnTo>
                    <a:pt x="1899384" y="37707"/>
                  </a:lnTo>
                  <a:lnTo>
                    <a:pt x="1942121" y="55224"/>
                  </a:lnTo>
                  <a:lnTo>
                    <a:pt x="1981888" y="77092"/>
                  </a:lnTo>
                  <a:lnTo>
                    <a:pt x="2018188" y="103401"/>
                  </a:lnTo>
                  <a:lnTo>
                    <a:pt x="2050525" y="134240"/>
                  </a:lnTo>
                  <a:lnTo>
                    <a:pt x="2078402" y="169698"/>
                  </a:lnTo>
                  <a:lnTo>
                    <a:pt x="2101322" y="209863"/>
                  </a:lnTo>
                  <a:lnTo>
                    <a:pt x="2118789" y="254825"/>
                  </a:lnTo>
                  <a:lnTo>
                    <a:pt x="2130306" y="304674"/>
                  </a:lnTo>
                  <a:lnTo>
                    <a:pt x="2135378" y="359497"/>
                  </a:lnTo>
                  <a:lnTo>
                    <a:pt x="2135681" y="358310"/>
                  </a:lnTo>
                  <a:lnTo>
                    <a:pt x="2132216" y="304782"/>
                  </a:lnTo>
                  <a:lnTo>
                    <a:pt x="2124519" y="260993"/>
                  </a:lnTo>
                  <a:lnTo>
                    <a:pt x="2110226" y="211553"/>
                  </a:lnTo>
                  <a:lnTo>
                    <a:pt x="2087372" y="160740"/>
                  </a:lnTo>
                  <a:lnTo>
                    <a:pt x="2053992" y="112829"/>
                  </a:lnTo>
                  <a:lnTo>
                    <a:pt x="2008124" y="72096"/>
                  </a:lnTo>
                  <a:lnTo>
                    <a:pt x="1964724" y="46467"/>
                  </a:lnTo>
                  <a:lnTo>
                    <a:pt x="1917112" y="26965"/>
                  </a:lnTo>
                  <a:lnTo>
                    <a:pt x="1868696" y="13254"/>
                  </a:lnTo>
                  <a:lnTo>
                    <a:pt x="1822882" y="4999"/>
                  </a:lnTo>
                  <a:lnTo>
                    <a:pt x="1783079" y="1865"/>
                  </a:lnTo>
                  <a:lnTo>
                    <a:pt x="124539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012309" y="1251077"/>
              <a:ext cx="2162810" cy="4586605"/>
            </a:xfrm>
            <a:custGeom>
              <a:avLst/>
              <a:gdLst/>
              <a:ahLst/>
              <a:cxnLst/>
              <a:rect l="l" t="t" r="r" b="b"/>
              <a:pathLst>
                <a:path w="2162809" h="4586605">
                  <a:moveTo>
                    <a:pt x="1867535" y="0"/>
                  </a:moveTo>
                  <a:lnTo>
                    <a:pt x="295148" y="0"/>
                  </a:lnTo>
                  <a:lnTo>
                    <a:pt x="247289" y="3868"/>
                  </a:lnTo>
                  <a:lnTo>
                    <a:pt x="201883" y="15067"/>
                  </a:lnTo>
                  <a:lnTo>
                    <a:pt x="159539" y="32986"/>
                  </a:lnTo>
                  <a:lnTo>
                    <a:pt x="120865" y="57017"/>
                  </a:lnTo>
                  <a:lnTo>
                    <a:pt x="86471" y="86550"/>
                  </a:lnTo>
                  <a:lnTo>
                    <a:pt x="56965" y="120975"/>
                  </a:lnTo>
                  <a:lnTo>
                    <a:pt x="32956" y="159682"/>
                  </a:lnTo>
                  <a:lnTo>
                    <a:pt x="15053" y="202062"/>
                  </a:lnTo>
                  <a:lnTo>
                    <a:pt x="3864" y="247505"/>
                  </a:lnTo>
                  <a:lnTo>
                    <a:pt x="0" y="295401"/>
                  </a:lnTo>
                  <a:lnTo>
                    <a:pt x="0" y="4290695"/>
                  </a:lnTo>
                  <a:lnTo>
                    <a:pt x="3864" y="4338608"/>
                  </a:lnTo>
                  <a:lnTo>
                    <a:pt x="15053" y="4384064"/>
                  </a:lnTo>
                  <a:lnTo>
                    <a:pt x="32956" y="4426453"/>
                  </a:lnTo>
                  <a:lnTo>
                    <a:pt x="56965" y="4465167"/>
                  </a:lnTo>
                  <a:lnTo>
                    <a:pt x="86471" y="4499595"/>
                  </a:lnTo>
                  <a:lnTo>
                    <a:pt x="120865" y="4529130"/>
                  </a:lnTo>
                  <a:lnTo>
                    <a:pt x="159539" y="4553161"/>
                  </a:lnTo>
                  <a:lnTo>
                    <a:pt x="201883" y="4571081"/>
                  </a:lnTo>
                  <a:lnTo>
                    <a:pt x="247289" y="4582279"/>
                  </a:lnTo>
                  <a:lnTo>
                    <a:pt x="295148" y="4586147"/>
                  </a:lnTo>
                  <a:lnTo>
                    <a:pt x="1867535" y="4586147"/>
                  </a:lnTo>
                  <a:lnTo>
                    <a:pt x="1915428" y="4582279"/>
                  </a:lnTo>
                  <a:lnTo>
                    <a:pt x="1960861" y="4571081"/>
                  </a:lnTo>
                  <a:lnTo>
                    <a:pt x="1961211" y="4570933"/>
                  </a:lnTo>
                  <a:lnTo>
                    <a:pt x="304038" y="4570933"/>
                  </a:lnTo>
                  <a:lnTo>
                    <a:pt x="257186" y="4567148"/>
                  </a:lnTo>
                  <a:lnTo>
                    <a:pt x="212737" y="4556192"/>
                  </a:lnTo>
                  <a:lnTo>
                    <a:pt x="171285" y="4538660"/>
                  </a:lnTo>
                  <a:lnTo>
                    <a:pt x="133427" y="4515147"/>
                  </a:lnTo>
                  <a:lnTo>
                    <a:pt x="99758" y="4486248"/>
                  </a:lnTo>
                  <a:lnTo>
                    <a:pt x="70875" y="4452558"/>
                  </a:lnTo>
                  <a:lnTo>
                    <a:pt x="47373" y="4414674"/>
                  </a:lnTo>
                  <a:lnTo>
                    <a:pt x="29848" y="4373190"/>
                  </a:lnTo>
                  <a:lnTo>
                    <a:pt x="18896" y="4328702"/>
                  </a:lnTo>
                  <a:lnTo>
                    <a:pt x="15112" y="4281805"/>
                  </a:lnTo>
                  <a:lnTo>
                    <a:pt x="15112" y="304419"/>
                  </a:lnTo>
                  <a:lnTo>
                    <a:pt x="18886" y="257533"/>
                  </a:lnTo>
                  <a:lnTo>
                    <a:pt x="29820" y="213056"/>
                  </a:lnTo>
                  <a:lnTo>
                    <a:pt x="47330" y="171582"/>
                  </a:lnTo>
                  <a:lnTo>
                    <a:pt x="70824" y="133708"/>
                  </a:lnTo>
                  <a:lnTo>
                    <a:pt x="99704" y="100028"/>
                  </a:lnTo>
                  <a:lnTo>
                    <a:pt x="133375" y="71137"/>
                  </a:lnTo>
                  <a:lnTo>
                    <a:pt x="171241" y="47630"/>
                  </a:lnTo>
                  <a:lnTo>
                    <a:pt x="212705" y="30103"/>
                  </a:lnTo>
                  <a:lnTo>
                    <a:pt x="257172" y="19150"/>
                  </a:lnTo>
                  <a:lnTo>
                    <a:pt x="304038" y="15367"/>
                  </a:lnTo>
                  <a:lnTo>
                    <a:pt x="1961570" y="15367"/>
                  </a:lnTo>
                  <a:lnTo>
                    <a:pt x="1960861" y="15067"/>
                  </a:lnTo>
                  <a:lnTo>
                    <a:pt x="1915428" y="3868"/>
                  </a:lnTo>
                  <a:lnTo>
                    <a:pt x="1867535" y="0"/>
                  </a:lnTo>
                  <a:close/>
                </a:path>
                <a:path w="2162809" h="4586605">
                  <a:moveTo>
                    <a:pt x="1961570" y="15367"/>
                  </a:moveTo>
                  <a:lnTo>
                    <a:pt x="1858771" y="15367"/>
                  </a:lnTo>
                  <a:lnTo>
                    <a:pt x="1905619" y="19150"/>
                  </a:lnTo>
                  <a:lnTo>
                    <a:pt x="1950059" y="30103"/>
                  </a:lnTo>
                  <a:lnTo>
                    <a:pt x="1991497" y="47630"/>
                  </a:lnTo>
                  <a:lnTo>
                    <a:pt x="2029338" y="71137"/>
                  </a:lnTo>
                  <a:lnTo>
                    <a:pt x="2062987" y="100028"/>
                  </a:lnTo>
                  <a:lnTo>
                    <a:pt x="2091852" y="133708"/>
                  </a:lnTo>
                  <a:lnTo>
                    <a:pt x="2115337" y="171582"/>
                  </a:lnTo>
                  <a:lnTo>
                    <a:pt x="2132848" y="213056"/>
                  </a:lnTo>
                  <a:lnTo>
                    <a:pt x="2143790" y="257533"/>
                  </a:lnTo>
                  <a:lnTo>
                    <a:pt x="2147569" y="304419"/>
                  </a:lnTo>
                  <a:lnTo>
                    <a:pt x="2147442" y="4281805"/>
                  </a:lnTo>
                  <a:lnTo>
                    <a:pt x="2143663" y="4328702"/>
                  </a:lnTo>
                  <a:lnTo>
                    <a:pt x="2132721" y="4373190"/>
                  </a:lnTo>
                  <a:lnTo>
                    <a:pt x="2115210" y="4414674"/>
                  </a:lnTo>
                  <a:lnTo>
                    <a:pt x="2091725" y="4452558"/>
                  </a:lnTo>
                  <a:lnTo>
                    <a:pt x="2062861" y="4486248"/>
                  </a:lnTo>
                  <a:lnTo>
                    <a:pt x="2029211" y="4515147"/>
                  </a:lnTo>
                  <a:lnTo>
                    <a:pt x="1991370" y="4538660"/>
                  </a:lnTo>
                  <a:lnTo>
                    <a:pt x="1949932" y="4556192"/>
                  </a:lnTo>
                  <a:lnTo>
                    <a:pt x="1905492" y="4567148"/>
                  </a:lnTo>
                  <a:lnTo>
                    <a:pt x="1858644" y="4570933"/>
                  </a:lnTo>
                  <a:lnTo>
                    <a:pt x="1961211" y="4570933"/>
                  </a:lnTo>
                  <a:lnTo>
                    <a:pt x="2003227" y="4553161"/>
                  </a:lnTo>
                  <a:lnTo>
                    <a:pt x="2041917" y="4529130"/>
                  </a:lnTo>
                  <a:lnTo>
                    <a:pt x="2076322" y="4499595"/>
                  </a:lnTo>
                  <a:lnTo>
                    <a:pt x="2105836" y="4465167"/>
                  </a:lnTo>
                  <a:lnTo>
                    <a:pt x="2129850" y="4426453"/>
                  </a:lnTo>
                  <a:lnTo>
                    <a:pt x="2147755" y="4384064"/>
                  </a:lnTo>
                  <a:lnTo>
                    <a:pt x="2158945" y="4338608"/>
                  </a:lnTo>
                  <a:lnTo>
                    <a:pt x="2162810" y="4290695"/>
                  </a:lnTo>
                  <a:lnTo>
                    <a:pt x="2162810" y="295401"/>
                  </a:lnTo>
                  <a:lnTo>
                    <a:pt x="2158945" y="247505"/>
                  </a:lnTo>
                  <a:lnTo>
                    <a:pt x="2147755" y="202062"/>
                  </a:lnTo>
                  <a:lnTo>
                    <a:pt x="2129850" y="159682"/>
                  </a:lnTo>
                  <a:lnTo>
                    <a:pt x="2105836" y="120975"/>
                  </a:lnTo>
                  <a:lnTo>
                    <a:pt x="2076322" y="86550"/>
                  </a:lnTo>
                  <a:lnTo>
                    <a:pt x="2041917" y="57017"/>
                  </a:lnTo>
                  <a:lnTo>
                    <a:pt x="2003227" y="32986"/>
                  </a:lnTo>
                  <a:lnTo>
                    <a:pt x="1961570" y="15367"/>
                  </a:lnTo>
                  <a:close/>
                </a:path>
              </a:pathLst>
            </a:custGeom>
            <a:solidFill>
              <a:srgbClr val="52097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012309" y="1251077"/>
              <a:ext cx="2162810" cy="4586605"/>
            </a:xfrm>
            <a:custGeom>
              <a:avLst/>
              <a:gdLst/>
              <a:ahLst/>
              <a:cxnLst/>
              <a:rect l="l" t="t" r="r" b="b"/>
              <a:pathLst>
                <a:path w="2162809" h="4586605">
                  <a:moveTo>
                    <a:pt x="1867535" y="0"/>
                  </a:moveTo>
                  <a:lnTo>
                    <a:pt x="295148" y="0"/>
                  </a:lnTo>
                  <a:lnTo>
                    <a:pt x="247289" y="3868"/>
                  </a:lnTo>
                  <a:lnTo>
                    <a:pt x="201883" y="15067"/>
                  </a:lnTo>
                  <a:lnTo>
                    <a:pt x="159539" y="32986"/>
                  </a:lnTo>
                  <a:lnTo>
                    <a:pt x="120865" y="57017"/>
                  </a:lnTo>
                  <a:lnTo>
                    <a:pt x="86471" y="86550"/>
                  </a:lnTo>
                  <a:lnTo>
                    <a:pt x="56965" y="120975"/>
                  </a:lnTo>
                  <a:lnTo>
                    <a:pt x="32956" y="159682"/>
                  </a:lnTo>
                  <a:lnTo>
                    <a:pt x="15053" y="202062"/>
                  </a:lnTo>
                  <a:lnTo>
                    <a:pt x="3864" y="247505"/>
                  </a:lnTo>
                  <a:lnTo>
                    <a:pt x="0" y="295401"/>
                  </a:lnTo>
                  <a:lnTo>
                    <a:pt x="0" y="4290695"/>
                  </a:lnTo>
                  <a:lnTo>
                    <a:pt x="3864" y="4338608"/>
                  </a:lnTo>
                  <a:lnTo>
                    <a:pt x="15053" y="4384064"/>
                  </a:lnTo>
                  <a:lnTo>
                    <a:pt x="32956" y="4426453"/>
                  </a:lnTo>
                  <a:lnTo>
                    <a:pt x="56965" y="4465167"/>
                  </a:lnTo>
                  <a:lnTo>
                    <a:pt x="86471" y="4499595"/>
                  </a:lnTo>
                  <a:lnTo>
                    <a:pt x="120865" y="4529130"/>
                  </a:lnTo>
                  <a:lnTo>
                    <a:pt x="159539" y="4553161"/>
                  </a:lnTo>
                  <a:lnTo>
                    <a:pt x="201883" y="4571081"/>
                  </a:lnTo>
                  <a:lnTo>
                    <a:pt x="247289" y="4582279"/>
                  </a:lnTo>
                  <a:lnTo>
                    <a:pt x="295148" y="4586147"/>
                  </a:lnTo>
                  <a:lnTo>
                    <a:pt x="1867535" y="4586147"/>
                  </a:lnTo>
                  <a:lnTo>
                    <a:pt x="1915428" y="4582279"/>
                  </a:lnTo>
                  <a:lnTo>
                    <a:pt x="1960861" y="4571081"/>
                  </a:lnTo>
                  <a:lnTo>
                    <a:pt x="2003227" y="4553161"/>
                  </a:lnTo>
                  <a:lnTo>
                    <a:pt x="2041917" y="4529130"/>
                  </a:lnTo>
                  <a:lnTo>
                    <a:pt x="2076322" y="4499595"/>
                  </a:lnTo>
                  <a:lnTo>
                    <a:pt x="2105836" y="4465167"/>
                  </a:lnTo>
                  <a:lnTo>
                    <a:pt x="2129850" y="4426453"/>
                  </a:lnTo>
                  <a:lnTo>
                    <a:pt x="2147755" y="4384064"/>
                  </a:lnTo>
                  <a:lnTo>
                    <a:pt x="2158945" y="4338608"/>
                  </a:lnTo>
                  <a:lnTo>
                    <a:pt x="2162810" y="4290695"/>
                  </a:lnTo>
                  <a:lnTo>
                    <a:pt x="2162810" y="295401"/>
                  </a:lnTo>
                  <a:lnTo>
                    <a:pt x="2158945" y="247505"/>
                  </a:lnTo>
                  <a:lnTo>
                    <a:pt x="2147755" y="202062"/>
                  </a:lnTo>
                  <a:lnTo>
                    <a:pt x="2129850" y="159682"/>
                  </a:lnTo>
                  <a:lnTo>
                    <a:pt x="2105836" y="120975"/>
                  </a:lnTo>
                  <a:lnTo>
                    <a:pt x="2076322" y="86550"/>
                  </a:lnTo>
                  <a:lnTo>
                    <a:pt x="2041917" y="57017"/>
                  </a:lnTo>
                  <a:lnTo>
                    <a:pt x="2003227" y="32986"/>
                  </a:lnTo>
                  <a:lnTo>
                    <a:pt x="1960861" y="15067"/>
                  </a:lnTo>
                  <a:lnTo>
                    <a:pt x="1915428" y="3868"/>
                  </a:lnTo>
                  <a:lnTo>
                    <a:pt x="1867535" y="0"/>
                  </a:lnTo>
                  <a:close/>
                </a:path>
                <a:path w="2162809" h="4586605">
                  <a:moveTo>
                    <a:pt x="2147442" y="4281805"/>
                  </a:moveTo>
                  <a:lnTo>
                    <a:pt x="2143663" y="4328702"/>
                  </a:lnTo>
                  <a:lnTo>
                    <a:pt x="2132721" y="4373190"/>
                  </a:lnTo>
                  <a:lnTo>
                    <a:pt x="2115210" y="4414674"/>
                  </a:lnTo>
                  <a:lnTo>
                    <a:pt x="2091725" y="4452558"/>
                  </a:lnTo>
                  <a:lnTo>
                    <a:pt x="2062861" y="4486248"/>
                  </a:lnTo>
                  <a:lnTo>
                    <a:pt x="2029211" y="4515147"/>
                  </a:lnTo>
                  <a:lnTo>
                    <a:pt x="1991370" y="4538660"/>
                  </a:lnTo>
                  <a:lnTo>
                    <a:pt x="1949932" y="4556192"/>
                  </a:lnTo>
                  <a:lnTo>
                    <a:pt x="1905492" y="4567148"/>
                  </a:lnTo>
                  <a:lnTo>
                    <a:pt x="1858644" y="4570933"/>
                  </a:lnTo>
                  <a:lnTo>
                    <a:pt x="304038" y="4570933"/>
                  </a:lnTo>
                  <a:lnTo>
                    <a:pt x="257186" y="4567148"/>
                  </a:lnTo>
                  <a:lnTo>
                    <a:pt x="212737" y="4556192"/>
                  </a:lnTo>
                  <a:lnTo>
                    <a:pt x="171285" y="4538660"/>
                  </a:lnTo>
                  <a:lnTo>
                    <a:pt x="133427" y="4515147"/>
                  </a:lnTo>
                  <a:lnTo>
                    <a:pt x="99758" y="4486248"/>
                  </a:lnTo>
                  <a:lnTo>
                    <a:pt x="70875" y="4452558"/>
                  </a:lnTo>
                  <a:lnTo>
                    <a:pt x="47373" y="4414674"/>
                  </a:lnTo>
                  <a:lnTo>
                    <a:pt x="29848" y="4373190"/>
                  </a:lnTo>
                  <a:lnTo>
                    <a:pt x="18896" y="4328702"/>
                  </a:lnTo>
                  <a:lnTo>
                    <a:pt x="15112" y="4281805"/>
                  </a:lnTo>
                  <a:lnTo>
                    <a:pt x="15112" y="304292"/>
                  </a:lnTo>
                  <a:lnTo>
                    <a:pt x="18896" y="257409"/>
                  </a:lnTo>
                  <a:lnTo>
                    <a:pt x="29848" y="212942"/>
                  </a:lnTo>
                  <a:lnTo>
                    <a:pt x="47373" y="171483"/>
                  </a:lnTo>
                  <a:lnTo>
                    <a:pt x="70875" y="133626"/>
                  </a:lnTo>
                  <a:lnTo>
                    <a:pt x="99758" y="99964"/>
                  </a:lnTo>
                  <a:lnTo>
                    <a:pt x="133427" y="71092"/>
                  </a:lnTo>
                  <a:lnTo>
                    <a:pt x="171285" y="47603"/>
                  </a:lnTo>
                  <a:lnTo>
                    <a:pt x="212737" y="30089"/>
                  </a:lnTo>
                  <a:lnTo>
                    <a:pt x="257186" y="19146"/>
                  </a:lnTo>
                  <a:lnTo>
                    <a:pt x="304038" y="15367"/>
                  </a:lnTo>
                  <a:lnTo>
                    <a:pt x="1858771" y="15367"/>
                  </a:lnTo>
                  <a:lnTo>
                    <a:pt x="1905619" y="19150"/>
                  </a:lnTo>
                  <a:lnTo>
                    <a:pt x="1950059" y="30103"/>
                  </a:lnTo>
                  <a:lnTo>
                    <a:pt x="1991497" y="47630"/>
                  </a:lnTo>
                  <a:lnTo>
                    <a:pt x="2029338" y="71137"/>
                  </a:lnTo>
                  <a:lnTo>
                    <a:pt x="2062987" y="100028"/>
                  </a:lnTo>
                  <a:lnTo>
                    <a:pt x="2091852" y="133708"/>
                  </a:lnTo>
                  <a:lnTo>
                    <a:pt x="2115337" y="171582"/>
                  </a:lnTo>
                  <a:lnTo>
                    <a:pt x="2132848" y="213056"/>
                  </a:lnTo>
                  <a:lnTo>
                    <a:pt x="2143790" y="257533"/>
                  </a:lnTo>
                  <a:lnTo>
                    <a:pt x="2147569" y="304419"/>
                  </a:lnTo>
                  <a:lnTo>
                    <a:pt x="2147569" y="4281805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007737" y="1246504"/>
              <a:ext cx="2192655" cy="4618355"/>
            </a:xfrm>
            <a:custGeom>
              <a:avLst/>
              <a:gdLst/>
              <a:ahLst/>
              <a:cxnLst/>
              <a:rect l="l" t="t" r="r" b="b"/>
              <a:pathLst>
                <a:path w="2192654" h="4618355">
                  <a:moveTo>
                    <a:pt x="2153399" y="4283456"/>
                  </a:moveTo>
                  <a:lnTo>
                    <a:pt x="2150478" y="4283456"/>
                  </a:lnTo>
                  <a:lnTo>
                    <a:pt x="2146719" y="4329900"/>
                  </a:lnTo>
                  <a:lnTo>
                    <a:pt x="2135797" y="4374108"/>
                  </a:lnTo>
                  <a:lnTo>
                    <a:pt x="2118334" y="4415333"/>
                  </a:lnTo>
                  <a:lnTo>
                    <a:pt x="2094915" y="4453013"/>
                  </a:lnTo>
                  <a:lnTo>
                    <a:pt x="2066137" y="4486516"/>
                  </a:lnTo>
                  <a:lnTo>
                    <a:pt x="2032609" y="4515269"/>
                  </a:lnTo>
                  <a:lnTo>
                    <a:pt x="1994916" y="4538675"/>
                  </a:lnTo>
                  <a:lnTo>
                    <a:pt x="1953653" y="4556137"/>
                  </a:lnTo>
                  <a:lnTo>
                    <a:pt x="1909432" y="4567047"/>
                  </a:lnTo>
                  <a:lnTo>
                    <a:pt x="1862836" y="4570806"/>
                  </a:lnTo>
                  <a:lnTo>
                    <a:pt x="305816" y="4570806"/>
                  </a:lnTo>
                  <a:lnTo>
                    <a:pt x="259207" y="4567047"/>
                  </a:lnTo>
                  <a:lnTo>
                    <a:pt x="214985" y="4556137"/>
                  </a:lnTo>
                  <a:lnTo>
                    <a:pt x="173723" y="4538675"/>
                  </a:lnTo>
                  <a:lnTo>
                    <a:pt x="136029" y="4515269"/>
                  </a:lnTo>
                  <a:lnTo>
                    <a:pt x="102501" y="4486516"/>
                  </a:lnTo>
                  <a:lnTo>
                    <a:pt x="73723" y="4453013"/>
                  </a:lnTo>
                  <a:lnTo>
                    <a:pt x="50304" y="4415333"/>
                  </a:lnTo>
                  <a:lnTo>
                    <a:pt x="32842" y="4374108"/>
                  </a:lnTo>
                  <a:lnTo>
                    <a:pt x="21920" y="4329900"/>
                  </a:lnTo>
                  <a:lnTo>
                    <a:pt x="18161" y="4283456"/>
                  </a:lnTo>
                  <a:lnTo>
                    <a:pt x="15240" y="4283456"/>
                  </a:lnTo>
                  <a:lnTo>
                    <a:pt x="18999" y="4329900"/>
                  </a:lnTo>
                  <a:lnTo>
                    <a:pt x="19037" y="4330497"/>
                  </a:lnTo>
                  <a:lnTo>
                    <a:pt x="30073" y="4375137"/>
                  </a:lnTo>
                  <a:lnTo>
                    <a:pt x="47701" y="4416793"/>
                  </a:lnTo>
                  <a:lnTo>
                    <a:pt x="71361" y="4454855"/>
                  </a:lnTo>
                  <a:lnTo>
                    <a:pt x="100418" y="4488726"/>
                  </a:lnTo>
                  <a:lnTo>
                    <a:pt x="134289" y="4517796"/>
                  </a:lnTo>
                  <a:lnTo>
                    <a:pt x="172364" y="4541444"/>
                  </a:lnTo>
                  <a:lnTo>
                    <a:pt x="214045" y="4559097"/>
                  </a:lnTo>
                  <a:lnTo>
                    <a:pt x="258724" y="4570120"/>
                  </a:lnTo>
                  <a:lnTo>
                    <a:pt x="306349" y="4573981"/>
                  </a:lnTo>
                  <a:lnTo>
                    <a:pt x="1860715" y="4573981"/>
                  </a:lnTo>
                  <a:lnTo>
                    <a:pt x="1899869" y="4570806"/>
                  </a:lnTo>
                  <a:lnTo>
                    <a:pt x="1908352" y="4570120"/>
                  </a:lnTo>
                  <a:lnTo>
                    <a:pt x="1909381" y="4570120"/>
                  </a:lnTo>
                  <a:lnTo>
                    <a:pt x="1954085" y="4559097"/>
                  </a:lnTo>
                  <a:lnTo>
                    <a:pt x="1954276" y="4559097"/>
                  </a:lnTo>
                  <a:lnTo>
                    <a:pt x="1995970" y="4541444"/>
                  </a:lnTo>
                  <a:lnTo>
                    <a:pt x="2034146" y="4517796"/>
                  </a:lnTo>
                  <a:lnTo>
                    <a:pt x="2068080" y="4488726"/>
                  </a:lnTo>
                  <a:lnTo>
                    <a:pt x="2097189" y="4454855"/>
                  </a:lnTo>
                  <a:lnTo>
                    <a:pt x="2120862" y="4416793"/>
                  </a:lnTo>
                  <a:lnTo>
                    <a:pt x="2138527" y="4375137"/>
                  </a:lnTo>
                  <a:lnTo>
                    <a:pt x="2149564" y="4330497"/>
                  </a:lnTo>
                  <a:lnTo>
                    <a:pt x="2149627" y="4329900"/>
                  </a:lnTo>
                  <a:lnTo>
                    <a:pt x="2153399" y="4283456"/>
                  </a:lnTo>
                  <a:close/>
                </a:path>
                <a:path w="2192654" h="4618355">
                  <a:moveTo>
                    <a:pt x="2165731" y="4283329"/>
                  </a:moveTo>
                  <a:lnTo>
                    <a:pt x="2153412" y="4283329"/>
                  </a:lnTo>
                  <a:lnTo>
                    <a:pt x="2153412" y="305816"/>
                  </a:lnTo>
                  <a:lnTo>
                    <a:pt x="2149640" y="259257"/>
                  </a:lnTo>
                  <a:lnTo>
                    <a:pt x="2138578" y="214122"/>
                  </a:lnTo>
                  <a:lnTo>
                    <a:pt x="2120938" y="172466"/>
                  </a:lnTo>
                  <a:lnTo>
                    <a:pt x="2097278" y="134404"/>
                  </a:lnTo>
                  <a:lnTo>
                    <a:pt x="2068220" y="100545"/>
                  </a:lnTo>
                  <a:lnTo>
                    <a:pt x="2034349" y="71488"/>
                  </a:lnTo>
                  <a:lnTo>
                    <a:pt x="1996274" y="47840"/>
                  </a:lnTo>
                  <a:lnTo>
                    <a:pt x="1954593" y="30200"/>
                  </a:lnTo>
                  <a:lnTo>
                    <a:pt x="1909914" y="19177"/>
                  </a:lnTo>
                  <a:lnTo>
                    <a:pt x="1862836" y="15367"/>
                  </a:lnTo>
                  <a:lnTo>
                    <a:pt x="305816" y="15367"/>
                  </a:lnTo>
                  <a:lnTo>
                    <a:pt x="258762" y="19177"/>
                  </a:lnTo>
                  <a:lnTo>
                    <a:pt x="214096" y="30200"/>
                  </a:lnTo>
                  <a:lnTo>
                    <a:pt x="172415" y="47840"/>
                  </a:lnTo>
                  <a:lnTo>
                    <a:pt x="134340" y="71488"/>
                  </a:lnTo>
                  <a:lnTo>
                    <a:pt x="100469" y="100545"/>
                  </a:lnTo>
                  <a:lnTo>
                    <a:pt x="71399" y="134404"/>
                  </a:lnTo>
                  <a:lnTo>
                    <a:pt x="47726" y="172466"/>
                  </a:lnTo>
                  <a:lnTo>
                    <a:pt x="30073" y="214122"/>
                  </a:lnTo>
                  <a:lnTo>
                    <a:pt x="19050" y="258775"/>
                  </a:lnTo>
                  <a:lnTo>
                    <a:pt x="15240" y="305816"/>
                  </a:lnTo>
                  <a:lnTo>
                    <a:pt x="15240" y="4283329"/>
                  </a:lnTo>
                  <a:lnTo>
                    <a:pt x="18161" y="4283341"/>
                  </a:lnTo>
                  <a:lnTo>
                    <a:pt x="2150478" y="4283456"/>
                  </a:lnTo>
                  <a:lnTo>
                    <a:pt x="2150491" y="4283329"/>
                  </a:lnTo>
                  <a:lnTo>
                    <a:pt x="18161" y="4283329"/>
                  </a:lnTo>
                  <a:lnTo>
                    <a:pt x="18161" y="305816"/>
                  </a:lnTo>
                  <a:lnTo>
                    <a:pt x="21920" y="259257"/>
                  </a:lnTo>
                  <a:lnTo>
                    <a:pt x="32842" y="215061"/>
                  </a:lnTo>
                  <a:lnTo>
                    <a:pt x="50304" y="173824"/>
                  </a:lnTo>
                  <a:lnTo>
                    <a:pt x="73723" y="136144"/>
                  </a:lnTo>
                  <a:lnTo>
                    <a:pt x="102501" y="102616"/>
                  </a:lnTo>
                  <a:lnTo>
                    <a:pt x="136029" y="73863"/>
                  </a:lnTo>
                  <a:lnTo>
                    <a:pt x="173723" y="50444"/>
                  </a:lnTo>
                  <a:lnTo>
                    <a:pt x="214985" y="32981"/>
                  </a:lnTo>
                  <a:lnTo>
                    <a:pt x="259207" y="22059"/>
                  </a:lnTo>
                  <a:lnTo>
                    <a:pt x="305816" y="18288"/>
                  </a:lnTo>
                  <a:lnTo>
                    <a:pt x="1862836" y="18288"/>
                  </a:lnTo>
                  <a:lnTo>
                    <a:pt x="1909432" y="22059"/>
                  </a:lnTo>
                  <a:lnTo>
                    <a:pt x="1953653" y="32981"/>
                  </a:lnTo>
                  <a:lnTo>
                    <a:pt x="1994916" y="50444"/>
                  </a:lnTo>
                  <a:lnTo>
                    <a:pt x="2032609" y="73863"/>
                  </a:lnTo>
                  <a:lnTo>
                    <a:pt x="2066137" y="102616"/>
                  </a:lnTo>
                  <a:lnTo>
                    <a:pt x="2094915" y="136144"/>
                  </a:lnTo>
                  <a:lnTo>
                    <a:pt x="2118334" y="173824"/>
                  </a:lnTo>
                  <a:lnTo>
                    <a:pt x="2135797" y="215061"/>
                  </a:lnTo>
                  <a:lnTo>
                    <a:pt x="2146592" y="258775"/>
                  </a:lnTo>
                  <a:lnTo>
                    <a:pt x="2146719" y="259257"/>
                  </a:lnTo>
                  <a:lnTo>
                    <a:pt x="2150491" y="305816"/>
                  </a:lnTo>
                  <a:lnTo>
                    <a:pt x="2150491" y="4283329"/>
                  </a:lnTo>
                  <a:lnTo>
                    <a:pt x="2153399" y="4283341"/>
                  </a:lnTo>
                  <a:lnTo>
                    <a:pt x="2165731" y="4283456"/>
                  </a:lnTo>
                  <a:lnTo>
                    <a:pt x="2165731" y="4283329"/>
                  </a:lnTo>
                  <a:close/>
                </a:path>
                <a:path w="2192654" h="4618355">
                  <a:moveTo>
                    <a:pt x="2168779" y="296926"/>
                  </a:moveTo>
                  <a:lnTo>
                    <a:pt x="2164931" y="249326"/>
                  </a:lnTo>
                  <a:lnTo>
                    <a:pt x="2164892" y="248843"/>
                  </a:lnTo>
                  <a:lnTo>
                    <a:pt x="2153640" y="203187"/>
                  </a:lnTo>
                  <a:lnTo>
                    <a:pt x="2135619" y="160604"/>
                  </a:lnTo>
                  <a:lnTo>
                    <a:pt x="2111438" y="121691"/>
                  </a:lnTo>
                  <a:lnTo>
                    <a:pt x="2081733" y="87083"/>
                  </a:lnTo>
                  <a:lnTo>
                    <a:pt x="2047113" y="57378"/>
                  </a:lnTo>
                  <a:lnTo>
                    <a:pt x="2008174" y="33197"/>
                  </a:lnTo>
                  <a:lnTo>
                    <a:pt x="1965553" y="15176"/>
                  </a:lnTo>
                  <a:lnTo>
                    <a:pt x="1919859" y="3898"/>
                  </a:lnTo>
                  <a:lnTo>
                    <a:pt x="1871726" y="0"/>
                  </a:lnTo>
                  <a:lnTo>
                    <a:pt x="297053" y="0"/>
                  </a:lnTo>
                  <a:lnTo>
                    <a:pt x="248920" y="3898"/>
                  </a:lnTo>
                  <a:lnTo>
                    <a:pt x="203225" y="15176"/>
                  </a:lnTo>
                  <a:lnTo>
                    <a:pt x="160604" y="33197"/>
                  </a:lnTo>
                  <a:lnTo>
                    <a:pt x="121678" y="57378"/>
                  </a:lnTo>
                  <a:lnTo>
                    <a:pt x="87033" y="87083"/>
                  </a:lnTo>
                  <a:lnTo>
                    <a:pt x="57315" y="121691"/>
                  </a:lnTo>
                  <a:lnTo>
                    <a:pt x="33134" y="160604"/>
                  </a:lnTo>
                  <a:lnTo>
                    <a:pt x="15113" y="203187"/>
                  </a:lnTo>
                  <a:lnTo>
                    <a:pt x="3860" y="248843"/>
                  </a:lnTo>
                  <a:lnTo>
                    <a:pt x="0" y="296926"/>
                  </a:lnTo>
                  <a:lnTo>
                    <a:pt x="0" y="4292219"/>
                  </a:lnTo>
                  <a:lnTo>
                    <a:pt x="3848" y="4339869"/>
                  </a:lnTo>
                  <a:lnTo>
                    <a:pt x="3886" y="4340364"/>
                  </a:lnTo>
                  <a:lnTo>
                    <a:pt x="15113" y="4385881"/>
                  </a:lnTo>
                  <a:lnTo>
                    <a:pt x="33121" y="4428490"/>
                  </a:lnTo>
                  <a:lnTo>
                    <a:pt x="57264" y="4467415"/>
                  </a:lnTo>
                  <a:lnTo>
                    <a:pt x="87083" y="4502213"/>
                  </a:lnTo>
                  <a:lnTo>
                    <a:pt x="121704" y="4531919"/>
                  </a:lnTo>
                  <a:lnTo>
                    <a:pt x="160401" y="4555947"/>
                  </a:lnTo>
                  <a:lnTo>
                    <a:pt x="203238" y="4574121"/>
                  </a:lnTo>
                  <a:lnTo>
                    <a:pt x="248920" y="4585386"/>
                  </a:lnTo>
                  <a:lnTo>
                    <a:pt x="297053" y="4589272"/>
                  </a:lnTo>
                  <a:lnTo>
                    <a:pt x="1870151" y="4589272"/>
                  </a:lnTo>
                  <a:lnTo>
                    <a:pt x="1907184" y="4586275"/>
                  </a:lnTo>
                  <a:lnTo>
                    <a:pt x="1919846" y="4585259"/>
                  </a:lnTo>
                  <a:lnTo>
                    <a:pt x="1965528" y="4573981"/>
                  </a:lnTo>
                  <a:lnTo>
                    <a:pt x="2008136" y="4555947"/>
                  </a:lnTo>
                  <a:lnTo>
                    <a:pt x="2047062" y="4531753"/>
                  </a:lnTo>
                  <a:lnTo>
                    <a:pt x="2081682" y="4502035"/>
                  </a:lnTo>
                  <a:lnTo>
                    <a:pt x="2111387" y="4467415"/>
                  </a:lnTo>
                  <a:lnTo>
                    <a:pt x="2135467" y="4428668"/>
                  </a:lnTo>
                  <a:lnTo>
                    <a:pt x="2153539" y="4386059"/>
                  </a:lnTo>
                  <a:lnTo>
                    <a:pt x="2164842" y="4340364"/>
                  </a:lnTo>
                  <a:lnTo>
                    <a:pt x="2168766" y="4292219"/>
                  </a:lnTo>
                  <a:lnTo>
                    <a:pt x="2168779" y="4283456"/>
                  </a:lnTo>
                  <a:lnTo>
                    <a:pt x="2165731" y="4283456"/>
                  </a:lnTo>
                  <a:lnTo>
                    <a:pt x="2165731" y="4292219"/>
                  </a:lnTo>
                  <a:lnTo>
                    <a:pt x="2161870" y="4339869"/>
                  </a:lnTo>
                  <a:lnTo>
                    <a:pt x="2150707" y="4385094"/>
                  </a:lnTo>
                  <a:lnTo>
                    <a:pt x="2132838" y="4427271"/>
                  </a:lnTo>
                  <a:lnTo>
                    <a:pt x="2108898" y="4465802"/>
                  </a:lnTo>
                  <a:lnTo>
                    <a:pt x="2079472" y="4500080"/>
                  </a:lnTo>
                  <a:lnTo>
                    <a:pt x="2045182" y="4529493"/>
                  </a:lnTo>
                  <a:lnTo>
                    <a:pt x="2006650" y="4553420"/>
                  </a:lnTo>
                  <a:lnTo>
                    <a:pt x="1964461" y="4571276"/>
                  </a:lnTo>
                  <a:lnTo>
                    <a:pt x="1919236" y="4582426"/>
                  </a:lnTo>
                  <a:lnTo>
                    <a:pt x="1871599" y="4586275"/>
                  </a:lnTo>
                  <a:lnTo>
                    <a:pt x="296926" y="4586275"/>
                  </a:lnTo>
                  <a:lnTo>
                    <a:pt x="249313" y="4582426"/>
                  </a:lnTo>
                  <a:lnTo>
                    <a:pt x="204101" y="4571276"/>
                  </a:lnTo>
                  <a:lnTo>
                    <a:pt x="161912" y="4553420"/>
                  </a:lnTo>
                  <a:lnTo>
                    <a:pt x="123380" y="4529493"/>
                  </a:lnTo>
                  <a:lnTo>
                    <a:pt x="89090" y="4500080"/>
                  </a:lnTo>
                  <a:lnTo>
                    <a:pt x="59651" y="4465802"/>
                  </a:lnTo>
                  <a:lnTo>
                    <a:pt x="35699" y="4427271"/>
                  </a:lnTo>
                  <a:lnTo>
                    <a:pt x="17830" y="4385094"/>
                  </a:lnTo>
                  <a:lnTo>
                    <a:pt x="6769" y="4340364"/>
                  </a:lnTo>
                  <a:lnTo>
                    <a:pt x="2794" y="4292219"/>
                  </a:lnTo>
                  <a:lnTo>
                    <a:pt x="2794" y="4283456"/>
                  </a:lnTo>
                  <a:lnTo>
                    <a:pt x="15240" y="4283456"/>
                  </a:lnTo>
                  <a:lnTo>
                    <a:pt x="2794" y="4283341"/>
                  </a:lnTo>
                  <a:lnTo>
                    <a:pt x="2794" y="296926"/>
                  </a:lnTo>
                  <a:lnTo>
                    <a:pt x="6642" y="249326"/>
                  </a:lnTo>
                  <a:lnTo>
                    <a:pt x="17818" y="204139"/>
                  </a:lnTo>
                  <a:lnTo>
                    <a:pt x="35687" y="161988"/>
                  </a:lnTo>
                  <a:lnTo>
                    <a:pt x="59626" y="123482"/>
                  </a:lnTo>
                  <a:lnTo>
                    <a:pt x="89039" y="89217"/>
                  </a:lnTo>
                  <a:lnTo>
                    <a:pt x="123304" y="59829"/>
                  </a:lnTo>
                  <a:lnTo>
                    <a:pt x="161810" y="35902"/>
                  </a:lnTo>
                  <a:lnTo>
                    <a:pt x="203898" y="18059"/>
                  </a:lnTo>
                  <a:lnTo>
                    <a:pt x="203708" y="18059"/>
                  </a:lnTo>
                  <a:lnTo>
                    <a:pt x="248894" y="6908"/>
                  </a:lnTo>
                  <a:lnTo>
                    <a:pt x="247878" y="6908"/>
                  </a:lnTo>
                  <a:lnTo>
                    <a:pt x="295478" y="3048"/>
                  </a:lnTo>
                  <a:lnTo>
                    <a:pt x="1871599" y="3048"/>
                  </a:lnTo>
                  <a:lnTo>
                    <a:pt x="1919236" y="6908"/>
                  </a:lnTo>
                  <a:lnTo>
                    <a:pt x="1964461" y="18059"/>
                  </a:lnTo>
                  <a:lnTo>
                    <a:pt x="2006650" y="35902"/>
                  </a:lnTo>
                  <a:lnTo>
                    <a:pt x="2045182" y="59829"/>
                  </a:lnTo>
                  <a:lnTo>
                    <a:pt x="2079472" y="89217"/>
                  </a:lnTo>
                  <a:lnTo>
                    <a:pt x="2108898" y="123482"/>
                  </a:lnTo>
                  <a:lnTo>
                    <a:pt x="2132838" y="161988"/>
                  </a:lnTo>
                  <a:lnTo>
                    <a:pt x="2150707" y="204139"/>
                  </a:lnTo>
                  <a:lnTo>
                    <a:pt x="2161743" y="248843"/>
                  </a:lnTo>
                  <a:lnTo>
                    <a:pt x="2161870" y="249326"/>
                  </a:lnTo>
                  <a:lnTo>
                    <a:pt x="2165731" y="296926"/>
                  </a:lnTo>
                  <a:lnTo>
                    <a:pt x="2165731" y="4283329"/>
                  </a:lnTo>
                  <a:lnTo>
                    <a:pt x="2168779" y="4283329"/>
                  </a:lnTo>
                  <a:lnTo>
                    <a:pt x="2168779" y="296926"/>
                  </a:lnTo>
                  <a:close/>
                </a:path>
                <a:path w="2192654" h="4618355">
                  <a:moveTo>
                    <a:pt x="2192058" y="4262640"/>
                  </a:moveTo>
                  <a:lnTo>
                    <a:pt x="2191766" y="4261485"/>
                  </a:lnTo>
                  <a:lnTo>
                    <a:pt x="2186686" y="4315866"/>
                  </a:lnTo>
                  <a:lnTo>
                    <a:pt x="2175167" y="4365307"/>
                  </a:lnTo>
                  <a:lnTo>
                    <a:pt x="2157704" y="4409910"/>
                  </a:lnTo>
                  <a:lnTo>
                    <a:pt x="2134781" y="4449750"/>
                  </a:lnTo>
                  <a:lnTo>
                    <a:pt x="2106904" y="4484916"/>
                  </a:lnTo>
                  <a:lnTo>
                    <a:pt x="2074570" y="4515497"/>
                  </a:lnTo>
                  <a:lnTo>
                    <a:pt x="2038273" y="4541583"/>
                  </a:lnTo>
                  <a:lnTo>
                    <a:pt x="1998497" y="4563275"/>
                  </a:lnTo>
                  <a:lnTo>
                    <a:pt x="1955761" y="4580636"/>
                  </a:lnTo>
                  <a:lnTo>
                    <a:pt x="1910549" y="4593780"/>
                  </a:lnTo>
                  <a:lnTo>
                    <a:pt x="1863369" y="4602772"/>
                  </a:lnTo>
                  <a:lnTo>
                    <a:pt x="1814703" y="4607712"/>
                  </a:lnTo>
                  <a:lnTo>
                    <a:pt x="300863" y="4610684"/>
                  </a:lnTo>
                  <a:lnTo>
                    <a:pt x="244182" y="4606264"/>
                  </a:lnTo>
                  <a:lnTo>
                    <a:pt x="191185" y="4592498"/>
                  </a:lnTo>
                  <a:lnTo>
                    <a:pt x="142087" y="4570946"/>
                  </a:lnTo>
                  <a:lnTo>
                    <a:pt x="97078" y="4543209"/>
                  </a:lnTo>
                  <a:lnTo>
                    <a:pt x="56388" y="4510862"/>
                  </a:lnTo>
                  <a:lnTo>
                    <a:pt x="83781" y="4535589"/>
                  </a:lnTo>
                  <a:lnTo>
                    <a:pt x="114388" y="4559401"/>
                  </a:lnTo>
                  <a:lnTo>
                    <a:pt x="149885" y="4580826"/>
                  </a:lnTo>
                  <a:lnTo>
                    <a:pt x="191973" y="4598416"/>
                  </a:lnTo>
                  <a:lnTo>
                    <a:pt x="242328" y="4610684"/>
                  </a:lnTo>
                  <a:lnTo>
                    <a:pt x="302641" y="4616158"/>
                  </a:lnTo>
                  <a:lnTo>
                    <a:pt x="348373" y="4616843"/>
                  </a:lnTo>
                  <a:lnTo>
                    <a:pt x="567080" y="4617948"/>
                  </a:lnTo>
                  <a:lnTo>
                    <a:pt x="1301775" y="4618025"/>
                  </a:lnTo>
                  <a:lnTo>
                    <a:pt x="1839468" y="4616158"/>
                  </a:lnTo>
                  <a:lnTo>
                    <a:pt x="1879269" y="4613033"/>
                  </a:lnTo>
                  <a:lnTo>
                    <a:pt x="1925078" y="4604855"/>
                  </a:lnTo>
                  <a:lnTo>
                    <a:pt x="1973491" y="4591278"/>
                  </a:lnTo>
                  <a:lnTo>
                    <a:pt x="2021103" y="4571962"/>
                  </a:lnTo>
                  <a:lnTo>
                    <a:pt x="2064512" y="4546562"/>
                  </a:lnTo>
                  <a:lnTo>
                    <a:pt x="2110371" y="4506125"/>
                  </a:lnTo>
                  <a:lnTo>
                    <a:pt x="2143760" y="4458589"/>
                  </a:lnTo>
                  <a:lnTo>
                    <a:pt x="2166607" y="4408170"/>
                  </a:lnTo>
                  <a:lnTo>
                    <a:pt x="2180907" y="4359122"/>
                  </a:lnTo>
                  <a:lnTo>
                    <a:pt x="2188603" y="4315701"/>
                  </a:lnTo>
                  <a:lnTo>
                    <a:pt x="2191664" y="4282122"/>
                  </a:lnTo>
                  <a:lnTo>
                    <a:pt x="2192058" y="42626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064125" y="5507990"/>
              <a:ext cx="2136140" cy="356870"/>
            </a:xfrm>
            <a:custGeom>
              <a:avLst/>
              <a:gdLst/>
              <a:ahLst/>
              <a:cxnLst/>
              <a:rect l="l" t="t" r="r" b="b"/>
              <a:pathLst>
                <a:path w="2136140" h="356870">
                  <a:moveTo>
                    <a:pt x="0" y="249377"/>
                  </a:moveTo>
                  <a:lnTo>
                    <a:pt x="40701" y="281722"/>
                  </a:lnTo>
                  <a:lnTo>
                    <a:pt x="85707" y="309459"/>
                  </a:lnTo>
                  <a:lnTo>
                    <a:pt x="134809" y="331005"/>
                  </a:lnTo>
                  <a:lnTo>
                    <a:pt x="187801" y="344779"/>
                  </a:lnTo>
                  <a:lnTo>
                    <a:pt x="244475" y="349199"/>
                  </a:lnTo>
                  <a:lnTo>
                    <a:pt x="1758315" y="346227"/>
                  </a:lnTo>
                  <a:lnTo>
                    <a:pt x="1806984" y="341283"/>
                  </a:lnTo>
                  <a:lnTo>
                    <a:pt x="1854172" y="332286"/>
                  </a:lnTo>
                  <a:lnTo>
                    <a:pt x="1899384" y="319148"/>
                  </a:lnTo>
                  <a:lnTo>
                    <a:pt x="1942121" y="301781"/>
                  </a:lnTo>
                  <a:lnTo>
                    <a:pt x="1981888" y="280095"/>
                  </a:lnTo>
                  <a:lnTo>
                    <a:pt x="2018188" y="254004"/>
                  </a:lnTo>
                  <a:lnTo>
                    <a:pt x="2050525" y="223419"/>
                  </a:lnTo>
                  <a:lnTo>
                    <a:pt x="2078402" y="188252"/>
                  </a:lnTo>
                  <a:lnTo>
                    <a:pt x="2101322" y="148415"/>
                  </a:lnTo>
                  <a:lnTo>
                    <a:pt x="2118789" y="103819"/>
                  </a:lnTo>
                  <a:lnTo>
                    <a:pt x="2130306" y="54377"/>
                  </a:lnTo>
                  <a:lnTo>
                    <a:pt x="2135378" y="0"/>
                  </a:lnTo>
                  <a:lnTo>
                    <a:pt x="2135681" y="1150"/>
                  </a:lnTo>
                  <a:lnTo>
                    <a:pt x="2132216" y="54209"/>
                  </a:lnTo>
                  <a:lnTo>
                    <a:pt x="2124519" y="97637"/>
                  </a:lnTo>
                  <a:lnTo>
                    <a:pt x="2110226" y="146678"/>
                  </a:lnTo>
                  <a:lnTo>
                    <a:pt x="2087372" y="197092"/>
                  </a:lnTo>
                  <a:lnTo>
                    <a:pt x="2053992" y="244638"/>
                  </a:lnTo>
                  <a:lnTo>
                    <a:pt x="2008124" y="285076"/>
                  </a:lnTo>
                  <a:lnTo>
                    <a:pt x="1964724" y="310473"/>
                  </a:lnTo>
                  <a:lnTo>
                    <a:pt x="1917112" y="329788"/>
                  </a:lnTo>
                  <a:lnTo>
                    <a:pt x="1868696" y="343364"/>
                  </a:lnTo>
                  <a:lnTo>
                    <a:pt x="1822882" y="351544"/>
                  </a:lnTo>
                  <a:lnTo>
                    <a:pt x="1783079" y="354672"/>
                  </a:lnTo>
                  <a:lnTo>
                    <a:pt x="1720681" y="355207"/>
                  </a:lnTo>
                  <a:lnTo>
                    <a:pt x="1646416" y="355553"/>
                  </a:lnTo>
                  <a:lnTo>
                    <a:pt x="1601023" y="355720"/>
                  </a:lnTo>
                  <a:lnTo>
                    <a:pt x="1550810" y="355879"/>
                  </a:lnTo>
                  <a:lnTo>
                    <a:pt x="1496288" y="356031"/>
                  </a:lnTo>
                  <a:lnTo>
                    <a:pt x="1437971" y="356174"/>
                  </a:lnTo>
                  <a:lnTo>
                    <a:pt x="1376374" y="356306"/>
                  </a:lnTo>
                  <a:lnTo>
                    <a:pt x="1312009" y="356427"/>
                  </a:lnTo>
                  <a:lnTo>
                    <a:pt x="1245390" y="356534"/>
                  </a:lnTo>
                  <a:lnTo>
                    <a:pt x="1177031" y="356627"/>
                  </a:lnTo>
                  <a:lnTo>
                    <a:pt x="1107445" y="356704"/>
                  </a:lnTo>
                  <a:lnTo>
                    <a:pt x="1037145" y="356763"/>
                  </a:lnTo>
                  <a:lnTo>
                    <a:pt x="966646" y="356804"/>
                  </a:lnTo>
                  <a:lnTo>
                    <a:pt x="896460" y="356825"/>
                  </a:lnTo>
                  <a:lnTo>
                    <a:pt x="827102" y="356825"/>
                  </a:lnTo>
                  <a:lnTo>
                    <a:pt x="759084" y="356802"/>
                  </a:lnTo>
                  <a:lnTo>
                    <a:pt x="692921" y="356755"/>
                  </a:lnTo>
                  <a:lnTo>
                    <a:pt x="629125" y="356683"/>
                  </a:lnTo>
                  <a:lnTo>
                    <a:pt x="568211" y="356584"/>
                  </a:lnTo>
                  <a:lnTo>
                    <a:pt x="510692" y="356457"/>
                  </a:lnTo>
                  <a:lnTo>
                    <a:pt x="457082" y="356301"/>
                  </a:lnTo>
                  <a:lnTo>
                    <a:pt x="407893" y="356114"/>
                  </a:lnTo>
                  <a:lnTo>
                    <a:pt x="363640" y="355895"/>
                  </a:lnTo>
                  <a:lnTo>
                    <a:pt x="324836" y="355643"/>
                  </a:lnTo>
                  <a:lnTo>
                    <a:pt x="265628" y="355033"/>
                  </a:lnTo>
                  <a:lnTo>
                    <a:pt x="185943" y="349186"/>
                  </a:lnTo>
                  <a:lnTo>
                    <a:pt x="135588" y="336918"/>
                  </a:lnTo>
                  <a:lnTo>
                    <a:pt x="93503" y="319336"/>
                  </a:lnTo>
                  <a:lnTo>
                    <a:pt x="58001" y="297907"/>
                  </a:lnTo>
                  <a:lnTo>
                    <a:pt x="27395" y="274098"/>
                  </a:lnTo>
                  <a:lnTo>
                    <a:pt x="0" y="249377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7205472" y="2188336"/>
              <a:ext cx="10160" cy="499745"/>
            </a:xfrm>
            <a:custGeom>
              <a:avLst/>
              <a:gdLst/>
              <a:ahLst/>
              <a:cxnLst/>
              <a:rect l="l" t="t" r="r" b="b"/>
              <a:pathLst>
                <a:path w="10159" h="499744">
                  <a:moveTo>
                    <a:pt x="9779" y="4318"/>
                  </a:moveTo>
                  <a:lnTo>
                    <a:pt x="7188" y="1282"/>
                  </a:lnTo>
                  <a:lnTo>
                    <a:pt x="7188" y="50"/>
                  </a:lnTo>
                  <a:lnTo>
                    <a:pt x="6134" y="50"/>
                  </a:lnTo>
                  <a:lnTo>
                    <a:pt x="0" y="50"/>
                  </a:lnTo>
                  <a:lnTo>
                    <a:pt x="0" y="499745"/>
                  </a:lnTo>
                  <a:lnTo>
                    <a:pt x="7188" y="499745"/>
                  </a:lnTo>
                  <a:lnTo>
                    <a:pt x="7188" y="498348"/>
                  </a:lnTo>
                  <a:lnTo>
                    <a:pt x="9779" y="495300"/>
                  </a:lnTo>
                  <a:lnTo>
                    <a:pt x="9283" y="473849"/>
                  </a:lnTo>
                  <a:lnTo>
                    <a:pt x="8902" y="433984"/>
                  </a:lnTo>
                  <a:lnTo>
                    <a:pt x="8458" y="317373"/>
                  </a:lnTo>
                  <a:lnTo>
                    <a:pt x="8597" y="119430"/>
                  </a:lnTo>
                  <a:lnTo>
                    <a:pt x="9258" y="25806"/>
                  </a:lnTo>
                  <a:lnTo>
                    <a:pt x="9779" y="431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965191" y="2188298"/>
              <a:ext cx="7620" cy="334645"/>
            </a:xfrm>
            <a:custGeom>
              <a:avLst/>
              <a:gdLst/>
              <a:ahLst/>
              <a:cxnLst/>
              <a:rect l="l" t="t" r="r" b="b"/>
              <a:pathLst>
                <a:path w="7620" h="334644">
                  <a:moveTo>
                    <a:pt x="7193" y="0"/>
                  </a:moveTo>
                  <a:lnTo>
                    <a:pt x="0" y="0"/>
                  </a:lnTo>
                  <a:lnTo>
                    <a:pt x="0" y="334048"/>
                  </a:lnTo>
                  <a:lnTo>
                    <a:pt x="7193" y="334048"/>
                  </a:lnTo>
                  <a:lnTo>
                    <a:pt x="7193" y="0"/>
                  </a:lnTo>
                  <a:close/>
                </a:path>
              </a:pathLst>
            </a:custGeom>
            <a:solidFill>
              <a:srgbClr val="FD09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963667" y="2189860"/>
              <a:ext cx="3810" cy="337185"/>
            </a:xfrm>
            <a:custGeom>
              <a:avLst/>
              <a:gdLst/>
              <a:ahLst/>
              <a:cxnLst/>
              <a:rect l="l" t="t" r="r" b="b"/>
              <a:pathLst>
                <a:path w="3810" h="337185">
                  <a:moveTo>
                    <a:pt x="3683" y="0"/>
                  </a:moveTo>
                  <a:lnTo>
                    <a:pt x="0" y="4444"/>
                  </a:lnTo>
                  <a:lnTo>
                    <a:pt x="732" y="38702"/>
                  </a:lnTo>
                  <a:lnTo>
                    <a:pt x="1157" y="97484"/>
                  </a:lnTo>
                  <a:lnTo>
                    <a:pt x="1285" y="168528"/>
                  </a:lnTo>
                  <a:lnTo>
                    <a:pt x="1128" y="239573"/>
                  </a:lnTo>
                  <a:lnTo>
                    <a:pt x="696" y="298355"/>
                  </a:lnTo>
                  <a:lnTo>
                    <a:pt x="0" y="332613"/>
                  </a:lnTo>
                  <a:lnTo>
                    <a:pt x="3683" y="336930"/>
                  </a:lnTo>
                  <a:lnTo>
                    <a:pt x="36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963667" y="2189860"/>
              <a:ext cx="3810" cy="337185"/>
            </a:xfrm>
            <a:custGeom>
              <a:avLst/>
              <a:gdLst/>
              <a:ahLst/>
              <a:cxnLst/>
              <a:rect l="l" t="t" r="r" b="b"/>
              <a:pathLst>
                <a:path w="3810" h="337185">
                  <a:moveTo>
                    <a:pt x="3683" y="336930"/>
                  </a:moveTo>
                  <a:lnTo>
                    <a:pt x="3683" y="0"/>
                  </a:lnTo>
                  <a:lnTo>
                    <a:pt x="0" y="4444"/>
                  </a:lnTo>
                  <a:lnTo>
                    <a:pt x="732" y="38702"/>
                  </a:lnTo>
                  <a:lnTo>
                    <a:pt x="1157" y="97484"/>
                  </a:lnTo>
                  <a:lnTo>
                    <a:pt x="1285" y="168528"/>
                  </a:lnTo>
                  <a:lnTo>
                    <a:pt x="1128" y="239573"/>
                  </a:lnTo>
                  <a:lnTo>
                    <a:pt x="696" y="298355"/>
                  </a:lnTo>
                  <a:lnTo>
                    <a:pt x="0" y="332613"/>
                  </a:lnTo>
                  <a:lnTo>
                    <a:pt x="3683" y="336930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972811" y="2189937"/>
              <a:ext cx="8255" cy="337185"/>
            </a:xfrm>
            <a:custGeom>
              <a:avLst/>
              <a:gdLst/>
              <a:ahLst/>
              <a:cxnLst/>
              <a:rect l="l" t="t" r="r" b="b"/>
              <a:pathLst>
                <a:path w="8254" h="337185">
                  <a:moveTo>
                    <a:pt x="7802" y="0"/>
                  </a:moveTo>
                  <a:lnTo>
                    <a:pt x="0" y="0"/>
                  </a:lnTo>
                  <a:lnTo>
                    <a:pt x="0" y="336981"/>
                  </a:lnTo>
                  <a:lnTo>
                    <a:pt x="7802" y="336981"/>
                  </a:lnTo>
                  <a:lnTo>
                    <a:pt x="78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972811" y="2189937"/>
              <a:ext cx="8255" cy="337185"/>
            </a:xfrm>
            <a:custGeom>
              <a:avLst/>
              <a:gdLst/>
              <a:ahLst/>
              <a:cxnLst/>
              <a:rect l="l" t="t" r="r" b="b"/>
              <a:pathLst>
                <a:path w="8254" h="337185">
                  <a:moveTo>
                    <a:pt x="0" y="336981"/>
                  </a:moveTo>
                  <a:lnTo>
                    <a:pt x="7802" y="336981"/>
                  </a:lnTo>
                  <a:lnTo>
                    <a:pt x="7802" y="0"/>
                  </a:lnTo>
                  <a:lnTo>
                    <a:pt x="0" y="0"/>
                  </a:lnTo>
                  <a:lnTo>
                    <a:pt x="0" y="336981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965191" y="2608922"/>
              <a:ext cx="7620" cy="334645"/>
            </a:xfrm>
            <a:custGeom>
              <a:avLst/>
              <a:gdLst/>
              <a:ahLst/>
              <a:cxnLst/>
              <a:rect l="l" t="t" r="r" b="b"/>
              <a:pathLst>
                <a:path w="7620" h="334644">
                  <a:moveTo>
                    <a:pt x="7193" y="0"/>
                  </a:moveTo>
                  <a:lnTo>
                    <a:pt x="0" y="0"/>
                  </a:lnTo>
                  <a:lnTo>
                    <a:pt x="0" y="334048"/>
                  </a:lnTo>
                  <a:lnTo>
                    <a:pt x="7193" y="334048"/>
                  </a:lnTo>
                  <a:lnTo>
                    <a:pt x="7193" y="0"/>
                  </a:lnTo>
                  <a:close/>
                </a:path>
              </a:pathLst>
            </a:custGeom>
            <a:solidFill>
              <a:srgbClr val="FD09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962144" y="2608960"/>
              <a:ext cx="19050" cy="335915"/>
            </a:xfrm>
            <a:custGeom>
              <a:avLst/>
              <a:gdLst/>
              <a:ahLst/>
              <a:cxnLst/>
              <a:rect l="l" t="t" r="r" b="b"/>
              <a:pathLst>
                <a:path w="19050" h="335914">
                  <a:moveTo>
                    <a:pt x="3683" y="0"/>
                  </a:moveTo>
                  <a:lnTo>
                    <a:pt x="0" y="4318"/>
                  </a:lnTo>
                  <a:lnTo>
                    <a:pt x="723" y="38303"/>
                  </a:lnTo>
                  <a:lnTo>
                    <a:pt x="1155" y="96583"/>
                  </a:lnTo>
                  <a:lnTo>
                    <a:pt x="1282" y="166992"/>
                  </a:lnTo>
                  <a:lnTo>
                    <a:pt x="1117" y="237401"/>
                  </a:lnTo>
                  <a:lnTo>
                    <a:pt x="685" y="295643"/>
                  </a:lnTo>
                  <a:lnTo>
                    <a:pt x="0" y="329565"/>
                  </a:lnTo>
                  <a:lnTo>
                    <a:pt x="3683" y="333883"/>
                  </a:lnTo>
                  <a:lnTo>
                    <a:pt x="3683" y="0"/>
                  </a:lnTo>
                  <a:close/>
                </a:path>
                <a:path w="19050" h="335914">
                  <a:moveTo>
                    <a:pt x="18465" y="1485"/>
                  </a:moveTo>
                  <a:lnTo>
                    <a:pt x="10668" y="1485"/>
                  </a:lnTo>
                  <a:lnTo>
                    <a:pt x="10668" y="335534"/>
                  </a:lnTo>
                  <a:lnTo>
                    <a:pt x="18465" y="335534"/>
                  </a:lnTo>
                  <a:lnTo>
                    <a:pt x="18465" y="14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972811" y="2610446"/>
              <a:ext cx="8255" cy="334645"/>
            </a:xfrm>
            <a:custGeom>
              <a:avLst/>
              <a:gdLst/>
              <a:ahLst/>
              <a:cxnLst/>
              <a:rect l="l" t="t" r="r" b="b"/>
              <a:pathLst>
                <a:path w="8254" h="334644">
                  <a:moveTo>
                    <a:pt x="0" y="334048"/>
                  </a:moveTo>
                  <a:lnTo>
                    <a:pt x="7802" y="334048"/>
                  </a:lnTo>
                  <a:lnTo>
                    <a:pt x="7802" y="0"/>
                  </a:lnTo>
                  <a:lnTo>
                    <a:pt x="0" y="0"/>
                  </a:lnTo>
                  <a:lnTo>
                    <a:pt x="0" y="334048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4966715" y="1796694"/>
              <a:ext cx="7620" cy="181610"/>
            </a:xfrm>
            <a:custGeom>
              <a:avLst/>
              <a:gdLst/>
              <a:ahLst/>
              <a:cxnLst/>
              <a:rect l="l" t="t" r="r" b="b"/>
              <a:pathLst>
                <a:path w="7620" h="181610">
                  <a:moveTo>
                    <a:pt x="7193" y="0"/>
                  </a:moveTo>
                  <a:lnTo>
                    <a:pt x="0" y="0"/>
                  </a:lnTo>
                  <a:lnTo>
                    <a:pt x="0" y="181584"/>
                  </a:lnTo>
                  <a:lnTo>
                    <a:pt x="7193" y="181584"/>
                  </a:lnTo>
                  <a:lnTo>
                    <a:pt x="71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4966715" y="1796694"/>
              <a:ext cx="7620" cy="181610"/>
            </a:xfrm>
            <a:custGeom>
              <a:avLst/>
              <a:gdLst/>
              <a:ahLst/>
              <a:cxnLst/>
              <a:rect l="l" t="t" r="r" b="b"/>
              <a:pathLst>
                <a:path w="7620" h="181610">
                  <a:moveTo>
                    <a:pt x="0" y="181584"/>
                  </a:moveTo>
                  <a:lnTo>
                    <a:pt x="7193" y="181584"/>
                  </a:lnTo>
                  <a:lnTo>
                    <a:pt x="7193" y="0"/>
                  </a:lnTo>
                  <a:lnTo>
                    <a:pt x="0" y="0"/>
                  </a:lnTo>
                  <a:lnTo>
                    <a:pt x="0" y="181584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962144" y="1795145"/>
              <a:ext cx="3810" cy="181610"/>
            </a:xfrm>
            <a:custGeom>
              <a:avLst/>
              <a:gdLst/>
              <a:ahLst/>
              <a:cxnLst/>
              <a:rect l="l" t="t" r="r" b="b"/>
              <a:pathLst>
                <a:path w="3810" h="181610">
                  <a:moveTo>
                    <a:pt x="3682" y="0"/>
                  </a:moveTo>
                  <a:lnTo>
                    <a:pt x="0" y="4317"/>
                  </a:lnTo>
                  <a:lnTo>
                    <a:pt x="982" y="41380"/>
                  </a:lnTo>
                  <a:lnTo>
                    <a:pt x="1285" y="90789"/>
                  </a:lnTo>
                  <a:lnTo>
                    <a:pt x="946" y="140174"/>
                  </a:lnTo>
                  <a:lnTo>
                    <a:pt x="0" y="177164"/>
                  </a:lnTo>
                  <a:lnTo>
                    <a:pt x="3682" y="181482"/>
                  </a:lnTo>
                  <a:lnTo>
                    <a:pt x="3682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972811" y="1796694"/>
              <a:ext cx="8255" cy="181610"/>
            </a:xfrm>
            <a:custGeom>
              <a:avLst/>
              <a:gdLst/>
              <a:ahLst/>
              <a:cxnLst/>
              <a:rect l="l" t="t" r="r" b="b"/>
              <a:pathLst>
                <a:path w="8254" h="181610">
                  <a:moveTo>
                    <a:pt x="7802" y="0"/>
                  </a:moveTo>
                  <a:lnTo>
                    <a:pt x="0" y="0"/>
                  </a:lnTo>
                  <a:lnTo>
                    <a:pt x="0" y="181584"/>
                  </a:lnTo>
                  <a:lnTo>
                    <a:pt x="7802" y="181584"/>
                  </a:lnTo>
                  <a:lnTo>
                    <a:pt x="78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972811" y="1796694"/>
              <a:ext cx="8255" cy="181610"/>
            </a:xfrm>
            <a:custGeom>
              <a:avLst/>
              <a:gdLst/>
              <a:ahLst/>
              <a:cxnLst/>
              <a:rect l="l" t="t" r="r" b="b"/>
              <a:pathLst>
                <a:path w="8254" h="181610">
                  <a:moveTo>
                    <a:pt x="0" y="181584"/>
                  </a:moveTo>
                  <a:lnTo>
                    <a:pt x="7802" y="181584"/>
                  </a:lnTo>
                  <a:lnTo>
                    <a:pt x="7802" y="0"/>
                  </a:lnTo>
                  <a:lnTo>
                    <a:pt x="0" y="0"/>
                  </a:lnTo>
                  <a:lnTo>
                    <a:pt x="0" y="181584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5806313" y="1310512"/>
              <a:ext cx="565150" cy="4554220"/>
            </a:xfrm>
            <a:custGeom>
              <a:avLst/>
              <a:gdLst/>
              <a:ahLst/>
              <a:cxnLst/>
              <a:rect l="l" t="t" r="r" b="b"/>
              <a:pathLst>
                <a:path w="565150" h="4554220">
                  <a:moveTo>
                    <a:pt x="418211" y="4552569"/>
                  </a:moveTo>
                  <a:lnTo>
                    <a:pt x="416433" y="4551502"/>
                  </a:lnTo>
                  <a:lnTo>
                    <a:pt x="406654" y="4547768"/>
                  </a:lnTo>
                  <a:lnTo>
                    <a:pt x="405511" y="4547032"/>
                  </a:lnTo>
                  <a:lnTo>
                    <a:pt x="401447" y="4546600"/>
                  </a:lnTo>
                  <a:lnTo>
                    <a:pt x="396875" y="4546600"/>
                  </a:lnTo>
                  <a:lnTo>
                    <a:pt x="170815" y="4546600"/>
                  </a:lnTo>
                  <a:lnTo>
                    <a:pt x="166878" y="4547133"/>
                  </a:lnTo>
                  <a:lnTo>
                    <a:pt x="155829" y="4551502"/>
                  </a:lnTo>
                  <a:lnTo>
                    <a:pt x="154051" y="4552569"/>
                  </a:lnTo>
                  <a:lnTo>
                    <a:pt x="158877" y="4553636"/>
                  </a:lnTo>
                  <a:lnTo>
                    <a:pt x="413512" y="4553636"/>
                  </a:lnTo>
                  <a:lnTo>
                    <a:pt x="418211" y="4552569"/>
                  </a:lnTo>
                  <a:close/>
                </a:path>
                <a:path w="565150" h="4554220">
                  <a:moveTo>
                    <a:pt x="564896" y="81661"/>
                  </a:moveTo>
                  <a:lnTo>
                    <a:pt x="558469" y="49885"/>
                  </a:lnTo>
                  <a:lnTo>
                    <a:pt x="540956" y="23926"/>
                  </a:lnTo>
                  <a:lnTo>
                    <a:pt x="514959" y="6426"/>
                  </a:lnTo>
                  <a:lnTo>
                    <a:pt x="483108" y="0"/>
                  </a:lnTo>
                  <a:lnTo>
                    <a:pt x="81661" y="0"/>
                  </a:lnTo>
                  <a:lnTo>
                    <a:pt x="49872" y="6426"/>
                  </a:lnTo>
                  <a:lnTo>
                    <a:pt x="23914" y="23926"/>
                  </a:lnTo>
                  <a:lnTo>
                    <a:pt x="6413" y="49885"/>
                  </a:lnTo>
                  <a:lnTo>
                    <a:pt x="0" y="81661"/>
                  </a:lnTo>
                  <a:lnTo>
                    <a:pt x="6413" y="113499"/>
                  </a:lnTo>
                  <a:lnTo>
                    <a:pt x="23914" y="139446"/>
                  </a:lnTo>
                  <a:lnTo>
                    <a:pt x="49872" y="156921"/>
                  </a:lnTo>
                  <a:lnTo>
                    <a:pt x="81661" y="163322"/>
                  </a:lnTo>
                  <a:lnTo>
                    <a:pt x="483108" y="163322"/>
                  </a:lnTo>
                  <a:lnTo>
                    <a:pt x="514870" y="156921"/>
                  </a:lnTo>
                  <a:lnTo>
                    <a:pt x="540880" y="139446"/>
                  </a:lnTo>
                  <a:lnTo>
                    <a:pt x="558431" y="113499"/>
                  </a:lnTo>
                  <a:lnTo>
                    <a:pt x="564896" y="816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30111" y="1359027"/>
              <a:ext cx="73150" cy="73533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6245352" y="1374139"/>
              <a:ext cx="41910" cy="38735"/>
            </a:xfrm>
            <a:custGeom>
              <a:avLst/>
              <a:gdLst/>
              <a:ahLst/>
              <a:cxnLst/>
              <a:rect l="l" t="t" r="r" b="b"/>
              <a:pathLst>
                <a:path w="41910" h="38734">
                  <a:moveTo>
                    <a:pt x="20700" y="0"/>
                  </a:moveTo>
                  <a:lnTo>
                    <a:pt x="12644" y="1516"/>
                  </a:lnTo>
                  <a:lnTo>
                    <a:pt x="6064" y="5651"/>
                  </a:lnTo>
                  <a:lnTo>
                    <a:pt x="1627" y="11787"/>
                  </a:lnTo>
                  <a:lnTo>
                    <a:pt x="0" y="19304"/>
                  </a:lnTo>
                  <a:lnTo>
                    <a:pt x="1627" y="26894"/>
                  </a:lnTo>
                  <a:lnTo>
                    <a:pt x="6064" y="33067"/>
                  </a:lnTo>
                  <a:lnTo>
                    <a:pt x="12644" y="37216"/>
                  </a:lnTo>
                  <a:lnTo>
                    <a:pt x="20700" y="38735"/>
                  </a:lnTo>
                  <a:lnTo>
                    <a:pt x="28757" y="37216"/>
                  </a:lnTo>
                  <a:lnTo>
                    <a:pt x="35337" y="33067"/>
                  </a:lnTo>
                  <a:lnTo>
                    <a:pt x="39774" y="26894"/>
                  </a:lnTo>
                  <a:lnTo>
                    <a:pt x="41401" y="19304"/>
                  </a:lnTo>
                  <a:lnTo>
                    <a:pt x="39774" y="11787"/>
                  </a:lnTo>
                  <a:lnTo>
                    <a:pt x="35337" y="5651"/>
                  </a:lnTo>
                  <a:lnTo>
                    <a:pt x="28757" y="1516"/>
                  </a:lnTo>
                  <a:lnTo>
                    <a:pt x="20700" y="0"/>
                  </a:lnTo>
                  <a:close/>
                </a:path>
              </a:pathLst>
            </a:custGeom>
            <a:solidFill>
              <a:srgbClr val="0A121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6248400" y="1374647"/>
              <a:ext cx="36830" cy="36830"/>
            </a:xfrm>
            <a:custGeom>
              <a:avLst/>
              <a:gdLst/>
              <a:ahLst/>
              <a:cxnLst/>
              <a:rect l="l" t="t" r="r" b="b"/>
              <a:pathLst>
                <a:path w="36829" h="36830">
                  <a:moveTo>
                    <a:pt x="36322" y="18161"/>
                  </a:moveTo>
                  <a:lnTo>
                    <a:pt x="34912" y="11049"/>
                  </a:lnTo>
                  <a:lnTo>
                    <a:pt x="31051" y="5270"/>
                  </a:lnTo>
                  <a:lnTo>
                    <a:pt x="25273" y="1409"/>
                  </a:lnTo>
                  <a:lnTo>
                    <a:pt x="18161" y="0"/>
                  </a:lnTo>
                  <a:lnTo>
                    <a:pt x="11036" y="1409"/>
                  </a:lnTo>
                  <a:lnTo>
                    <a:pt x="5257" y="5270"/>
                  </a:lnTo>
                  <a:lnTo>
                    <a:pt x="1397" y="11049"/>
                  </a:lnTo>
                  <a:lnTo>
                    <a:pt x="0" y="18161"/>
                  </a:lnTo>
                  <a:lnTo>
                    <a:pt x="1422" y="25285"/>
                  </a:lnTo>
                  <a:lnTo>
                    <a:pt x="5308" y="31064"/>
                  </a:lnTo>
                  <a:lnTo>
                    <a:pt x="11087" y="34925"/>
                  </a:lnTo>
                  <a:lnTo>
                    <a:pt x="18161" y="36322"/>
                  </a:lnTo>
                  <a:lnTo>
                    <a:pt x="25222" y="34899"/>
                  </a:lnTo>
                  <a:lnTo>
                    <a:pt x="31000" y="31013"/>
                  </a:lnTo>
                  <a:lnTo>
                    <a:pt x="34886" y="25234"/>
                  </a:lnTo>
                  <a:lnTo>
                    <a:pt x="36322" y="18161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6269735" y="1395983"/>
              <a:ext cx="13335" cy="13335"/>
            </a:xfrm>
            <a:custGeom>
              <a:avLst/>
              <a:gdLst/>
              <a:ahLst/>
              <a:cxnLst/>
              <a:rect l="l" t="t" r="r" b="b"/>
              <a:pathLst>
                <a:path w="13335" h="13334">
                  <a:moveTo>
                    <a:pt x="10033" y="0"/>
                  </a:moveTo>
                  <a:lnTo>
                    <a:pt x="2921" y="0"/>
                  </a:lnTo>
                  <a:lnTo>
                    <a:pt x="0" y="2920"/>
                  </a:lnTo>
                  <a:lnTo>
                    <a:pt x="0" y="10032"/>
                  </a:lnTo>
                  <a:lnTo>
                    <a:pt x="2921" y="12953"/>
                  </a:lnTo>
                  <a:lnTo>
                    <a:pt x="10033" y="12953"/>
                  </a:lnTo>
                  <a:lnTo>
                    <a:pt x="12953" y="10032"/>
                  </a:lnTo>
                  <a:lnTo>
                    <a:pt x="12953" y="6476"/>
                  </a:lnTo>
                  <a:lnTo>
                    <a:pt x="12953" y="2920"/>
                  </a:lnTo>
                  <a:lnTo>
                    <a:pt x="10033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5415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fld id="{81D60167-4931-47E6-BA6A-407CBD079E47}" type="slidenum">
              <a:rPr dirty="0" spc="-25"/>
              <a:t>21</a:t>
            </a:fld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02336" y="4992623"/>
              <a:ext cx="11442700" cy="1362710"/>
            </a:xfrm>
            <a:custGeom>
              <a:avLst/>
              <a:gdLst/>
              <a:ahLst/>
              <a:cxnLst/>
              <a:rect l="l" t="t" r="r" b="b"/>
              <a:pathLst>
                <a:path w="11442700" h="1362710">
                  <a:moveTo>
                    <a:pt x="2737104" y="70231"/>
                  </a:moveTo>
                  <a:lnTo>
                    <a:pt x="2731592" y="42862"/>
                  </a:lnTo>
                  <a:lnTo>
                    <a:pt x="2716555" y="20548"/>
                  </a:lnTo>
                  <a:lnTo>
                    <a:pt x="2694241" y="5511"/>
                  </a:lnTo>
                  <a:lnTo>
                    <a:pt x="2666873" y="0"/>
                  </a:lnTo>
                  <a:lnTo>
                    <a:pt x="70180" y="0"/>
                  </a:lnTo>
                  <a:lnTo>
                    <a:pt x="42862" y="5511"/>
                  </a:lnTo>
                  <a:lnTo>
                    <a:pt x="20548" y="20548"/>
                  </a:lnTo>
                  <a:lnTo>
                    <a:pt x="5511" y="42862"/>
                  </a:lnTo>
                  <a:lnTo>
                    <a:pt x="0" y="70231"/>
                  </a:lnTo>
                  <a:lnTo>
                    <a:pt x="0" y="1292275"/>
                  </a:lnTo>
                  <a:lnTo>
                    <a:pt x="5511" y="1319606"/>
                  </a:lnTo>
                  <a:lnTo>
                    <a:pt x="20548" y="1341907"/>
                  </a:lnTo>
                  <a:lnTo>
                    <a:pt x="42862" y="1356944"/>
                  </a:lnTo>
                  <a:lnTo>
                    <a:pt x="70180" y="1362456"/>
                  </a:lnTo>
                  <a:lnTo>
                    <a:pt x="2666873" y="1362456"/>
                  </a:lnTo>
                  <a:lnTo>
                    <a:pt x="2694241" y="1356944"/>
                  </a:lnTo>
                  <a:lnTo>
                    <a:pt x="2716555" y="1341907"/>
                  </a:lnTo>
                  <a:lnTo>
                    <a:pt x="2731592" y="1319593"/>
                  </a:lnTo>
                  <a:lnTo>
                    <a:pt x="2737104" y="1292275"/>
                  </a:lnTo>
                  <a:lnTo>
                    <a:pt x="2737104" y="70231"/>
                  </a:lnTo>
                  <a:close/>
                </a:path>
                <a:path w="11442700" h="1362710">
                  <a:moveTo>
                    <a:pt x="5638800" y="70231"/>
                  </a:moveTo>
                  <a:lnTo>
                    <a:pt x="5633288" y="42862"/>
                  </a:lnTo>
                  <a:lnTo>
                    <a:pt x="5618251" y="20548"/>
                  </a:lnTo>
                  <a:lnTo>
                    <a:pt x="5595937" y="5511"/>
                  </a:lnTo>
                  <a:lnTo>
                    <a:pt x="5568569" y="0"/>
                  </a:lnTo>
                  <a:lnTo>
                    <a:pt x="2971927" y="0"/>
                  </a:lnTo>
                  <a:lnTo>
                    <a:pt x="2944545" y="5511"/>
                  </a:lnTo>
                  <a:lnTo>
                    <a:pt x="2922232" y="20548"/>
                  </a:lnTo>
                  <a:lnTo>
                    <a:pt x="2907195" y="42862"/>
                  </a:lnTo>
                  <a:lnTo>
                    <a:pt x="2901696" y="70231"/>
                  </a:lnTo>
                  <a:lnTo>
                    <a:pt x="2901696" y="1292275"/>
                  </a:lnTo>
                  <a:lnTo>
                    <a:pt x="2907195" y="1319606"/>
                  </a:lnTo>
                  <a:lnTo>
                    <a:pt x="2922232" y="1341907"/>
                  </a:lnTo>
                  <a:lnTo>
                    <a:pt x="2944558" y="1356944"/>
                  </a:lnTo>
                  <a:lnTo>
                    <a:pt x="2971927" y="1362456"/>
                  </a:lnTo>
                  <a:lnTo>
                    <a:pt x="5568569" y="1362456"/>
                  </a:lnTo>
                  <a:lnTo>
                    <a:pt x="5595925" y="1356944"/>
                  </a:lnTo>
                  <a:lnTo>
                    <a:pt x="5618251" y="1341907"/>
                  </a:lnTo>
                  <a:lnTo>
                    <a:pt x="5633288" y="1319593"/>
                  </a:lnTo>
                  <a:lnTo>
                    <a:pt x="5638800" y="1292275"/>
                  </a:lnTo>
                  <a:lnTo>
                    <a:pt x="5638800" y="70231"/>
                  </a:lnTo>
                  <a:close/>
                </a:path>
                <a:path w="11442700" h="1362710">
                  <a:moveTo>
                    <a:pt x="8540496" y="70231"/>
                  </a:moveTo>
                  <a:lnTo>
                    <a:pt x="8534984" y="42862"/>
                  </a:lnTo>
                  <a:lnTo>
                    <a:pt x="8519947" y="20548"/>
                  </a:lnTo>
                  <a:lnTo>
                    <a:pt x="8497633" y="5511"/>
                  </a:lnTo>
                  <a:lnTo>
                    <a:pt x="8470265" y="0"/>
                  </a:lnTo>
                  <a:lnTo>
                    <a:pt x="5870575" y="0"/>
                  </a:lnTo>
                  <a:lnTo>
                    <a:pt x="5843206" y="5511"/>
                  </a:lnTo>
                  <a:lnTo>
                    <a:pt x="5820880" y="20548"/>
                  </a:lnTo>
                  <a:lnTo>
                    <a:pt x="5805843" y="42862"/>
                  </a:lnTo>
                  <a:lnTo>
                    <a:pt x="5800344" y="70231"/>
                  </a:lnTo>
                  <a:lnTo>
                    <a:pt x="5800344" y="1292275"/>
                  </a:lnTo>
                  <a:lnTo>
                    <a:pt x="5805843" y="1319606"/>
                  </a:lnTo>
                  <a:lnTo>
                    <a:pt x="5820880" y="1341907"/>
                  </a:lnTo>
                  <a:lnTo>
                    <a:pt x="5843206" y="1356944"/>
                  </a:lnTo>
                  <a:lnTo>
                    <a:pt x="5870575" y="1362456"/>
                  </a:lnTo>
                  <a:lnTo>
                    <a:pt x="8470265" y="1362456"/>
                  </a:lnTo>
                  <a:lnTo>
                    <a:pt x="8497633" y="1356944"/>
                  </a:lnTo>
                  <a:lnTo>
                    <a:pt x="8519947" y="1341907"/>
                  </a:lnTo>
                  <a:lnTo>
                    <a:pt x="8534984" y="1319593"/>
                  </a:lnTo>
                  <a:lnTo>
                    <a:pt x="8540496" y="1292275"/>
                  </a:lnTo>
                  <a:lnTo>
                    <a:pt x="8540496" y="70231"/>
                  </a:lnTo>
                  <a:close/>
                </a:path>
                <a:path w="11442700" h="1362710">
                  <a:moveTo>
                    <a:pt x="11442192" y="70231"/>
                  </a:moveTo>
                  <a:lnTo>
                    <a:pt x="11436680" y="42862"/>
                  </a:lnTo>
                  <a:lnTo>
                    <a:pt x="11421643" y="20548"/>
                  </a:lnTo>
                  <a:lnTo>
                    <a:pt x="11399330" y="5511"/>
                  </a:lnTo>
                  <a:lnTo>
                    <a:pt x="11371961" y="0"/>
                  </a:lnTo>
                  <a:lnTo>
                    <a:pt x="8772271" y="0"/>
                  </a:lnTo>
                  <a:lnTo>
                    <a:pt x="8744902" y="5511"/>
                  </a:lnTo>
                  <a:lnTo>
                    <a:pt x="8722576" y="20548"/>
                  </a:lnTo>
                  <a:lnTo>
                    <a:pt x="8707539" y="42862"/>
                  </a:lnTo>
                  <a:lnTo>
                    <a:pt x="8702040" y="70231"/>
                  </a:lnTo>
                  <a:lnTo>
                    <a:pt x="8702040" y="1292275"/>
                  </a:lnTo>
                  <a:lnTo>
                    <a:pt x="8707539" y="1319606"/>
                  </a:lnTo>
                  <a:lnTo>
                    <a:pt x="8722576" y="1341907"/>
                  </a:lnTo>
                  <a:lnTo>
                    <a:pt x="8744902" y="1356944"/>
                  </a:lnTo>
                  <a:lnTo>
                    <a:pt x="8772271" y="1362456"/>
                  </a:lnTo>
                  <a:lnTo>
                    <a:pt x="11371961" y="1362456"/>
                  </a:lnTo>
                  <a:lnTo>
                    <a:pt x="11399317" y="1356944"/>
                  </a:lnTo>
                  <a:lnTo>
                    <a:pt x="11421643" y="1341907"/>
                  </a:lnTo>
                  <a:lnTo>
                    <a:pt x="11436680" y="1319593"/>
                  </a:lnTo>
                  <a:lnTo>
                    <a:pt x="11442192" y="1292275"/>
                  </a:lnTo>
                  <a:lnTo>
                    <a:pt x="11442192" y="7023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47472" y="323088"/>
              <a:ext cx="3108960" cy="622300"/>
            </a:xfrm>
            <a:custGeom>
              <a:avLst/>
              <a:gdLst/>
              <a:ahLst/>
              <a:cxnLst/>
              <a:rect l="l" t="t" r="r" b="b"/>
              <a:pathLst>
                <a:path w="3108960" h="622300">
                  <a:moveTo>
                    <a:pt x="2992628" y="0"/>
                  </a:moveTo>
                  <a:lnTo>
                    <a:pt x="116319" y="0"/>
                  </a:lnTo>
                  <a:lnTo>
                    <a:pt x="71039" y="9140"/>
                  </a:lnTo>
                  <a:lnTo>
                    <a:pt x="34066" y="34067"/>
                  </a:lnTo>
                  <a:lnTo>
                    <a:pt x="9139" y="71044"/>
                  </a:lnTo>
                  <a:lnTo>
                    <a:pt x="0" y="116331"/>
                  </a:lnTo>
                  <a:lnTo>
                    <a:pt x="0" y="505459"/>
                  </a:lnTo>
                  <a:lnTo>
                    <a:pt x="9139" y="550747"/>
                  </a:lnTo>
                  <a:lnTo>
                    <a:pt x="34066" y="587724"/>
                  </a:lnTo>
                  <a:lnTo>
                    <a:pt x="71039" y="612651"/>
                  </a:lnTo>
                  <a:lnTo>
                    <a:pt x="116319" y="621791"/>
                  </a:lnTo>
                  <a:lnTo>
                    <a:pt x="2992628" y="621791"/>
                  </a:lnTo>
                  <a:lnTo>
                    <a:pt x="3037915" y="612651"/>
                  </a:lnTo>
                  <a:lnTo>
                    <a:pt x="3074892" y="587724"/>
                  </a:lnTo>
                  <a:lnTo>
                    <a:pt x="3099819" y="550747"/>
                  </a:lnTo>
                  <a:lnTo>
                    <a:pt x="3108960" y="505459"/>
                  </a:lnTo>
                  <a:lnTo>
                    <a:pt x="3108960" y="116331"/>
                  </a:lnTo>
                  <a:lnTo>
                    <a:pt x="3099819" y="71044"/>
                  </a:lnTo>
                  <a:lnTo>
                    <a:pt x="3074892" y="34067"/>
                  </a:lnTo>
                  <a:lnTo>
                    <a:pt x="3037915" y="9140"/>
                  </a:lnTo>
                  <a:lnTo>
                    <a:pt x="2992628" y="0"/>
                  </a:lnTo>
                  <a:close/>
                </a:path>
              </a:pathLst>
            </a:custGeom>
            <a:solidFill>
              <a:srgbClr val="FF00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019162" y="1104518"/>
              <a:ext cx="1789430" cy="3731260"/>
            </a:xfrm>
            <a:custGeom>
              <a:avLst/>
              <a:gdLst/>
              <a:ahLst/>
              <a:cxnLst/>
              <a:rect l="l" t="t" r="r" b="b"/>
              <a:pathLst>
                <a:path w="1789430" h="3731260">
                  <a:moveTo>
                    <a:pt x="1789188" y="252857"/>
                  </a:moveTo>
                  <a:lnTo>
                    <a:pt x="1785099" y="207429"/>
                  </a:lnTo>
                  <a:lnTo>
                    <a:pt x="1773339" y="164668"/>
                  </a:lnTo>
                  <a:lnTo>
                    <a:pt x="1764423" y="145923"/>
                  </a:lnTo>
                  <a:lnTo>
                    <a:pt x="1764423" y="261747"/>
                  </a:lnTo>
                  <a:lnTo>
                    <a:pt x="1764423" y="3470402"/>
                  </a:lnTo>
                  <a:lnTo>
                    <a:pt x="1759724" y="3516922"/>
                  </a:lnTo>
                  <a:lnTo>
                    <a:pt x="1745881" y="3561423"/>
                  </a:lnTo>
                  <a:lnTo>
                    <a:pt x="1745348" y="3562400"/>
                  </a:lnTo>
                  <a:lnTo>
                    <a:pt x="1758835" y="3519005"/>
                  </a:lnTo>
                  <a:lnTo>
                    <a:pt x="1763661" y="3471164"/>
                  </a:lnTo>
                  <a:lnTo>
                    <a:pt x="1763661" y="261747"/>
                  </a:lnTo>
                  <a:lnTo>
                    <a:pt x="1758835" y="213918"/>
                  </a:lnTo>
                  <a:lnTo>
                    <a:pt x="1751469" y="190220"/>
                  </a:lnTo>
                  <a:lnTo>
                    <a:pt x="1751469" y="268859"/>
                  </a:lnTo>
                  <a:lnTo>
                    <a:pt x="1751342" y="3464064"/>
                  </a:lnTo>
                  <a:lnTo>
                    <a:pt x="1746618" y="3510864"/>
                  </a:lnTo>
                  <a:lnTo>
                    <a:pt x="1733080" y="3554450"/>
                  </a:lnTo>
                  <a:lnTo>
                    <a:pt x="1711667" y="3593884"/>
                  </a:lnTo>
                  <a:lnTo>
                    <a:pt x="1683296" y="3628237"/>
                  </a:lnTo>
                  <a:lnTo>
                    <a:pt x="1648917" y="3656584"/>
                  </a:lnTo>
                  <a:lnTo>
                    <a:pt x="1609458" y="3677983"/>
                  </a:lnTo>
                  <a:lnTo>
                    <a:pt x="1565859" y="3691496"/>
                  </a:lnTo>
                  <a:lnTo>
                    <a:pt x="1519059" y="3696208"/>
                  </a:lnTo>
                  <a:lnTo>
                    <a:pt x="268871" y="3696208"/>
                  </a:lnTo>
                  <a:lnTo>
                    <a:pt x="222059" y="3691496"/>
                  </a:lnTo>
                  <a:lnTo>
                    <a:pt x="178460" y="3677983"/>
                  </a:lnTo>
                  <a:lnTo>
                    <a:pt x="139014" y="3656584"/>
                  </a:lnTo>
                  <a:lnTo>
                    <a:pt x="104635" y="3628237"/>
                  </a:lnTo>
                  <a:lnTo>
                    <a:pt x="76276" y="3593884"/>
                  </a:lnTo>
                  <a:lnTo>
                    <a:pt x="54864" y="3554450"/>
                  </a:lnTo>
                  <a:lnTo>
                    <a:pt x="41325" y="3510864"/>
                  </a:lnTo>
                  <a:lnTo>
                    <a:pt x="36614" y="3464064"/>
                  </a:lnTo>
                  <a:lnTo>
                    <a:pt x="36614" y="268859"/>
                  </a:lnTo>
                  <a:lnTo>
                    <a:pt x="41325" y="222097"/>
                  </a:lnTo>
                  <a:lnTo>
                    <a:pt x="54851" y="178536"/>
                  </a:lnTo>
                  <a:lnTo>
                    <a:pt x="76250" y="139103"/>
                  </a:lnTo>
                  <a:lnTo>
                    <a:pt x="104597" y="104736"/>
                  </a:lnTo>
                  <a:lnTo>
                    <a:pt x="138976" y="76377"/>
                  </a:lnTo>
                  <a:lnTo>
                    <a:pt x="178435" y="54965"/>
                  </a:lnTo>
                  <a:lnTo>
                    <a:pt x="222046" y="41427"/>
                  </a:lnTo>
                  <a:lnTo>
                    <a:pt x="268871" y="36703"/>
                  </a:lnTo>
                  <a:lnTo>
                    <a:pt x="1519186" y="36703"/>
                  </a:lnTo>
                  <a:lnTo>
                    <a:pt x="1565986" y="41427"/>
                  </a:lnTo>
                  <a:lnTo>
                    <a:pt x="1609585" y="54965"/>
                  </a:lnTo>
                  <a:lnTo>
                    <a:pt x="1649044" y="76377"/>
                  </a:lnTo>
                  <a:lnTo>
                    <a:pt x="1683423" y="104736"/>
                  </a:lnTo>
                  <a:lnTo>
                    <a:pt x="1711794" y="139103"/>
                  </a:lnTo>
                  <a:lnTo>
                    <a:pt x="1733207" y="178536"/>
                  </a:lnTo>
                  <a:lnTo>
                    <a:pt x="1746745" y="222097"/>
                  </a:lnTo>
                  <a:lnTo>
                    <a:pt x="1751469" y="268859"/>
                  </a:lnTo>
                  <a:lnTo>
                    <a:pt x="1751469" y="190220"/>
                  </a:lnTo>
                  <a:lnTo>
                    <a:pt x="1723110" y="129057"/>
                  </a:lnTo>
                  <a:lnTo>
                    <a:pt x="1694129" y="93916"/>
                  </a:lnTo>
                  <a:lnTo>
                    <a:pt x="1658988" y="64935"/>
                  </a:lnTo>
                  <a:lnTo>
                    <a:pt x="1618678" y="43053"/>
                  </a:lnTo>
                  <a:lnTo>
                    <a:pt x="1574355" y="29286"/>
                  </a:lnTo>
                  <a:lnTo>
                    <a:pt x="1574888" y="29337"/>
                  </a:lnTo>
                  <a:lnTo>
                    <a:pt x="1619440" y="43154"/>
                  </a:lnTo>
                  <a:lnTo>
                    <a:pt x="1659750" y="65024"/>
                  </a:lnTo>
                  <a:lnTo>
                    <a:pt x="1694891" y="93980"/>
                  </a:lnTo>
                  <a:lnTo>
                    <a:pt x="1723872" y="129095"/>
                  </a:lnTo>
                  <a:lnTo>
                    <a:pt x="1745754" y="169392"/>
                  </a:lnTo>
                  <a:lnTo>
                    <a:pt x="1759597" y="213931"/>
                  </a:lnTo>
                  <a:lnTo>
                    <a:pt x="1764423" y="261747"/>
                  </a:lnTo>
                  <a:lnTo>
                    <a:pt x="1764423" y="145923"/>
                  </a:lnTo>
                  <a:lnTo>
                    <a:pt x="1729613" y="89979"/>
                  </a:lnTo>
                  <a:lnTo>
                    <a:pt x="1699094" y="59499"/>
                  </a:lnTo>
                  <a:lnTo>
                    <a:pt x="1663738" y="34544"/>
                  </a:lnTo>
                  <a:lnTo>
                    <a:pt x="1624291" y="15836"/>
                  </a:lnTo>
                  <a:lnTo>
                    <a:pt x="1581454" y="4076"/>
                  </a:lnTo>
                  <a:lnTo>
                    <a:pt x="1535950" y="0"/>
                  </a:lnTo>
                  <a:lnTo>
                    <a:pt x="253123" y="0"/>
                  </a:lnTo>
                  <a:lnTo>
                    <a:pt x="207632" y="4076"/>
                  </a:lnTo>
                  <a:lnTo>
                    <a:pt x="164807" y="15836"/>
                  </a:lnTo>
                  <a:lnTo>
                    <a:pt x="125387" y="34544"/>
                  </a:lnTo>
                  <a:lnTo>
                    <a:pt x="90055" y="59499"/>
                  </a:lnTo>
                  <a:lnTo>
                    <a:pt x="59537" y="89979"/>
                  </a:lnTo>
                  <a:lnTo>
                    <a:pt x="34556" y="125272"/>
                  </a:lnTo>
                  <a:lnTo>
                    <a:pt x="15836" y="164668"/>
                  </a:lnTo>
                  <a:lnTo>
                    <a:pt x="4076" y="207429"/>
                  </a:lnTo>
                  <a:lnTo>
                    <a:pt x="0" y="252857"/>
                  </a:lnTo>
                  <a:lnTo>
                    <a:pt x="0" y="3477895"/>
                  </a:lnTo>
                  <a:lnTo>
                    <a:pt x="4076" y="3523361"/>
                  </a:lnTo>
                  <a:lnTo>
                    <a:pt x="15836" y="3566147"/>
                  </a:lnTo>
                  <a:lnTo>
                    <a:pt x="34556" y="3605542"/>
                  </a:lnTo>
                  <a:lnTo>
                    <a:pt x="59537" y="3640836"/>
                  </a:lnTo>
                  <a:lnTo>
                    <a:pt x="90055" y="3671303"/>
                  </a:lnTo>
                  <a:lnTo>
                    <a:pt x="125387" y="3696246"/>
                  </a:lnTo>
                  <a:lnTo>
                    <a:pt x="164807" y="3714940"/>
                  </a:lnTo>
                  <a:lnTo>
                    <a:pt x="207632" y="3726688"/>
                  </a:lnTo>
                  <a:lnTo>
                    <a:pt x="253123" y="3730752"/>
                  </a:lnTo>
                  <a:lnTo>
                    <a:pt x="1535950" y="3730752"/>
                  </a:lnTo>
                  <a:lnTo>
                    <a:pt x="1581454" y="3726688"/>
                  </a:lnTo>
                  <a:lnTo>
                    <a:pt x="1624291" y="3714940"/>
                  </a:lnTo>
                  <a:lnTo>
                    <a:pt x="1642643" y="3706241"/>
                  </a:lnTo>
                  <a:lnTo>
                    <a:pt x="1663738" y="3696246"/>
                  </a:lnTo>
                  <a:lnTo>
                    <a:pt x="1699094" y="3671303"/>
                  </a:lnTo>
                  <a:lnTo>
                    <a:pt x="1729613" y="3640836"/>
                  </a:lnTo>
                  <a:lnTo>
                    <a:pt x="1754606" y="3605542"/>
                  </a:lnTo>
                  <a:lnTo>
                    <a:pt x="1773339" y="3566147"/>
                  </a:lnTo>
                  <a:lnTo>
                    <a:pt x="1785099" y="3523361"/>
                  </a:lnTo>
                  <a:lnTo>
                    <a:pt x="1789188" y="3477895"/>
                  </a:lnTo>
                  <a:lnTo>
                    <a:pt x="1789188" y="252857"/>
                  </a:lnTo>
                  <a:close/>
                </a:path>
              </a:pathLst>
            </a:custGeom>
            <a:solidFill>
              <a:srgbClr val="FD09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43533" y="1125855"/>
              <a:ext cx="1739264" cy="3686810"/>
            </a:xfrm>
            <a:custGeom>
              <a:avLst/>
              <a:gdLst/>
              <a:ahLst/>
              <a:cxnLst/>
              <a:rect l="l" t="t" r="r" b="b"/>
              <a:pathLst>
                <a:path w="1739264" h="3686810">
                  <a:moveTo>
                    <a:pt x="1500530" y="0"/>
                  </a:moveTo>
                  <a:lnTo>
                    <a:pt x="238150" y="0"/>
                  </a:lnTo>
                  <a:lnTo>
                    <a:pt x="190199" y="4857"/>
                  </a:lnTo>
                  <a:lnTo>
                    <a:pt x="145509" y="18782"/>
                  </a:lnTo>
                  <a:lnTo>
                    <a:pt x="105046" y="40806"/>
                  </a:lnTo>
                  <a:lnTo>
                    <a:pt x="69778" y="69961"/>
                  </a:lnTo>
                  <a:lnTo>
                    <a:pt x="40672" y="105277"/>
                  </a:lnTo>
                  <a:lnTo>
                    <a:pt x="18696" y="145786"/>
                  </a:lnTo>
                  <a:lnTo>
                    <a:pt x="4816" y="190518"/>
                  </a:lnTo>
                  <a:lnTo>
                    <a:pt x="0" y="238506"/>
                  </a:lnTo>
                  <a:lnTo>
                    <a:pt x="0" y="3448050"/>
                  </a:lnTo>
                  <a:lnTo>
                    <a:pt x="4798" y="3495611"/>
                  </a:lnTo>
                  <a:lnTo>
                    <a:pt x="4845" y="3496073"/>
                  </a:lnTo>
                  <a:lnTo>
                    <a:pt x="18739" y="3540823"/>
                  </a:lnTo>
                  <a:lnTo>
                    <a:pt x="40717" y="3581334"/>
                  </a:lnTo>
                  <a:lnTo>
                    <a:pt x="69816" y="3616642"/>
                  </a:lnTo>
                  <a:lnTo>
                    <a:pt x="105073" y="3645783"/>
                  </a:lnTo>
                  <a:lnTo>
                    <a:pt x="145523" y="3667791"/>
                  </a:lnTo>
                  <a:lnTo>
                    <a:pt x="190203" y="3681704"/>
                  </a:lnTo>
                  <a:lnTo>
                    <a:pt x="238150" y="3686556"/>
                  </a:lnTo>
                  <a:lnTo>
                    <a:pt x="1500530" y="3686556"/>
                  </a:lnTo>
                  <a:lnTo>
                    <a:pt x="1523090" y="3684270"/>
                  </a:lnTo>
                  <a:lnTo>
                    <a:pt x="238023" y="3684270"/>
                  </a:lnTo>
                  <a:lnTo>
                    <a:pt x="190629" y="3679464"/>
                  </a:lnTo>
                  <a:lnTo>
                    <a:pt x="146416" y="3665684"/>
                  </a:lnTo>
                  <a:lnTo>
                    <a:pt x="106383" y="3643885"/>
                  </a:lnTo>
                  <a:lnTo>
                    <a:pt x="71479" y="3615023"/>
                  </a:lnTo>
                  <a:lnTo>
                    <a:pt x="42659" y="3580053"/>
                  </a:lnTo>
                  <a:lnTo>
                    <a:pt x="20882" y="3539930"/>
                  </a:lnTo>
                  <a:lnTo>
                    <a:pt x="7107" y="3495611"/>
                  </a:lnTo>
                  <a:lnTo>
                    <a:pt x="2298" y="3448050"/>
                  </a:lnTo>
                  <a:lnTo>
                    <a:pt x="2298" y="238506"/>
                  </a:lnTo>
                  <a:lnTo>
                    <a:pt x="7099" y="191028"/>
                  </a:lnTo>
                  <a:lnTo>
                    <a:pt x="20861" y="146772"/>
                  </a:lnTo>
                  <a:lnTo>
                    <a:pt x="42621" y="106694"/>
                  </a:lnTo>
                  <a:lnTo>
                    <a:pt x="71418" y="71754"/>
                  </a:lnTo>
                  <a:lnTo>
                    <a:pt x="106287" y="42911"/>
                  </a:lnTo>
                  <a:lnTo>
                    <a:pt x="146253" y="21121"/>
                  </a:lnTo>
                  <a:lnTo>
                    <a:pt x="146106" y="21121"/>
                  </a:lnTo>
                  <a:lnTo>
                    <a:pt x="190299" y="7345"/>
                  </a:lnTo>
                  <a:lnTo>
                    <a:pt x="189489" y="7345"/>
                  </a:lnTo>
                  <a:lnTo>
                    <a:pt x="236897" y="2540"/>
                  </a:lnTo>
                  <a:lnTo>
                    <a:pt x="1525624" y="2540"/>
                  </a:lnTo>
                  <a:lnTo>
                    <a:pt x="1500530" y="0"/>
                  </a:lnTo>
                  <a:close/>
                </a:path>
                <a:path w="1739264" h="3686810">
                  <a:moveTo>
                    <a:pt x="1525624" y="2540"/>
                  </a:moveTo>
                  <a:lnTo>
                    <a:pt x="1500530" y="2540"/>
                  </a:lnTo>
                  <a:lnTo>
                    <a:pt x="1547960" y="7345"/>
                  </a:lnTo>
                  <a:lnTo>
                    <a:pt x="1592170" y="21121"/>
                  </a:lnTo>
                  <a:lnTo>
                    <a:pt x="1632205" y="42911"/>
                  </a:lnTo>
                  <a:lnTo>
                    <a:pt x="1667106" y="71754"/>
                  </a:lnTo>
                  <a:lnTo>
                    <a:pt x="1695918" y="106694"/>
                  </a:lnTo>
                  <a:lnTo>
                    <a:pt x="1717682" y="146772"/>
                  </a:lnTo>
                  <a:lnTo>
                    <a:pt x="1731442" y="191028"/>
                  </a:lnTo>
                  <a:lnTo>
                    <a:pt x="1736242" y="238506"/>
                  </a:lnTo>
                  <a:lnTo>
                    <a:pt x="1736242" y="3448050"/>
                  </a:lnTo>
                  <a:lnTo>
                    <a:pt x="1731442" y="3495611"/>
                  </a:lnTo>
                  <a:lnTo>
                    <a:pt x="1717682" y="3539930"/>
                  </a:lnTo>
                  <a:lnTo>
                    <a:pt x="1695918" y="3580053"/>
                  </a:lnTo>
                  <a:lnTo>
                    <a:pt x="1667106" y="3615023"/>
                  </a:lnTo>
                  <a:lnTo>
                    <a:pt x="1632205" y="3643885"/>
                  </a:lnTo>
                  <a:lnTo>
                    <a:pt x="1592170" y="3665684"/>
                  </a:lnTo>
                  <a:lnTo>
                    <a:pt x="1547960" y="3679464"/>
                  </a:lnTo>
                  <a:lnTo>
                    <a:pt x="1500530" y="3684270"/>
                  </a:lnTo>
                  <a:lnTo>
                    <a:pt x="1523090" y="3684270"/>
                  </a:lnTo>
                  <a:lnTo>
                    <a:pt x="1593073" y="3667791"/>
                  </a:lnTo>
                  <a:lnTo>
                    <a:pt x="1633508" y="3645783"/>
                  </a:lnTo>
                  <a:lnTo>
                    <a:pt x="1668760" y="3616642"/>
                  </a:lnTo>
                  <a:lnTo>
                    <a:pt x="1697864" y="3581334"/>
                  </a:lnTo>
                  <a:lnTo>
                    <a:pt x="1719856" y="3540823"/>
                  </a:lnTo>
                  <a:lnTo>
                    <a:pt x="1733771" y="3496073"/>
                  </a:lnTo>
                  <a:lnTo>
                    <a:pt x="1738642" y="3448050"/>
                  </a:lnTo>
                  <a:lnTo>
                    <a:pt x="1738655" y="238506"/>
                  </a:lnTo>
                  <a:lnTo>
                    <a:pt x="1733864" y="191028"/>
                  </a:lnTo>
                  <a:lnTo>
                    <a:pt x="1719931" y="145786"/>
                  </a:lnTo>
                  <a:lnTo>
                    <a:pt x="1697966" y="105277"/>
                  </a:lnTo>
                  <a:lnTo>
                    <a:pt x="1668876" y="69961"/>
                  </a:lnTo>
                  <a:lnTo>
                    <a:pt x="1633623" y="40806"/>
                  </a:lnTo>
                  <a:lnTo>
                    <a:pt x="1593170" y="18782"/>
                  </a:lnTo>
                  <a:lnTo>
                    <a:pt x="1548481" y="4857"/>
                  </a:lnTo>
                  <a:lnTo>
                    <a:pt x="1525624" y="2540"/>
                  </a:lnTo>
                  <a:close/>
                </a:path>
                <a:path w="1739264" h="3686810">
                  <a:moveTo>
                    <a:pt x="1493418" y="12319"/>
                  </a:moveTo>
                  <a:lnTo>
                    <a:pt x="245262" y="12319"/>
                  </a:lnTo>
                  <a:lnTo>
                    <a:pt x="198362" y="17072"/>
                  </a:lnTo>
                  <a:lnTo>
                    <a:pt x="154647" y="30700"/>
                  </a:lnTo>
                  <a:lnTo>
                    <a:pt x="115063" y="52254"/>
                  </a:lnTo>
                  <a:lnTo>
                    <a:pt x="80556" y="80787"/>
                  </a:lnTo>
                  <a:lnTo>
                    <a:pt x="52070" y="115351"/>
                  </a:lnTo>
                  <a:lnTo>
                    <a:pt x="30553" y="154997"/>
                  </a:lnTo>
                  <a:lnTo>
                    <a:pt x="16949" y="198778"/>
                  </a:lnTo>
                  <a:lnTo>
                    <a:pt x="12204" y="245745"/>
                  </a:lnTo>
                  <a:lnTo>
                    <a:pt x="12204" y="3440938"/>
                  </a:lnTo>
                  <a:lnTo>
                    <a:pt x="16886" y="3487309"/>
                  </a:lnTo>
                  <a:lnTo>
                    <a:pt x="16945" y="3487899"/>
                  </a:lnTo>
                  <a:lnTo>
                    <a:pt x="30540" y="3531665"/>
                  </a:lnTo>
                  <a:lnTo>
                    <a:pt x="52047" y="3571291"/>
                  </a:lnTo>
                  <a:lnTo>
                    <a:pt x="80522" y="3605831"/>
                  </a:lnTo>
                  <a:lnTo>
                    <a:pt x="115024" y="3634341"/>
                  </a:lnTo>
                  <a:lnTo>
                    <a:pt x="154609" y="3655875"/>
                  </a:lnTo>
                  <a:lnTo>
                    <a:pt x="198336" y="3669489"/>
                  </a:lnTo>
                  <a:lnTo>
                    <a:pt x="245262" y="3674237"/>
                  </a:lnTo>
                  <a:lnTo>
                    <a:pt x="1493418" y="3674237"/>
                  </a:lnTo>
                  <a:lnTo>
                    <a:pt x="1517238" y="3671824"/>
                  </a:lnTo>
                  <a:lnTo>
                    <a:pt x="245262" y="3671824"/>
                  </a:lnTo>
                  <a:lnTo>
                    <a:pt x="198826" y="3667122"/>
                  </a:lnTo>
                  <a:lnTo>
                    <a:pt x="155552" y="3653641"/>
                  </a:lnTo>
                  <a:lnTo>
                    <a:pt x="116375" y="3632316"/>
                  </a:lnTo>
                  <a:lnTo>
                    <a:pt x="82227" y="3604085"/>
                  </a:lnTo>
                  <a:lnTo>
                    <a:pt x="54043" y="3569882"/>
                  </a:lnTo>
                  <a:lnTo>
                    <a:pt x="32755" y="3530645"/>
                  </a:lnTo>
                  <a:lnTo>
                    <a:pt x="19298" y="3487309"/>
                  </a:lnTo>
                  <a:lnTo>
                    <a:pt x="14617" y="3440938"/>
                  </a:lnTo>
                  <a:lnTo>
                    <a:pt x="14604" y="245745"/>
                  </a:lnTo>
                  <a:lnTo>
                    <a:pt x="19298" y="199246"/>
                  </a:lnTo>
                  <a:lnTo>
                    <a:pt x="32755" y="155910"/>
                  </a:lnTo>
                  <a:lnTo>
                    <a:pt x="54043" y="116673"/>
                  </a:lnTo>
                  <a:lnTo>
                    <a:pt x="82227" y="82470"/>
                  </a:lnTo>
                  <a:lnTo>
                    <a:pt x="116375" y="54239"/>
                  </a:lnTo>
                  <a:lnTo>
                    <a:pt x="155552" y="32914"/>
                  </a:lnTo>
                  <a:lnTo>
                    <a:pt x="198826" y="19433"/>
                  </a:lnTo>
                  <a:lnTo>
                    <a:pt x="245262" y="14732"/>
                  </a:lnTo>
                  <a:lnTo>
                    <a:pt x="1517231" y="14732"/>
                  </a:lnTo>
                  <a:lnTo>
                    <a:pt x="1493418" y="12319"/>
                  </a:lnTo>
                  <a:close/>
                </a:path>
                <a:path w="1739264" h="3686810">
                  <a:moveTo>
                    <a:pt x="1517231" y="14732"/>
                  </a:moveTo>
                  <a:lnTo>
                    <a:pt x="1493418" y="14732"/>
                  </a:lnTo>
                  <a:lnTo>
                    <a:pt x="1539822" y="19433"/>
                  </a:lnTo>
                  <a:lnTo>
                    <a:pt x="1583066" y="32914"/>
                  </a:lnTo>
                  <a:lnTo>
                    <a:pt x="1622217" y="54239"/>
                  </a:lnTo>
                  <a:lnTo>
                    <a:pt x="1656343" y="82470"/>
                  </a:lnTo>
                  <a:lnTo>
                    <a:pt x="1684509" y="116673"/>
                  </a:lnTo>
                  <a:lnTo>
                    <a:pt x="1705784" y="155910"/>
                  </a:lnTo>
                  <a:lnTo>
                    <a:pt x="1719233" y="199246"/>
                  </a:lnTo>
                  <a:lnTo>
                    <a:pt x="1723923" y="245745"/>
                  </a:lnTo>
                  <a:lnTo>
                    <a:pt x="1723910" y="3440938"/>
                  </a:lnTo>
                  <a:lnTo>
                    <a:pt x="1719233" y="3487309"/>
                  </a:lnTo>
                  <a:lnTo>
                    <a:pt x="1705784" y="3530645"/>
                  </a:lnTo>
                  <a:lnTo>
                    <a:pt x="1684509" y="3569882"/>
                  </a:lnTo>
                  <a:lnTo>
                    <a:pt x="1656343" y="3604085"/>
                  </a:lnTo>
                  <a:lnTo>
                    <a:pt x="1622217" y="3632316"/>
                  </a:lnTo>
                  <a:lnTo>
                    <a:pt x="1583066" y="3653641"/>
                  </a:lnTo>
                  <a:lnTo>
                    <a:pt x="1539822" y="3667122"/>
                  </a:lnTo>
                  <a:lnTo>
                    <a:pt x="1493418" y="3671824"/>
                  </a:lnTo>
                  <a:lnTo>
                    <a:pt x="1517238" y="3671824"/>
                  </a:lnTo>
                  <a:lnTo>
                    <a:pt x="1583972" y="3655875"/>
                  </a:lnTo>
                  <a:lnTo>
                    <a:pt x="1623527" y="3634341"/>
                  </a:lnTo>
                  <a:lnTo>
                    <a:pt x="1658007" y="3605831"/>
                  </a:lnTo>
                  <a:lnTo>
                    <a:pt x="1686468" y="3571291"/>
                  </a:lnTo>
                  <a:lnTo>
                    <a:pt x="1707969" y="3531665"/>
                  </a:lnTo>
                  <a:lnTo>
                    <a:pt x="1721568" y="3487899"/>
                  </a:lnTo>
                  <a:lnTo>
                    <a:pt x="1726323" y="3440938"/>
                  </a:lnTo>
                  <a:lnTo>
                    <a:pt x="1726336" y="245745"/>
                  </a:lnTo>
                  <a:lnTo>
                    <a:pt x="1721646" y="199246"/>
                  </a:lnTo>
                  <a:lnTo>
                    <a:pt x="1708016" y="154997"/>
                  </a:lnTo>
                  <a:lnTo>
                    <a:pt x="1686527" y="115351"/>
                  </a:lnTo>
                  <a:lnTo>
                    <a:pt x="1658073" y="80787"/>
                  </a:lnTo>
                  <a:lnTo>
                    <a:pt x="1623595" y="52254"/>
                  </a:lnTo>
                  <a:lnTo>
                    <a:pt x="1584032" y="30700"/>
                  </a:lnTo>
                  <a:lnTo>
                    <a:pt x="1540327" y="17072"/>
                  </a:lnTo>
                  <a:lnTo>
                    <a:pt x="1517231" y="147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06602" y="1884755"/>
              <a:ext cx="1810385" cy="2951480"/>
            </a:xfrm>
            <a:custGeom>
              <a:avLst/>
              <a:gdLst/>
              <a:ahLst/>
              <a:cxnLst/>
              <a:rect l="l" t="t" r="r" b="b"/>
              <a:pathLst>
                <a:path w="1810385" h="2951479">
                  <a:moveTo>
                    <a:pt x="5384" y="88"/>
                  </a:moveTo>
                  <a:lnTo>
                    <a:pt x="0" y="88"/>
                  </a:lnTo>
                  <a:lnTo>
                    <a:pt x="0" y="269671"/>
                  </a:lnTo>
                  <a:lnTo>
                    <a:pt x="5384" y="269671"/>
                  </a:lnTo>
                  <a:lnTo>
                    <a:pt x="5384" y="88"/>
                  </a:lnTo>
                  <a:close/>
                </a:path>
                <a:path w="1810385" h="2951479">
                  <a:moveTo>
                    <a:pt x="1793633" y="2664980"/>
                  </a:moveTo>
                  <a:lnTo>
                    <a:pt x="1793367" y="2662605"/>
                  </a:lnTo>
                  <a:lnTo>
                    <a:pt x="1787829" y="2714955"/>
                  </a:lnTo>
                  <a:lnTo>
                    <a:pt x="1774964" y="2761577"/>
                  </a:lnTo>
                  <a:lnTo>
                    <a:pt x="1755470" y="2802598"/>
                  </a:lnTo>
                  <a:lnTo>
                    <a:pt x="1730006" y="2838132"/>
                  </a:lnTo>
                  <a:lnTo>
                    <a:pt x="1699285" y="2868307"/>
                  </a:lnTo>
                  <a:lnTo>
                    <a:pt x="1663979" y="2893237"/>
                  </a:lnTo>
                  <a:lnTo>
                    <a:pt x="1624787" y="2913062"/>
                  </a:lnTo>
                  <a:lnTo>
                    <a:pt x="1582381" y="2927883"/>
                  </a:lnTo>
                  <a:lnTo>
                    <a:pt x="1537462" y="2937840"/>
                  </a:lnTo>
                  <a:lnTo>
                    <a:pt x="1490726" y="2943021"/>
                  </a:lnTo>
                  <a:lnTo>
                    <a:pt x="275844" y="2945434"/>
                  </a:lnTo>
                  <a:lnTo>
                    <a:pt x="219430" y="2939707"/>
                  </a:lnTo>
                  <a:lnTo>
                    <a:pt x="167690" y="2922663"/>
                  </a:lnTo>
                  <a:lnTo>
                    <a:pt x="120980" y="2896768"/>
                  </a:lnTo>
                  <a:lnTo>
                    <a:pt x="79603" y="2864535"/>
                  </a:lnTo>
                  <a:lnTo>
                    <a:pt x="106260" y="2888526"/>
                  </a:lnTo>
                  <a:lnTo>
                    <a:pt x="137020" y="2911094"/>
                  </a:lnTo>
                  <a:lnTo>
                    <a:pt x="174205" y="2930182"/>
                  </a:lnTo>
                  <a:lnTo>
                    <a:pt x="220167" y="2943758"/>
                  </a:lnTo>
                  <a:lnTo>
                    <a:pt x="277241" y="2949752"/>
                  </a:lnTo>
                  <a:lnTo>
                    <a:pt x="326504" y="2950451"/>
                  </a:lnTo>
                  <a:lnTo>
                    <a:pt x="512191" y="2951315"/>
                  </a:lnTo>
                  <a:lnTo>
                    <a:pt x="1119378" y="2951264"/>
                  </a:lnTo>
                  <a:lnTo>
                    <a:pt x="1510665" y="2949752"/>
                  </a:lnTo>
                  <a:lnTo>
                    <a:pt x="1551419" y="2946006"/>
                  </a:lnTo>
                  <a:lnTo>
                    <a:pt x="1598676" y="2935719"/>
                  </a:lnTo>
                  <a:lnTo>
                    <a:pt x="1647063" y="2918396"/>
                  </a:lnTo>
                  <a:lnTo>
                    <a:pt x="1691259" y="2893491"/>
                  </a:lnTo>
                  <a:lnTo>
                    <a:pt x="1732495" y="2855493"/>
                  </a:lnTo>
                  <a:lnTo>
                    <a:pt x="1760931" y="2810624"/>
                  </a:lnTo>
                  <a:lnTo>
                    <a:pt x="1778889" y="2764028"/>
                  </a:lnTo>
                  <a:lnTo>
                    <a:pt x="1788756" y="2720797"/>
                  </a:lnTo>
                  <a:lnTo>
                    <a:pt x="1792884" y="2686075"/>
                  </a:lnTo>
                  <a:lnTo>
                    <a:pt x="1793633" y="2664980"/>
                  </a:lnTo>
                  <a:close/>
                </a:path>
                <a:path w="1810385" h="2951479">
                  <a:moveTo>
                    <a:pt x="1810385" y="3479"/>
                  </a:moveTo>
                  <a:lnTo>
                    <a:pt x="1806752" y="101"/>
                  </a:lnTo>
                  <a:lnTo>
                    <a:pt x="1801368" y="0"/>
                  </a:lnTo>
                  <a:lnTo>
                    <a:pt x="1801368" y="400354"/>
                  </a:lnTo>
                  <a:lnTo>
                    <a:pt x="1806702" y="400354"/>
                  </a:lnTo>
                  <a:lnTo>
                    <a:pt x="1810385" y="396798"/>
                  </a:lnTo>
                  <a:lnTo>
                    <a:pt x="1809788" y="372872"/>
                  </a:lnTo>
                  <a:lnTo>
                    <a:pt x="1809356" y="327329"/>
                  </a:lnTo>
                  <a:lnTo>
                    <a:pt x="1809000" y="200190"/>
                  </a:lnTo>
                  <a:lnTo>
                    <a:pt x="1809330" y="73037"/>
                  </a:lnTo>
                  <a:lnTo>
                    <a:pt x="1809762" y="27457"/>
                  </a:lnTo>
                  <a:lnTo>
                    <a:pt x="1810385" y="3479"/>
                  </a:lnTo>
                  <a:close/>
                </a:path>
              </a:pathLst>
            </a:custGeom>
            <a:solidFill>
              <a:srgbClr val="FD09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003553" y="1884807"/>
              <a:ext cx="3175" cy="269875"/>
            </a:xfrm>
            <a:custGeom>
              <a:avLst/>
              <a:gdLst/>
              <a:ahLst/>
              <a:cxnLst/>
              <a:rect l="l" t="t" r="r" b="b"/>
              <a:pathLst>
                <a:path w="3175" h="269875">
                  <a:moveTo>
                    <a:pt x="2743" y="0"/>
                  </a:moveTo>
                  <a:lnTo>
                    <a:pt x="0" y="3555"/>
                  </a:lnTo>
                  <a:lnTo>
                    <a:pt x="649" y="39123"/>
                  </a:lnTo>
                  <a:lnTo>
                    <a:pt x="961" y="100092"/>
                  </a:lnTo>
                  <a:lnTo>
                    <a:pt x="949" y="169528"/>
                  </a:lnTo>
                  <a:lnTo>
                    <a:pt x="624" y="230497"/>
                  </a:lnTo>
                  <a:lnTo>
                    <a:pt x="0" y="266064"/>
                  </a:lnTo>
                  <a:lnTo>
                    <a:pt x="2743" y="269493"/>
                  </a:lnTo>
                  <a:lnTo>
                    <a:pt x="2743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003554" y="1884844"/>
              <a:ext cx="15240" cy="605155"/>
            </a:xfrm>
            <a:custGeom>
              <a:avLst/>
              <a:gdLst/>
              <a:ahLst/>
              <a:cxnLst/>
              <a:rect l="l" t="t" r="r" b="b"/>
              <a:pathLst>
                <a:path w="15240" h="605155">
                  <a:moveTo>
                    <a:pt x="2743" y="335241"/>
                  </a:moveTo>
                  <a:lnTo>
                    <a:pt x="0" y="338797"/>
                  </a:lnTo>
                  <a:lnTo>
                    <a:pt x="647" y="374370"/>
                  </a:lnTo>
                  <a:lnTo>
                    <a:pt x="952" y="435343"/>
                  </a:lnTo>
                  <a:lnTo>
                    <a:pt x="939" y="504774"/>
                  </a:lnTo>
                  <a:lnTo>
                    <a:pt x="622" y="565746"/>
                  </a:lnTo>
                  <a:lnTo>
                    <a:pt x="0" y="601306"/>
                  </a:lnTo>
                  <a:lnTo>
                    <a:pt x="2743" y="604735"/>
                  </a:lnTo>
                  <a:lnTo>
                    <a:pt x="2743" y="335241"/>
                  </a:lnTo>
                  <a:close/>
                </a:path>
                <a:path w="15240" h="605155">
                  <a:moveTo>
                    <a:pt x="8432" y="335292"/>
                  </a:moveTo>
                  <a:lnTo>
                    <a:pt x="3048" y="335292"/>
                  </a:lnTo>
                  <a:lnTo>
                    <a:pt x="3048" y="604862"/>
                  </a:lnTo>
                  <a:lnTo>
                    <a:pt x="8432" y="604862"/>
                  </a:lnTo>
                  <a:lnTo>
                    <a:pt x="8432" y="335292"/>
                  </a:lnTo>
                  <a:close/>
                </a:path>
                <a:path w="15240" h="605155">
                  <a:moveTo>
                    <a:pt x="14986" y="335292"/>
                  </a:moveTo>
                  <a:lnTo>
                    <a:pt x="9144" y="335292"/>
                  </a:lnTo>
                  <a:lnTo>
                    <a:pt x="9144" y="604862"/>
                  </a:lnTo>
                  <a:lnTo>
                    <a:pt x="14986" y="604862"/>
                  </a:lnTo>
                  <a:lnTo>
                    <a:pt x="14986" y="335292"/>
                  </a:lnTo>
                  <a:close/>
                </a:path>
                <a:path w="15240" h="605155">
                  <a:moveTo>
                    <a:pt x="14986" y="0"/>
                  </a:moveTo>
                  <a:lnTo>
                    <a:pt x="9144" y="0"/>
                  </a:lnTo>
                  <a:lnTo>
                    <a:pt x="9144" y="269582"/>
                  </a:lnTo>
                  <a:lnTo>
                    <a:pt x="14986" y="269582"/>
                  </a:lnTo>
                  <a:lnTo>
                    <a:pt x="14986" y="0"/>
                  </a:lnTo>
                  <a:close/>
                </a:path>
              </a:pathLst>
            </a:custGeom>
            <a:solidFill>
              <a:srgbClr val="FD09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006602" y="1567726"/>
              <a:ext cx="5715" cy="144145"/>
            </a:xfrm>
            <a:custGeom>
              <a:avLst/>
              <a:gdLst/>
              <a:ahLst/>
              <a:cxnLst/>
              <a:rect l="l" t="t" r="r" b="b"/>
              <a:pathLst>
                <a:path w="5715" h="144144">
                  <a:moveTo>
                    <a:pt x="5395" y="0"/>
                  </a:moveTo>
                  <a:lnTo>
                    <a:pt x="0" y="0"/>
                  </a:lnTo>
                  <a:lnTo>
                    <a:pt x="0" y="144106"/>
                  </a:lnTo>
                  <a:lnTo>
                    <a:pt x="5395" y="144106"/>
                  </a:lnTo>
                  <a:lnTo>
                    <a:pt x="5395" y="0"/>
                  </a:lnTo>
                  <a:close/>
                </a:path>
              </a:pathLst>
            </a:custGeom>
            <a:solidFill>
              <a:srgbClr val="3A3A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003553" y="1567688"/>
              <a:ext cx="3175" cy="144145"/>
            </a:xfrm>
            <a:custGeom>
              <a:avLst/>
              <a:gdLst/>
              <a:ahLst/>
              <a:cxnLst/>
              <a:rect l="l" t="t" r="r" b="b"/>
              <a:pathLst>
                <a:path w="3175" h="144144">
                  <a:moveTo>
                    <a:pt x="2743" y="0"/>
                  </a:moveTo>
                  <a:lnTo>
                    <a:pt x="0" y="3428"/>
                  </a:lnTo>
                  <a:lnTo>
                    <a:pt x="759" y="32843"/>
                  </a:lnTo>
                  <a:lnTo>
                    <a:pt x="995" y="72056"/>
                  </a:lnTo>
                  <a:lnTo>
                    <a:pt x="734" y="111246"/>
                  </a:lnTo>
                  <a:lnTo>
                    <a:pt x="0" y="140588"/>
                  </a:lnTo>
                  <a:lnTo>
                    <a:pt x="2743" y="144017"/>
                  </a:lnTo>
                  <a:lnTo>
                    <a:pt x="2743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012697" y="1567726"/>
              <a:ext cx="6350" cy="144145"/>
            </a:xfrm>
            <a:custGeom>
              <a:avLst/>
              <a:gdLst/>
              <a:ahLst/>
              <a:cxnLst/>
              <a:rect l="l" t="t" r="r" b="b"/>
              <a:pathLst>
                <a:path w="6350" h="144144">
                  <a:moveTo>
                    <a:pt x="5852" y="0"/>
                  </a:moveTo>
                  <a:lnTo>
                    <a:pt x="0" y="0"/>
                  </a:lnTo>
                  <a:lnTo>
                    <a:pt x="0" y="144106"/>
                  </a:lnTo>
                  <a:lnTo>
                    <a:pt x="5852" y="144106"/>
                  </a:lnTo>
                  <a:lnTo>
                    <a:pt x="5852" y="0"/>
                  </a:lnTo>
                  <a:close/>
                </a:path>
              </a:pathLst>
            </a:custGeom>
            <a:solidFill>
              <a:srgbClr val="FD09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683639" y="1180591"/>
              <a:ext cx="454659" cy="3656329"/>
            </a:xfrm>
            <a:custGeom>
              <a:avLst/>
              <a:gdLst/>
              <a:ahLst/>
              <a:cxnLst/>
              <a:rect l="l" t="t" r="r" b="b"/>
              <a:pathLst>
                <a:path w="454660" h="3656329">
                  <a:moveTo>
                    <a:pt x="335788" y="3655314"/>
                  </a:moveTo>
                  <a:lnTo>
                    <a:pt x="334391" y="3654298"/>
                  </a:lnTo>
                  <a:lnTo>
                    <a:pt x="326517" y="3650488"/>
                  </a:lnTo>
                  <a:lnTo>
                    <a:pt x="325501" y="3649726"/>
                  </a:lnTo>
                  <a:lnTo>
                    <a:pt x="322326" y="3649345"/>
                  </a:lnTo>
                  <a:lnTo>
                    <a:pt x="318643" y="3649345"/>
                  </a:lnTo>
                  <a:lnTo>
                    <a:pt x="137287" y="3649345"/>
                  </a:lnTo>
                  <a:lnTo>
                    <a:pt x="134112" y="3649853"/>
                  </a:lnTo>
                  <a:lnTo>
                    <a:pt x="125349" y="3654298"/>
                  </a:lnTo>
                  <a:lnTo>
                    <a:pt x="123825" y="3655314"/>
                  </a:lnTo>
                  <a:lnTo>
                    <a:pt x="127762" y="3656330"/>
                  </a:lnTo>
                  <a:lnTo>
                    <a:pt x="331978" y="3656330"/>
                  </a:lnTo>
                  <a:lnTo>
                    <a:pt x="335788" y="3655314"/>
                  </a:lnTo>
                  <a:close/>
                </a:path>
                <a:path w="454660" h="3656329">
                  <a:moveTo>
                    <a:pt x="454279" y="65151"/>
                  </a:moveTo>
                  <a:lnTo>
                    <a:pt x="449122" y="39814"/>
                  </a:lnTo>
                  <a:lnTo>
                    <a:pt x="435063" y="19100"/>
                  </a:lnTo>
                  <a:lnTo>
                    <a:pt x="414197" y="5130"/>
                  </a:lnTo>
                  <a:lnTo>
                    <a:pt x="388620" y="0"/>
                  </a:lnTo>
                  <a:lnTo>
                    <a:pt x="65786" y="0"/>
                  </a:lnTo>
                  <a:lnTo>
                    <a:pt x="40182" y="5130"/>
                  </a:lnTo>
                  <a:lnTo>
                    <a:pt x="19265" y="19100"/>
                  </a:lnTo>
                  <a:lnTo>
                    <a:pt x="5168" y="39814"/>
                  </a:lnTo>
                  <a:lnTo>
                    <a:pt x="0" y="65151"/>
                  </a:lnTo>
                  <a:lnTo>
                    <a:pt x="5168" y="90474"/>
                  </a:lnTo>
                  <a:lnTo>
                    <a:pt x="19265" y="111150"/>
                  </a:lnTo>
                  <a:lnTo>
                    <a:pt x="40182" y="125069"/>
                  </a:lnTo>
                  <a:lnTo>
                    <a:pt x="65786" y="130175"/>
                  </a:lnTo>
                  <a:lnTo>
                    <a:pt x="388620" y="130175"/>
                  </a:lnTo>
                  <a:lnTo>
                    <a:pt x="414108" y="125069"/>
                  </a:lnTo>
                  <a:lnTo>
                    <a:pt x="434987" y="111150"/>
                  </a:lnTo>
                  <a:lnTo>
                    <a:pt x="449084" y="90474"/>
                  </a:lnTo>
                  <a:lnTo>
                    <a:pt x="454279" y="651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25014" y="1217294"/>
              <a:ext cx="57023" cy="5702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036826" y="1229741"/>
              <a:ext cx="31115" cy="33655"/>
            </a:xfrm>
            <a:custGeom>
              <a:avLst/>
              <a:gdLst/>
              <a:ahLst/>
              <a:cxnLst/>
              <a:rect l="l" t="t" r="r" b="b"/>
              <a:pathLst>
                <a:path w="31114" h="33655">
                  <a:moveTo>
                    <a:pt x="24130" y="0"/>
                  </a:moveTo>
                  <a:lnTo>
                    <a:pt x="6985" y="0"/>
                  </a:lnTo>
                  <a:lnTo>
                    <a:pt x="0" y="7493"/>
                  </a:lnTo>
                  <a:lnTo>
                    <a:pt x="0" y="26035"/>
                  </a:lnTo>
                  <a:lnTo>
                    <a:pt x="6985" y="33655"/>
                  </a:lnTo>
                  <a:lnTo>
                    <a:pt x="24130" y="33655"/>
                  </a:lnTo>
                  <a:lnTo>
                    <a:pt x="31115" y="26035"/>
                  </a:lnTo>
                  <a:lnTo>
                    <a:pt x="31115" y="16763"/>
                  </a:lnTo>
                  <a:lnTo>
                    <a:pt x="31115" y="7493"/>
                  </a:lnTo>
                  <a:lnTo>
                    <a:pt x="24130" y="0"/>
                  </a:lnTo>
                  <a:close/>
                </a:path>
              </a:pathLst>
            </a:custGeom>
            <a:solidFill>
              <a:srgbClr val="0A121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037461" y="1232153"/>
              <a:ext cx="29845" cy="27305"/>
            </a:xfrm>
            <a:custGeom>
              <a:avLst/>
              <a:gdLst/>
              <a:ahLst/>
              <a:cxnLst/>
              <a:rect l="l" t="t" r="r" b="b"/>
              <a:pathLst>
                <a:path w="29844" h="27305">
                  <a:moveTo>
                    <a:pt x="29464" y="6096"/>
                  </a:moveTo>
                  <a:lnTo>
                    <a:pt x="22860" y="0"/>
                  </a:lnTo>
                  <a:lnTo>
                    <a:pt x="6477" y="0"/>
                  </a:lnTo>
                  <a:lnTo>
                    <a:pt x="0" y="6096"/>
                  </a:lnTo>
                  <a:lnTo>
                    <a:pt x="0" y="21209"/>
                  </a:lnTo>
                  <a:lnTo>
                    <a:pt x="6604" y="27305"/>
                  </a:lnTo>
                  <a:lnTo>
                    <a:pt x="22860" y="27305"/>
                  </a:lnTo>
                  <a:lnTo>
                    <a:pt x="29464" y="21082"/>
                  </a:lnTo>
                  <a:lnTo>
                    <a:pt x="29464" y="13589"/>
                  </a:lnTo>
                  <a:lnTo>
                    <a:pt x="29464" y="6096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055114" y="1247394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60" h="10159">
                  <a:moveTo>
                    <a:pt x="7493" y="0"/>
                  </a:moveTo>
                  <a:lnTo>
                    <a:pt x="2159" y="0"/>
                  </a:lnTo>
                  <a:lnTo>
                    <a:pt x="0" y="2158"/>
                  </a:lnTo>
                  <a:lnTo>
                    <a:pt x="0" y="7492"/>
                  </a:lnTo>
                  <a:lnTo>
                    <a:pt x="2159" y="9651"/>
                  </a:lnTo>
                  <a:lnTo>
                    <a:pt x="7493" y="9651"/>
                  </a:lnTo>
                  <a:lnTo>
                    <a:pt x="9652" y="7492"/>
                  </a:lnTo>
                  <a:lnTo>
                    <a:pt x="9652" y="4825"/>
                  </a:lnTo>
                  <a:lnTo>
                    <a:pt x="9652" y="2158"/>
                  </a:lnTo>
                  <a:lnTo>
                    <a:pt x="7493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753230" y="1104518"/>
              <a:ext cx="1786255" cy="3731260"/>
            </a:xfrm>
            <a:custGeom>
              <a:avLst/>
              <a:gdLst/>
              <a:ahLst/>
              <a:cxnLst/>
              <a:rect l="l" t="t" r="r" b="b"/>
              <a:pathLst>
                <a:path w="1786254" h="3731260">
                  <a:moveTo>
                    <a:pt x="1786128" y="252857"/>
                  </a:moveTo>
                  <a:lnTo>
                    <a:pt x="1782051" y="207429"/>
                  </a:lnTo>
                  <a:lnTo>
                    <a:pt x="1770291" y="164668"/>
                  </a:lnTo>
                  <a:lnTo>
                    <a:pt x="1751584" y="125272"/>
                  </a:lnTo>
                  <a:lnTo>
                    <a:pt x="1751457" y="125095"/>
                  </a:lnTo>
                  <a:lnTo>
                    <a:pt x="1751457" y="268859"/>
                  </a:lnTo>
                  <a:lnTo>
                    <a:pt x="1751330" y="3464064"/>
                  </a:lnTo>
                  <a:lnTo>
                    <a:pt x="1746605" y="3510864"/>
                  </a:lnTo>
                  <a:lnTo>
                    <a:pt x="1733067" y="3554450"/>
                  </a:lnTo>
                  <a:lnTo>
                    <a:pt x="1711655" y="3593884"/>
                  </a:lnTo>
                  <a:lnTo>
                    <a:pt x="1683283" y="3628237"/>
                  </a:lnTo>
                  <a:lnTo>
                    <a:pt x="1648904" y="3656584"/>
                  </a:lnTo>
                  <a:lnTo>
                    <a:pt x="1609445" y="3677983"/>
                  </a:lnTo>
                  <a:lnTo>
                    <a:pt x="1565846" y="3691496"/>
                  </a:lnTo>
                  <a:lnTo>
                    <a:pt x="1519047" y="3696208"/>
                  </a:lnTo>
                  <a:lnTo>
                    <a:pt x="268859" y="3696208"/>
                  </a:lnTo>
                  <a:lnTo>
                    <a:pt x="222046" y="3691496"/>
                  </a:lnTo>
                  <a:lnTo>
                    <a:pt x="178447" y="3677983"/>
                  </a:lnTo>
                  <a:lnTo>
                    <a:pt x="138988" y="3656584"/>
                  </a:lnTo>
                  <a:lnTo>
                    <a:pt x="104609" y="3628237"/>
                  </a:lnTo>
                  <a:lnTo>
                    <a:pt x="76238" y="3593884"/>
                  </a:lnTo>
                  <a:lnTo>
                    <a:pt x="54825" y="3554450"/>
                  </a:lnTo>
                  <a:lnTo>
                    <a:pt x="41287" y="3510864"/>
                  </a:lnTo>
                  <a:lnTo>
                    <a:pt x="36576" y="3464064"/>
                  </a:lnTo>
                  <a:lnTo>
                    <a:pt x="36576" y="268859"/>
                  </a:lnTo>
                  <a:lnTo>
                    <a:pt x="41287" y="222097"/>
                  </a:lnTo>
                  <a:lnTo>
                    <a:pt x="54813" y="178536"/>
                  </a:lnTo>
                  <a:lnTo>
                    <a:pt x="76212" y="139103"/>
                  </a:lnTo>
                  <a:lnTo>
                    <a:pt x="104571" y="104736"/>
                  </a:lnTo>
                  <a:lnTo>
                    <a:pt x="138950" y="76377"/>
                  </a:lnTo>
                  <a:lnTo>
                    <a:pt x="178409" y="54965"/>
                  </a:lnTo>
                  <a:lnTo>
                    <a:pt x="222021" y="41427"/>
                  </a:lnTo>
                  <a:lnTo>
                    <a:pt x="268859" y="36703"/>
                  </a:lnTo>
                  <a:lnTo>
                    <a:pt x="1519174" y="36703"/>
                  </a:lnTo>
                  <a:lnTo>
                    <a:pt x="1565973" y="41427"/>
                  </a:lnTo>
                  <a:lnTo>
                    <a:pt x="1609572" y="54965"/>
                  </a:lnTo>
                  <a:lnTo>
                    <a:pt x="1649031" y="76377"/>
                  </a:lnTo>
                  <a:lnTo>
                    <a:pt x="1683410" y="104736"/>
                  </a:lnTo>
                  <a:lnTo>
                    <a:pt x="1711782" y="139103"/>
                  </a:lnTo>
                  <a:lnTo>
                    <a:pt x="1733194" y="178536"/>
                  </a:lnTo>
                  <a:lnTo>
                    <a:pt x="1746732" y="222097"/>
                  </a:lnTo>
                  <a:lnTo>
                    <a:pt x="1751457" y="268859"/>
                  </a:lnTo>
                  <a:lnTo>
                    <a:pt x="1751457" y="125095"/>
                  </a:lnTo>
                  <a:lnTo>
                    <a:pt x="1726641" y="89979"/>
                  </a:lnTo>
                  <a:lnTo>
                    <a:pt x="1696173" y="59499"/>
                  </a:lnTo>
                  <a:lnTo>
                    <a:pt x="1660893" y="34544"/>
                  </a:lnTo>
                  <a:lnTo>
                    <a:pt x="1621523" y="15836"/>
                  </a:lnTo>
                  <a:lnTo>
                    <a:pt x="1578787" y="4076"/>
                  </a:lnTo>
                  <a:lnTo>
                    <a:pt x="1533398" y="0"/>
                  </a:lnTo>
                  <a:lnTo>
                    <a:pt x="252730" y="0"/>
                  </a:lnTo>
                  <a:lnTo>
                    <a:pt x="207302" y="4076"/>
                  </a:lnTo>
                  <a:lnTo>
                    <a:pt x="164541" y="15836"/>
                  </a:lnTo>
                  <a:lnTo>
                    <a:pt x="125171" y="34544"/>
                  </a:lnTo>
                  <a:lnTo>
                    <a:pt x="89890" y="59499"/>
                  </a:lnTo>
                  <a:lnTo>
                    <a:pt x="59436" y="89979"/>
                  </a:lnTo>
                  <a:lnTo>
                    <a:pt x="34505" y="125272"/>
                  </a:lnTo>
                  <a:lnTo>
                    <a:pt x="15811" y="164668"/>
                  </a:lnTo>
                  <a:lnTo>
                    <a:pt x="4064" y="207429"/>
                  </a:lnTo>
                  <a:lnTo>
                    <a:pt x="0" y="252857"/>
                  </a:lnTo>
                  <a:lnTo>
                    <a:pt x="0" y="3477895"/>
                  </a:lnTo>
                  <a:lnTo>
                    <a:pt x="4064" y="3523361"/>
                  </a:lnTo>
                  <a:lnTo>
                    <a:pt x="15811" y="3566147"/>
                  </a:lnTo>
                  <a:lnTo>
                    <a:pt x="34505" y="3605542"/>
                  </a:lnTo>
                  <a:lnTo>
                    <a:pt x="59436" y="3640836"/>
                  </a:lnTo>
                  <a:lnTo>
                    <a:pt x="89890" y="3671303"/>
                  </a:lnTo>
                  <a:lnTo>
                    <a:pt x="125171" y="3696246"/>
                  </a:lnTo>
                  <a:lnTo>
                    <a:pt x="164541" y="3714940"/>
                  </a:lnTo>
                  <a:lnTo>
                    <a:pt x="207302" y="3726688"/>
                  </a:lnTo>
                  <a:lnTo>
                    <a:pt x="252730" y="3730752"/>
                  </a:lnTo>
                  <a:lnTo>
                    <a:pt x="1533398" y="3730752"/>
                  </a:lnTo>
                  <a:lnTo>
                    <a:pt x="1578787" y="3726688"/>
                  </a:lnTo>
                  <a:lnTo>
                    <a:pt x="1621523" y="3714940"/>
                  </a:lnTo>
                  <a:lnTo>
                    <a:pt x="1639836" y="3706241"/>
                  </a:lnTo>
                  <a:lnTo>
                    <a:pt x="1660893" y="3696246"/>
                  </a:lnTo>
                  <a:lnTo>
                    <a:pt x="1696173" y="3671303"/>
                  </a:lnTo>
                  <a:lnTo>
                    <a:pt x="1726641" y="3640836"/>
                  </a:lnTo>
                  <a:lnTo>
                    <a:pt x="1751584" y="3605542"/>
                  </a:lnTo>
                  <a:lnTo>
                    <a:pt x="1770291" y="3566147"/>
                  </a:lnTo>
                  <a:lnTo>
                    <a:pt x="1782051" y="3523361"/>
                  </a:lnTo>
                  <a:lnTo>
                    <a:pt x="1786128" y="3477895"/>
                  </a:lnTo>
                  <a:lnTo>
                    <a:pt x="1786128" y="252857"/>
                  </a:lnTo>
                  <a:close/>
                </a:path>
              </a:pathLst>
            </a:custGeom>
            <a:solidFill>
              <a:srgbClr val="FD09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774566" y="1125855"/>
              <a:ext cx="1741805" cy="3686810"/>
            </a:xfrm>
            <a:custGeom>
              <a:avLst/>
              <a:gdLst/>
              <a:ahLst/>
              <a:cxnLst/>
              <a:rect l="l" t="t" r="r" b="b"/>
              <a:pathLst>
                <a:path w="1741804" h="3686810">
                  <a:moveTo>
                    <a:pt x="1503172" y="0"/>
                  </a:moveTo>
                  <a:lnTo>
                    <a:pt x="238506" y="0"/>
                  </a:lnTo>
                  <a:lnTo>
                    <a:pt x="190476" y="4857"/>
                  </a:lnTo>
                  <a:lnTo>
                    <a:pt x="145714" y="18782"/>
                  </a:lnTo>
                  <a:lnTo>
                    <a:pt x="105187" y="40806"/>
                  </a:lnTo>
                  <a:lnTo>
                    <a:pt x="69865" y="69961"/>
                  </a:lnTo>
                  <a:lnTo>
                    <a:pt x="40717" y="105277"/>
                  </a:lnTo>
                  <a:lnTo>
                    <a:pt x="18710" y="145786"/>
                  </a:lnTo>
                  <a:lnTo>
                    <a:pt x="4815" y="190518"/>
                  </a:lnTo>
                  <a:lnTo>
                    <a:pt x="0" y="238506"/>
                  </a:lnTo>
                  <a:lnTo>
                    <a:pt x="0" y="3448050"/>
                  </a:lnTo>
                  <a:lnTo>
                    <a:pt x="4805" y="3495611"/>
                  </a:lnTo>
                  <a:lnTo>
                    <a:pt x="4851" y="3496073"/>
                  </a:lnTo>
                  <a:lnTo>
                    <a:pt x="18764" y="3540823"/>
                  </a:lnTo>
                  <a:lnTo>
                    <a:pt x="40772" y="3581334"/>
                  </a:lnTo>
                  <a:lnTo>
                    <a:pt x="69913" y="3616642"/>
                  </a:lnTo>
                  <a:lnTo>
                    <a:pt x="105221" y="3645783"/>
                  </a:lnTo>
                  <a:lnTo>
                    <a:pt x="145732" y="3667791"/>
                  </a:lnTo>
                  <a:lnTo>
                    <a:pt x="190482" y="3681704"/>
                  </a:lnTo>
                  <a:lnTo>
                    <a:pt x="238506" y="3686556"/>
                  </a:lnTo>
                  <a:lnTo>
                    <a:pt x="1503172" y="3686556"/>
                  </a:lnTo>
                  <a:lnTo>
                    <a:pt x="1525773" y="3684270"/>
                  </a:lnTo>
                  <a:lnTo>
                    <a:pt x="238379" y="3684270"/>
                  </a:lnTo>
                  <a:lnTo>
                    <a:pt x="190911" y="3679464"/>
                  </a:lnTo>
                  <a:lnTo>
                    <a:pt x="146629" y="3665684"/>
                  </a:lnTo>
                  <a:lnTo>
                    <a:pt x="106533" y="3643885"/>
                  </a:lnTo>
                  <a:lnTo>
                    <a:pt x="71574" y="3615023"/>
                  </a:lnTo>
                  <a:lnTo>
                    <a:pt x="42709" y="3580053"/>
                  </a:lnTo>
                  <a:lnTo>
                    <a:pt x="20898" y="3539930"/>
                  </a:lnTo>
                  <a:lnTo>
                    <a:pt x="7102" y="3495611"/>
                  </a:lnTo>
                  <a:lnTo>
                    <a:pt x="2286" y="3448050"/>
                  </a:lnTo>
                  <a:lnTo>
                    <a:pt x="12911" y="3448050"/>
                  </a:lnTo>
                  <a:lnTo>
                    <a:pt x="2286" y="3447923"/>
                  </a:lnTo>
                  <a:lnTo>
                    <a:pt x="2286" y="238506"/>
                  </a:lnTo>
                  <a:lnTo>
                    <a:pt x="7096" y="191028"/>
                  </a:lnTo>
                  <a:lnTo>
                    <a:pt x="20883" y="146772"/>
                  </a:lnTo>
                  <a:lnTo>
                    <a:pt x="42682" y="106694"/>
                  </a:lnTo>
                  <a:lnTo>
                    <a:pt x="71527" y="71754"/>
                  </a:lnTo>
                  <a:lnTo>
                    <a:pt x="106453" y="42911"/>
                  </a:lnTo>
                  <a:lnTo>
                    <a:pt x="146481" y="21121"/>
                  </a:lnTo>
                  <a:lnTo>
                    <a:pt x="146334" y="21121"/>
                  </a:lnTo>
                  <a:lnTo>
                    <a:pt x="190591" y="7345"/>
                  </a:lnTo>
                  <a:lnTo>
                    <a:pt x="189780" y="7345"/>
                  </a:lnTo>
                  <a:lnTo>
                    <a:pt x="237251" y="2540"/>
                  </a:lnTo>
                  <a:lnTo>
                    <a:pt x="1528313" y="2540"/>
                  </a:lnTo>
                  <a:lnTo>
                    <a:pt x="1503172" y="0"/>
                  </a:lnTo>
                  <a:close/>
                </a:path>
                <a:path w="1741804" h="3686810">
                  <a:moveTo>
                    <a:pt x="1741665" y="3448050"/>
                  </a:moveTo>
                  <a:lnTo>
                    <a:pt x="1739138" y="3448050"/>
                  </a:lnTo>
                  <a:lnTo>
                    <a:pt x="1734332" y="3495611"/>
                  </a:lnTo>
                  <a:lnTo>
                    <a:pt x="1720554" y="3539930"/>
                  </a:lnTo>
                  <a:lnTo>
                    <a:pt x="1698760" y="3580053"/>
                  </a:lnTo>
                  <a:lnTo>
                    <a:pt x="1669907" y="3615023"/>
                  </a:lnTo>
                  <a:lnTo>
                    <a:pt x="1634952" y="3643885"/>
                  </a:lnTo>
                  <a:lnTo>
                    <a:pt x="1594852" y="3665684"/>
                  </a:lnTo>
                  <a:lnTo>
                    <a:pt x="1550564" y="3679464"/>
                  </a:lnTo>
                  <a:lnTo>
                    <a:pt x="1503045" y="3684270"/>
                  </a:lnTo>
                  <a:lnTo>
                    <a:pt x="1525773" y="3684270"/>
                  </a:lnTo>
                  <a:lnTo>
                    <a:pt x="1595881" y="3667791"/>
                  </a:lnTo>
                  <a:lnTo>
                    <a:pt x="1636382" y="3645783"/>
                  </a:lnTo>
                  <a:lnTo>
                    <a:pt x="1671687" y="3616642"/>
                  </a:lnTo>
                  <a:lnTo>
                    <a:pt x="1700833" y="3581334"/>
                  </a:lnTo>
                  <a:lnTo>
                    <a:pt x="1722855" y="3540823"/>
                  </a:lnTo>
                  <a:lnTo>
                    <a:pt x="1736788" y="3496073"/>
                  </a:lnTo>
                  <a:lnTo>
                    <a:pt x="1736860" y="3495611"/>
                  </a:lnTo>
                  <a:lnTo>
                    <a:pt x="1741665" y="3448050"/>
                  </a:lnTo>
                  <a:close/>
                </a:path>
                <a:path w="1741804" h="3686810">
                  <a:moveTo>
                    <a:pt x="15336" y="3448050"/>
                  </a:moveTo>
                  <a:lnTo>
                    <a:pt x="12911" y="3448050"/>
                  </a:lnTo>
                  <a:lnTo>
                    <a:pt x="16880" y="3487309"/>
                  </a:lnTo>
                  <a:lnTo>
                    <a:pt x="16940" y="3487899"/>
                  </a:lnTo>
                  <a:lnTo>
                    <a:pt x="30555" y="3531665"/>
                  </a:lnTo>
                  <a:lnTo>
                    <a:pt x="52094" y="3571291"/>
                  </a:lnTo>
                  <a:lnTo>
                    <a:pt x="80613" y="3605831"/>
                  </a:lnTo>
                  <a:lnTo>
                    <a:pt x="115168" y="3634341"/>
                  </a:lnTo>
                  <a:lnTo>
                    <a:pt x="154816" y="3655875"/>
                  </a:lnTo>
                  <a:lnTo>
                    <a:pt x="198614" y="3669489"/>
                  </a:lnTo>
                  <a:lnTo>
                    <a:pt x="245618" y="3674237"/>
                  </a:lnTo>
                  <a:lnTo>
                    <a:pt x="1495933" y="3674237"/>
                  </a:lnTo>
                  <a:lnTo>
                    <a:pt x="1519801" y="3671824"/>
                  </a:lnTo>
                  <a:lnTo>
                    <a:pt x="245618" y="3671824"/>
                  </a:lnTo>
                  <a:lnTo>
                    <a:pt x="199119" y="3667122"/>
                  </a:lnTo>
                  <a:lnTo>
                    <a:pt x="155783" y="3653641"/>
                  </a:lnTo>
                  <a:lnTo>
                    <a:pt x="116546" y="3632316"/>
                  </a:lnTo>
                  <a:lnTo>
                    <a:pt x="82343" y="3604085"/>
                  </a:lnTo>
                  <a:lnTo>
                    <a:pt x="54112" y="3569882"/>
                  </a:lnTo>
                  <a:lnTo>
                    <a:pt x="32787" y="3530645"/>
                  </a:lnTo>
                  <a:lnTo>
                    <a:pt x="19306" y="3487309"/>
                  </a:lnTo>
                  <a:lnTo>
                    <a:pt x="15336" y="3448050"/>
                  </a:lnTo>
                  <a:close/>
                </a:path>
                <a:path w="1741804" h="3686810">
                  <a:moveTo>
                    <a:pt x="1728626" y="3448050"/>
                  </a:moveTo>
                  <a:lnTo>
                    <a:pt x="1726214" y="3448050"/>
                  </a:lnTo>
                  <a:lnTo>
                    <a:pt x="1722244" y="3487309"/>
                  </a:lnTo>
                  <a:lnTo>
                    <a:pt x="1708763" y="3530645"/>
                  </a:lnTo>
                  <a:lnTo>
                    <a:pt x="1687438" y="3569882"/>
                  </a:lnTo>
                  <a:lnTo>
                    <a:pt x="1659207" y="3604085"/>
                  </a:lnTo>
                  <a:lnTo>
                    <a:pt x="1625004" y="3632316"/>
                  </a:lnTo>
                  <a:lnTo>
                    <a:pt x="1585767" y="3653641"/>
                  </a:lnTo>
                  <a:lnTo>
                    <a:pt x="1542431" y="3667122"/>
                  </a:lnTo>
                  <a:lnTo>
                    <a:pt x="1495933" y="3671824"/>
                  </a:lnTo>
                  <a:lnTo>
                    <a:pt x="1519801" y="3671824"/>
                  </a:lnTo>
                  <a:lnTo>
                    <a:pt x="1586674" y="3655875"/>
                  </a:lnTo>
                  <a:lnTo>
                    <a:pt x="1626314" y="3634341"/>
                  </a:lnTo>
                  <a:lnTo>
                    <a:pt x="1660870" y="3605831"/>
                  </a:lnTo>
                  <a:lnTo>
                    <a:pt x="1689397" y="3571291"/>
                  </a:lnTo>
                  <a:lnTo>
                    <a:pt x="1710948" y="3531665"/>
                  </a:lnTo>
                  <a:lnTo>
                    <a:pt x="1724579" y="3487899"/>
                  </a:lnTo>
                  <a:lnTo>
                    <a:pt x="1724656" y="3487309"/>
                  </a:lnTo>
                  <a:lnTo>
                    <a:pt x="1728626" y="3448050"/>
                  </a:lnTo>
                  <a:close/>
                </a:path>
                <a:path w="1741804" h="3686810">
                  <a:moveTo>
                    <a:pt x="1726226" y="3447923"/>
                  </a:moveTo>
                  <a:lnTo>
                    <a:pt x="15324" y="3447923"/>
                  </a:lnTo>
                  <a:lnTo>
                    <a:pt x="1726214" y="3448050"/>
                  </a:lnTo>
                  <a:close/>
                </a:path>
                <a:path w="1741804" h="3686810">
                  <a:moveTo>
                    <a:pt x="1739138" y="3447923"/>
                  </a:moveTo>
                  <a:lnTo>
                    <a:pt x="1728639" y="3447923"/>
                  </a:lnTo>
                  <a:lnTo>
                    <a:pt x="1739138" y="3448050"/>
                  </a:lnTo>
                  <a:close/>
                </a:path>
                <a:path w="1741804" h="3686810">
                  <a:moveTo>
                    <a:pt x="1495933" y="12319"/>
                  </a:moveTo>
                  <a:lnTo>
                    <a:pt x="245618" y="12319"/>
                  </a:lnTo>
                  <a:lnTo>
                    <a:pt x="198651" y="17072"/>
                  </a:lnTo>
                  <a:lnTo>
                    <a:pt x="154870" y="30700"/>
                  </a:lnTo>
                  <a:lnTo>
                    <a:pt x="115224" y="52254"/>
                  </a:lnTo>
                  <a:lnTo>
                    <a:pt x="80660" y="80787"/>
                  </a:lnTo>
                  <a:lnTo>
                    <a:pt x="52127" y="115351"/>
                  </a:lnTo>
                  <a:lnTo>
                    <a:pt x="30573" y="154997"/>
                  </a:lnTo>
                  <a:lnTo>
                    <a:pt x="16945" y="198778"/>
                  </a:lnTo>
                  <a:lnTo>
                    <a:pt x="12192" y="245745"/>
                  </a:lnTo>
                  <a:lnTo>
                    <a:pt x="12192" y="3440938"/>
                  </a:lnTo>
                  <a:lnTo>
                    <a:pt x="12898" y="3447923"/>
                  </a:lnTo>
                  <a:lnTo>
                    <a:pt x="15324" y="3447923"/>
                  </a:lnTo>
                  <a:lnTo>
                    <a:pt x="14617" y="3440938"/>
                  </a:lnTo>
                  <a:lnTo>
                    <a:pt x="14605" y="245745"/>
                  </a:lnTo>
                  <a:lnTo>
                    <a:pt x="19306" y="199246"/>
                  </a:lnTo>
                  <a:lnTo>
                    <a:pt x="32787" y="155910"/>
                  </a:lnTo>
                  <a:lnTo>
                    <a:pt x="54112" y="116673"/>
                  </a:lnTo>
                  <a:lnTo>
                    <a:pt x="82343" y="82470"/>
                  </a:lnTo>
                  <a:lnTo>
                    <a:pt x="116546" y="54239"/>
                  </a:lnTo>
                  <a:lnTo>
                    <a:pt x="155783" y="32914"/>
                  </a:lnTo>
                  <a:lnTo>
                    <a:pt x="199119" y="19433"/>
                  </a:lnTo>
                  <a:lnTo>
                    <a:pt x="245618" y="14732"/>
                  </a:lnTo>
                  <a:lnTo>
                    <a:pt x="1519794" y="14732"/>
                  </a:lnTo>
                  <a:lnTo>
                    <a:pt x="1495933" y="12319"/>
                  </a:lnTo>
                  <a:close/>
                </a:path>
                <a:path w="1741804" h="3686810">
                  <a:moveTo>
                    <a:pt x="1519794" y="14732"/>
                  </a:moveTo>
                  <a:lnTo>
                    <a:pt x="1495933" y="14732"/>
                  </a:lnTo>
                  <a:lnTo>
                    <a:pt x="1542431" y="19433"/>
                  </a:lnTo>
                  <a:lnTo>
                    <a:pt x="1585767" y="32914"/>
                  </a:lnTo>
                  <a:lnTo>
                    <a:pt x="1625004" y="54239"/>
                  </a:lnTo>
                  <a:lnTo>
                    <a:pt x="1659207" y="82470"/>
                  </a:lnTo>
                  <a:lnTo>
                    <a:pt x="1687438" y="116673"/>
                  </a:lnTo>
                  <a:lnTo>
                    <a:pt x="1708763" y="155910"/>
                  </a:lnTo>
                  <a:lnTo>
                    <a:pt x="1722244" y="199246"/>
                  </a:lnTo>
                  <a:lnTo>
                    <a:pt x="1726946" y="245745"/>
                  </a:lnTo>
                  <a:lnTo>
                    <a:pt x="1726933" y="3440938"/>
                  </a:lnTo>
                  <a:lnTo>
                    <a:pt x="1726226" y="3447923"/>
                  </a:lnTo>
                  <a:lnTo>
                    <a:pt x="1728639" y="3447923"/>
                  </a:lnTo>
                  <a:lnTo>
                    <a:pt x="1729346" y="3440938"/>
                  </a:lnTo>
                  <a:lnTo>
                    <a:pt x="1729359" y="245745"/>
                  </a:lnTo>
                  <a:lnTo>
                    <a:pt x="1724658" y="199246"/>
                  </a:lnTo>
                  <a:lnTo>
                    <a:pt x="1724610" y="198778"/>
                  </a:lnTo>
                  <a:lnTo>
                    <a:pt x="1710995" y="154997"/>
                  </a:lnTo>
                  <a:lnTo>
                    <a:pt x="1689456" y="115351"/>
                  </a:lnTo>
                  <a:lnTo>
                    <a:pt x="1660937" y="80787"/>
                  </a:lnTo>
                  <a:lnTo>
                    <a:pt x="1626382" y="52254"/>
                  </a:lnTo>
                  <a:lnTo>
                    <a:pt x="1586734" y="30700"/>
                  </a:lnTo>
                  <a:lnTo>
                    <a:pt x="1542936" y="17072"/>
                  </a:lnTo>
                  <a:lnTo>
                    <a:pt x="1519794" y="14732"/>
                  </a:lnTo>
                  <a:close/>
                </a:path>
                <a:path w="1741804" h="3686810">
                  <a:moveTo>
                    <a:pt x="1528313" y="2540"/>
                  </a:moveTo>
                  <a:lnTo>
                    <a:pt x="1503045" y="2540"/>
                  </a:lnTo>
                  <a:lnTo>
                    <a:pt x="1550564" y="7345"/>
                  </a:lnTo>
                  <a:lnTo>
                    <a:pt x="1594852" y="21121"/>
                  </a:lnTo>
                  <a:lnTo>
                    <a:pt x="1634952" y="42911"/>
                  </a:lnTo>
                  <a:lnTo>
                    <a:pt x="1669907" y="71754"/>
                  </a:lnTo>
                  <a:lnTo>
                    <a:pt x="1698760" y="106694"/>
                  </a:lnTo>
                  <a:lnTo>
                    <a:pt x="1720554" y="146772"/>
                  </a:lnTo>
                  <a:lnTo>
                    <a:pt x="1734332" y="191028"/>
                  </a:lnTo>
                  <a:lnTo>
                    <a:pt x="1739138" y="238506"/>
                  </a:lnTo>
                  <a:lnTo>
                    <a:pt x="1739138" y="3447923"/>
                  </a:lnTo>
                  <a:lnTo>
                    <a:pt x="1741678" y="3447923"/>
                  </a:lnTo>
                  <a:lnTo>
                    <a:pt x="1741678" y="238506"/>
                  </a:lnTo>
                  <a:lnTo>
                    <a:pt x="1736881" y="191028"/>
                  </a:lnTo>
                  <a:lnTo>
                    <a:pt x="1736829" y="190518"/>
                  </a:lnTo>
                  <a:lnTo>
                    <a:pt x="1722930" y="145786"/>
                  </a:lnTo>
                  <a:lnTo>
                    <a:pt x="1700935" y="105277"/>
                  </a:lnTo>
                  <a:lnTo>
                    <a:pt x="1671803" y="69961"/>
                  </a:lnTo>
                  <a:lnTo>
                    <a:pt x="1636497" y="40806"/>
                  </a:lnTo>
                  <a:lnTo>
                    <a:pt x="1595978" y="18782"/>
                  </a:lnTo>
                  <a:lnTo>
                    <a:pt x="1551212" y="4857"/>
                  </a:lnTo>
                  <a:lnTo>
                    <a:pt x="1528313" y="25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3740658" y="1884755"/>
              <a:ext cx="1807210" cy="2951480"/>
            </a:xfrm>
            <a:custGeom>
              <a:avLst/>
              <a:gdLst/>
              <a:ahLst/>
              <a:cxnLst/>
              <a:rect l="l" t="t" r="r" b="b"/>
              <a:pathLst>
                <a:path w="1807210" h="2951479">
                  <a:moveTo>
                    <a:pt x="5384" y="88"/>
                  </a:moveTo>
                  <a:lnTo>
                    <a:pt x="0" y="88"/>
                  </a:lnTo>
                  <a:lnTo>
                    <a:pt x="0" y="269671"/>
                  </a:lnTo>
                  <a:lnTo>
                    <a:pt x="5384" y="269671"/>
                  </a:lnTo>
                  <a:lnTo>
                    <a:pt x="5384" y="88"/>
                  </a:lnTo>
                  <a:close/>
                </a:path>
                <a:path w="1807210" h="2951479">
                  <a:moveTo>
                    <a:pt x="1793633" y="2664980"/>
                  </a:moveTo>
                  <a:lnTo>
                    <a:pt x="1793367" y="2662605"/>
                  </a:lnTo>
                  <a:lnTo>
                    <a:pt x="1787829" y="2714955"/>
                  </a:lnTo>
                  <a:lnTo>
                    <a:pt x="1774964" y="2761577"/>
                  </a:lnTo>
                  <a:lnTo>
                    <a:pt x="1755470" y="2802598"/>
                  </a:lnTo>
                  <a:lnTo>
                    <a:pt x="1730006" y="2838132"/>
                  </a:lnTo>
                  <a:lnTo>
                    <a:pt x="1699285" y="2868307"/>
                  </a:lnTo>
                  <a:lnTo>
                    <a:pt x="1663979" y="2893237"/>
                  </a:lnTo>
                  <a:lnTo>
                    <a:pt x="1624787" y="2913062"/>
                  </a:lnTo>
                  <a:lnTo>
                    <a:pt x="1582381" y="2927883"/>
                  </a:lnTo>
                  <a:lnTo>
                    <a:pt x="1537462" y="2937840"/>
                  </a:lnTo>
                  <a:lnTo>
                    <a:pt x="1490726" y="2943021"/>
                  </a:lnTo>
                  <a:lnTo>
                    <a:pt x="275844" y="2945434"/>
                  </a:lnTo>
                  <a:lnTo>
                    <a:pt x="219405" y="2939707"/>
                  </a:lnTo>
                  <a:lnTo>
                    <a:pt x="167678" y="2922663"/>
                  </a:lnTo>
                  <a:lnTo>
                    <a:pt x="120980" y="2896768"/>
                  </a:lnTo>
                  <a:lnTo>
                    <a:pt x="79629" y="2864535"/>
                  </a:lnTo>
                  <a:lnTo>
                    <a:pt x="106273" y="2888526"/>
                  </a:lnTo>
                  <a:lnTo>
                    <a:pt x="137020" y="2911094"/>
                  </a:lnTo>
                  <a:lnTo>
                    <a:pt x="174205" y="2930182"/>
                  </a:lnTo>
                  <a:lnTo>
                    <a:pt x="220167" y="2943758"/>
                  </a:lnTo>
                  <a:lnTo>
                    <a:pt x="277241" y="2949752"/>
                  </a:lnTo>
                  <a:lnTo>
                    <a:pt x="326504" y="2950451"/>
                  </a:lnTo>
                  <a:lnTo>
                    <a:pt x="512191" y="2951315"/>
                  </a:lnTo>
                  <a:lnTo>
                    <a:pt x="1119378" y="2951264"/>
                  </a:lnTo>
                  <a:lnTo>
                    <a:pt x="1510665" y="2949752"/>
                  </a:lnTo>
                  <a:lnTo>
                    <a:pt x="1551419" y="2946006"/>
                  </a:lnTo>
                  <a:lnTo>
                    <a:pt x="1598676" y="2935719"/>
                  </a:lnTo>
                  <a:lnTo>
                    <a:pt x="1647063" y="2918396"/>
                  </a:lnTo>
                  <a:lnTo>
                    <a:pt x="1691259" y="2893491"/>
                  </a:lnTo>
                  <a:lnTo>
                    <a:pt x="1732495" y="2855493"/>
                  </a:lnTo>
                  <a:lnTo>
                    <a:pt x="1760931" y="2810624"/>
                  </a:lnTo>
                  <a:lnTo>
                    <a:pt x="1778889" y="2764028"/>
                  </a:lnTo>
                  <a:lnTo>
                    <a:pt x="1788756" y="2720797"/>
                  </a:lnTo>
                  <a:lnTo>
                    <a:pt x="1792884" y="2686075"/>
                  </a:lnTo>
                  <a:lnTo>
                    <a:pt x="1793633" y="2664980"/>
                  </a:lnTo>
                  <a:close/>
                </a:path>
                <a:path w="1807210" h="2951479">
                  <a:moveTo>
                    <a:pt x="1807210" y="3479"/>
                  </a:moveTo>
                  <a:lnTo>
                    <a:pt x="1805749" y="1689"/>
                  </a:lnTo>
                  <a:lnTo>
                    <a:pt x="1805749" y="0"/>
                  </a:lnTo>
                  <a:lnTo>
                    <a:pt x="1799463" y="0"/>
                  </a:lnTo>
                  <a:lnTo>
                    <a:pt x="1799463" y="400354"/>
                  </a:lnTo>
                  <a:lnTo>
                    <a:pt x="1804416" y="400354"/>
                  </a:lnTo>
                  <a:lnTo>
                    <a:pt x="1805749" y="400354"/>
                  </a:lnTo>
                  <a:lnTo>
                    <a:pt x="1805749" y="398665"/>
                  </a:lnTo>
                  <a:lnTo>
                    <a:pt x="1807210" y="396798"/>
                  </a:lnTo>
                  <a:lnTo>
                    <a:pt x="1806778" y="372872"/>
                  </a:lnTo>
                  <a:lnTo>
                    <a:pt x="1806282" y="267373"/>
                  </a:lnTo>
                  <a:lnTo>
                    <a:pt x="1806257" y="133019"/>
                  </a:lnTo>
                  <a:lnTo>
                    <a:pt x="1806752" y="27457"/>
                  </a:lnTo>
                  <a:lnTo>
                    <a:pt x="1807210" y="3479"/>
                  </a:lnTo>
                  <a:close/>
                </a:path>
              </a:pathLst>
            </a:custGeom>
            <a:solidFill>
              <a:srgbClr val="FD09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737609" y="1884807"/>
              <a:ext cx="3175" cy="269875"/>
            </a:xfrm>
            <a:custGeom>
              <a:avLst/>
              <a:gdLst/>
              <a:ahLst/>
              <a:cxnLst/>
              <a:rect l="l" t="t" r="r" b="b"/>
              <a:pathLst>
                <a:path w="3175" h="269875">
                  <a:moveTo>
                    <a:pt x="2793" y="0"/>
                  </a:moveTo>
                  <a:lnTo>
                    <a:pt x="0" y="3555"/>
                  </a:lnTo>
                  <a:lnTo>
                    <a:pt x="658" y="39123"/>
                  </a:lnTo>
                  <a:lnTo>
                    <a:pt x="969" y="100092"/>
                  </a:lnTo>
                  <a:lnTo>
                    <a:pt x="950" y="169528"/>
                  </a:lnTo>
                  <a:lnTo>
                    <a:pt x="621" y="230497"/>
                  </a:lnTo>
                  <a:lnTo>
                    <a:pt x="0" y="266064"/>
                  </a:lnTo>
                  <a:lnTo>
                    <a:pt x="2793" y="269493"/>
                  </a:lnTo>
                  <a:lnTo>
                    <a:pt x="2793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737610" y="1884844"/>
              <a:ext cx="15240" cy="605155"/>
            </a:xfrm>
            <a:custGeom>
              <a:avLst/>
              <a:gdLst/>
              <a:ahLst/>
              <a:cxnLst/>
              <a:rect l="l" t="t" r="r" b="b"/>
              <a:pathLst>
                <a:path w="15239" h="605155">
                  <a:moveTo>
                    <a:pt x="2794" y="335241"/>
                  </a:moveTo>
                  <a:lnTo>
                    <a:pt x="0" y="338797"/>
                  </a:lnTo>
                  <a:lnTo>
                    <a:pt x="647" y="374370"/>
                  </a:lnTo>
                  <a:lnTo>
                    <a:pt x="965" y="435343"/>
                  </a:lnTo>
                  <a:lnTo>
                    <a:pt x="939" y="504774"/>
                  </a:lnTo>
                  <a:lnTo>
                    <a:pt x="609" y="565746"/>
                  </a:lnTo>
                  <a:lnTo>
                    <a:pt x="0" y="601306"/>
                  </a:lnTo>
                  <a:lnTo>
                    <a:pt x="2794" y="604735"/>
                  </a:lnTo>
                  <a:lnTo>
                    <a:pt x="2794" y="335241"/>
                  </a:lnTo>
                  <a:close/>
                </a:path>
                <a:path w="15239" h="605155">
                  <a:moveTo>
                    <a:pt x="8432" y="335292"/>
                  </a:moveTo>
                  <a:lnTo>
                    <a:pt x="3048" y="335292"/>
                  </a:lnTo>
                  <a:lnTo>
                    <a:pt x="3048" y="604862"/>
                  </a:lnTo>
                  <a:lnTo>
                    <a:pt x="8432" y="604862"/>
                  </a:lnTo>
                  <a:lnTo>
                    <a:pt x="8432" y="335292"/>
                  </a:lnTo>
                  <a:close/>
                </a:path>
                <a:path w="15239" h="605155">
                  <a:moveTo>
                    <a:pt x="14986" y="335292"/>
                  </a:moveTo>
                  <a:lnTo>
                    <a:pt x="9144" y="335292"/>
                  </a:lnTo>
                  <a:lnTo>
                    <a:pt x="9144" y="604862"/>
                  </a:lnTo>
                  <a:lnTo>
                    <a:pt x="14986" y="604862"/>
                  </a:lnTo>
                  <a:lnTo>
                    <a:pt x="14986" y="335292"/>
                  </a:lnTo>
                  <a:close/>
                </a:path>
                <a:path w="15239" h="605155">
                  <a:moveTo>
                    <a:pt x="14986" y="0"/>
                  </a:moveTo>
                  <a:lnTo>
                    <a:pt x="9144" y="0"/>
                  </a:lnTo>
                  <a:lnTo>
                    <a:pt x="9144" y="269582"/>
                  </a:lnTo>
                  <a:lnTo>
                    <a:pt x="14986" y="269582"/>
                  </a:lnTo>
                  <a:lnTo>
                    <a:pt x="14986" y="0"/>
                  </a:lnTo>
                  <a:close/>
                </a:path>
              </a:pathLst>
            </a:custGeom>
            <a:solidFill>
              <a:srgbClr val="FD09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740658" y="1567726"/>
              <a:ext cx="5715" cy="144145"/>
            </a:xfrm>
            <a:custGeom>
              <a:avLst/>
              <a:gdLst/>
              <a:ahLst/>
              <a:cxnLst/>
              <a:rect l="l" t="t" r="r" b="b"/>
              <a:pathLst>
                <a:path w="5714" h="144144">
                  <a:moveTo>
                    <a:pt x="5395" y="0"/>
                  </a:moveTo>
                  <a:lnTo>
                    <a:pt x="0" y="0"/>
                  </a:lnTo>
                  <a:lnTo>
                    <a:pt x="0" y="144106"/>
                  </a:lnTo>
                  <a:lnTo>
                    <a:pt x="5395" y="144106"/>
                  </a:lnTo>
                  <a:lnTo>
                    <a:pt x="5395" y="0"/>
                  </a:lnTo>
                  <a:close/>
                </a:path>
              </a:pathLst>
            </a:custGeom>
            <a:solidFill>
              <a:srgbClr val="3A3A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737609" y="1567688"/>
              <a:ext cx="3175" cy="144145"/>
            </a:xfrm>
            <a:custGeom>
              <a:avLst/>
              <a:gdLst/>
              <a:ahLst/>
              <a:cxnLst/>
              <a:rect l="l" t="t" r="r" b="b"/>
              <a:pathLst>
                <a:path w="3175" h="144144">
                  <a:moveTo>
                    <a:pt x="2793" y="0"/>
                  </a:moveTo>
                  <a:lnTo>
                    <a:pt x="0" y="3428"/>
                  </a:lnTo>
                  <a:lnTo>
                    <a:pt x="767" y="32843"/>
                  </a:lnTo>
                  <a:lnTo>
                    <a:pt x="1000" y="72056"/>
                  </a:lnTo>
                  <a:lnTo>
                    <a:pt x="732" y="111246"/>
                  </a:lnTo>
                  <a:lnTo>
                    <a:pt x="0" y="140588"/>
                  </a:lnTo>
                  <a:lnTo>
                    <a:pt x="2793" y="144017"/>
                  </a:lnTo>
                  <a:lnTo>
                    <a:pt x="2793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746753" y="1567726"/>
              <a:ext cx="6350" cy="144145"/>
            </a:xfrm>
            <a:custGeom>
              <a:avLst/>
              <a:gdLst/>
              <a:ahLst/>
              <a:cxnLst/>
              <a:rect l="l" t="t" r="r" b="b"/>
              <a:pathLst>
                <a:path w="6350" h="144144">
                  <a:moveTo>
                    <a:pt x="5852" y="0"/>
                  </a:moveTo>
                  <a:lnTo>
                    <a:pt x="0" y="0"/>
                  </a:lnTo>
                  <a:lnTo>
                    <a:pt x="0" y="144106"/>
                  </a:lnTo>
                  <a:lnTo>
                    <a:pt x="5852" y="144106"/>
                  </a:lnTo>
                  <a:lnTo>
                    <a:pt x="5852" y="0"/>
                  </a:lnTo>
                  <a:close/>
                </a:path>
              </a:pathLst>
            </a:custGeom>
            <a:solidFill>
              <a:srgbClr val="FD09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417695" y="1180591"/>
              <a:ext cx="451484" cy="3656329"/>
            </a:xfrm>
            <a:custGeom>
              <a:avLst/>
              <a:gdLst/>
              <a:ahLst/>
              <a:cxnLst/>
              <a:rect l="l" t="t" r="r" b="b"/>
              <a:pathLst>
                <a:path w="451485" h="3656329">
                  <a:moveTo>
                    <a:pt x="335788" y="3655314"/>
                  </a:moveTo>
                  <a:lnTo>
                    <a:pt x="334391" y="3654298"/>
                  </a:lnTo>
                  <a:lnTo>
                    <a:pt x="326517" y="3650488"/>
                  </a:lnTo>
                  <a:lnTo>
                    <a:pt x="325501" y="3649726"/>
                  </a:lnTo>
                  <a:lnTo>
                    <a:pt x="322326" y="3649345"/>
                  </a:lnTo>
                  <a:lnTo>
                    <a:pt x="318643" y="3649345"/>
                  </a:lnTo>
                  <a:lnTo>
                    <a:pt x="137287" y="3649345"/>
                  </a:lnTo>
                  <a:lnTo>
                    <a:pt x="134112" y="3649853"/>
                  </a:lnTo>
                  <a:lnTo>
                    <a:pt x="125349" y="3654298"/>
                  </a:lnTo>
                  <a:lnTo>
                    <a:pt x="123825" y="3655314"/>
                  </a:lnTo>
                  <a:lnTo>
                    <a:pt x="127762" y="3656330"/>
                  </a:lnTo>
                  <a:lnTo>
                    <a:pt x="331978" y="3656330"/>
                  </a:lnTo>
                  <a:lnTo>
                    <a:pt x="335788" y="3655314"/>
                  </a:lnTo>
                  <a:close/>
                </a:path>
                <a:path w="451485" h="3656329">
                  <a:moveTo>
                    <a:pt x="451231" y="65151"/>
                  </a:moveTo>
                  <a:lnTo>
                    <a:pt x="446100" y="39814"/>
                  </a:lnTo>
                  <a:lnTo>
                    <a:pt x="432117" y="19100"/>
                  </a:lnTo>
                  <a:lnTo>
                    <a:pt x="411365" y="5130"/>
                  </a:lnTo>
                  <a:lnTo>
                    <a:pt x="385953" y="0"/>
                  </a:lnTo>
                  <a:lnTo>
                    <a:pt x="65278" y="0"/>
                  </a:lnTo>
                  <a:lnTo>
                    <a:pt x="39852" y="5130"/>
                  </a:lnTo>
                  <a:lnTo>
                    <a:pt x="19113" y="19100"/>
                  </a:lnTo>
                  <a:lnTo>
                    <a:pt x="5118" y="39814"/>
                  </a:lnTo>
                  <a:lnTo>
                    <a:pt x="0" y="65151"/>
                  </a:lnTo>
                  <a:lnTo>
                    <a:pt x="5118" y="90474"/>
                  </a:lnTo>
                  <a:lnTo>
                    <a:pt x="19100" y="111150"/>
                  </a:lnTo>
                  <a:lnTo>
                    <a:pt x="39852" y="125069"/>
                  </a:lnTo>
                  <a:lnTo>
                    <a:pt x="65278" y="130175"/>
                  </a:lnTo>
                  <a:lnTo>
                    <a:pt x="385953" y="130175"/>
                  </a:lnTo>
                  <a:lnTo>
                    <a:pt x="411276" y="125069"/>
                  </a:lnTo>
                  <a:lnTo>
                    <a:pt x="432041" y="111150"/>
                  </a:lnTo>
                  <a:lnTo>
                    <a:pt x="446062" y="90474"/>
                  </a:lnTo>
                  <a:lnTo>
                    <a:pt x="451231" y="651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57928" y="1217294"/>
              <a:ext cx="58166" cy="57022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4770882" y="1229741"/>
              <a:ext cx="31115" cy="33655"/>
            </a:xfrm>
            <a:custGeom>
              <a:avLst/>
              <a:gdLst/>
              <a:ahLst/>
              <a:cxnLst/>
              <a:rect l="l" t="t" r="r" b="b"/>
              <a:pathLst>
                <a:path w="31114" h="33655">
                  <a:moveTo>
                    <a:pt x="24129" y="0"/>
                  </a:moveTo>
                  <a:lnTo>
                    <a:pt x="6984" y="0"/>
                  </a:lnTo>
                  <a:lnTo>
                    <a:pt x="0" y="7493"/>
                  </a:lnTo>
                  <a:lnTo>
                    <a:pt x="0" y="26035"/>
                  </a:lnTo>
                  <a:lnTo>
                    <a:pt x="6984" y="33655"/>
                  </a:lnTo>
                  <a:lnTo>
                    <a:pt x="24129" y="33655"/>
                  </a:lnTo>
                  <a:lnTo>
                    <a:pt x="31114" y="26035"/>
                  </a:lnTo>
                  <a:lnTo>
                    <a:pt x="31114" y="16763"/>
                  </a:lnTo>
                  <a:lnTo>
                    <a:pt x="31114" y="7493"/>
                  </a:lnTo>
                  <a:lnTo>
                    <a:pt x="24129" y="0"/>
                  </a:lnTo>
                  <a:close/>
                </a:path>
              </a:pathLst>
            </a:custGeom>
            <a:solidFill>
              <a:srgbClr val="0A121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771390" y="1232153"/>
              <a:ext cx="29845" cy="27305"/>
            </a:xfrm>
            <a:custGeom>
              <a:avLst/>
              <a:gdLst/>
              <a:ahLst/>
              <a:cxnLst/>
              <a:rect l="l" t="t" r="r" b="b"/>
              <a:pathLst>
                <a:path w="29845" h="27305">
                  <a:moveTo>
                    <a:pt x="29591" y="6096"/>
                  </a:moveTo>
                  <a:lnTo>
                    <a:pt x="22987" y="0"/>
                  </a:lnTo>
                  <a:lnTo>
                    <a:pt x="6604" y="0"/>
                  </a:lnTo>
                  <a:lnTo>
                    <a:pt x="0" y="6096"/>
                  </a:lnTo>
                  <a:lnTo>
                    <a:pt x="0" y="21209"/>
                  </a:lnTo>
                  <a:lnTo>
                    <a:pt x="6731" y="27305"/>
                  </a:lnTo>
                  <a:lnTo>
                    <a:pt x="22987" y="27305"/>
                  </a:lnTo>
                  <a:lnTo>
                    <a:pt x="29591" y="21082"/>
                  </a:lnTo>
                  <a:lnTo>
                    <a:pt x="29591" y="13589"/>
                  </a:lnTo>
                  <a:lnTo>
                    <a:pt x="29591" y="6096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789170" y="1247394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60" h="10159">
                  <a:moveTo>
                    <a:pt x="7492" y="0"/>
                  </a:moveTo>
                  <a:lnTo>
                    <a:pt x="2158" y="0"/>
                  </a:lnTo>
                  <a:lnTo>
                    <a:pt x="0" y="2158"/>
                  </a:lnTo>
                  <a:lnTo>
                    <a:pt x="0" y="7492"/>
                  </a:lnTo>
                  <a:lnTo>
                    <a:pt x="2158" y="9651"/>
                  </a:lnTo>
                  <a:lnTo>
                    <a:pt x="7492" y="9651"/>
                  </a:lnTo>
                  <a:lnTo>
                    <a:pt x="9651" y="7492"/>
                  </a:lnTo>
                  <a:lnTo>
                    <a:pt x="9651" y="4825"/>
                  </a:lnTo>
                  <a:lnTo>
                    <a:pt x="9651" y="2158"/>
                  </a:lnTo>
                  <a:lnTo>
                    <a:pt x="749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6721983" y="1104518"/>
              <a:ext cx="1786255" cy="3731260"/>
            </a:xfrm>
            <a:custGeom>
              <a:avLst/>
              <a:gdLst/>
              <a:ahLst/>
              <a:cxnLst/>
              <a:rect l="l" t="t" r="r" b="b"/>
              <a:pathLst>
                <a:path w="1786254" h="3731260">
                  <a:moveTo>
                    <a:pt x="1786128" y="252857"/>
                  </a:moveTo>
                  <a:lnTo>
                    <a:pt x="1782051" y="207429"/>
                  </a:lnTo>
                  <a:lnTo>
                    <a:pt x="1770291" y="164668"/>
                  </a:lnTo>
                  <a:lnTo>
                    <a:pt x="1751584" y="125272"/>
                  </a:lnTo>
                  <a:lnTo>
                    <a:pt x="1751457" y="125095"/>
                  </a:lnTo>
                  <a:lnTo>
                    <a:pt x="1751457" y="268859"/>
                  </a:lnTo>
                  <a:lnTo>
                    <a:pt x="1751330" y="3464064"/>
                  </a:lnTo>
                  <a:lnTo>
                    <a:pt x="1746605" y="3510864"/>
                  </a:lnTo>
                  <a:lnTo>
                    <a:pt x="1733067" y="3554450"/>
                  </a:lnTo>
                  <a:lnTo>
                    <a:pt x="1711655" y="3593884"/>
                  </a:lnTo>
                  <a:lnTo>
                    <a:pt x="1683283" y="3628237"/>
                  </a:lnTo>
                  <a:lnTo>
                    <a:pt x="1648904" y="3656584"/>
                  </a:lnTo>
                  <a:lnTo>
                    <a:pt x="1609445" y="3677983"/>
                  </a:lnTo>
                  <a:lnTo>
                    <a:pt x="1565846" y="3691496"/>
                  </a:lnTo>
                  <a:lnTo>
                    <a:pt x="1519047" y="3696208"/>
                  </a:lnTo>
                  <a:lnTo>
                    <a:pt x="268859" y="3696208"/>
                  </a:lnTo>
                  <a:lnTo>
                    <a:pt x="222046" y="3691496"/>
                  </a:lnTo>
                  <a:lnTo>
                    <a:pt x="178447" y="3677983"/>
                  </a:lnTo>
                  <a:lnTo>
                    <a:pt x="138988" y="3656584"/>
                  </a:lnTo>
                  <a:lnTo>
                    <a:pt x="104609" y="3628237"/>
                  </a:lnTo>
                  <a:lnTo>
                    <a:pt x="76238" y="3593884"/>
                  </a:lnTo>
                  <a:lnTo>
                    <a:pt x="54825" y="3554450"/>
                  </a:lnTo>
                  <a:lnTo>
                    <a:pt x="41287" y="3510864"/>
                  </a:lnTo>
                  <a:lnTo>
                    <a:pt x="36576" y="3464064"/>
                  </a:lnTo>
                  <a:lnTo>
                    <a:pt x="36576" y="268859"/>
                  </a:lnTo>
                  <a:lnTo>
                    <a:pt x="41287" y="222097"/>
                  </a:lnTo>
                  <a:lnTo>
                    <a:pt x="54813" y="178536"/>
                  </a:lnTo>
                  <a:lnTo>
                    <a:pt x="76212" y="139103"/>
                  </a:lnTo>
                  <a:lnTo>
                    <a:pt x="104571" y="104736"/>
                  </a:lnTo>
                  <a:lnTo>
                    <a:pt x="138950" y="76377"/>
                  </a:lnTo>
                  <a:lnTo>
                    <a:pt x="178409" y="54965"/>
                  </a:lnTo>
                  <a:lnTo>
                    <a:pt x="222021" y="41427"/>
                  </a:lnTo>
                  <a:lnTo>
                    <a:pt x="268859" y="36703"/>
                  </a:lnTo>
                  <a:lnTo>
                    <a:pt x="1519174" y="36703"/>
                  </a:lnTo>
                  <a:lnTo>
                    <a:pt x="1565973" y="41427"/>
                  </a:lnTo>
                  <a:lnTo>
                    <a:pt x="1609572" y="54965"/>
                  </a:lnTo>
                  <a:lnTo>
                    <a:pt x="1649031" y="76377"/>
                  </a:lnTo>
                  <a:lnTo>
                    <a:pt x="1683410" y="104736"/>
                  </a:lnTo>
                  <a:lnTo>
                    <a:pt x="1711782" y="139103"/>
                  </a:lnTo>
                  <a:lnTo>
                    <a:pt x="1733194" y="178536"/>
                  </a:lnTo>
                  <a:lnTo>
                    <a:pt x="1746732" y="222097"/>
                  </a:lnTo>
                  <a:lnTo>
                    <a:pt x="1751457" y="268859"/>
                  </a:lnTo>
                  <a:lnTo>
                    <a:pt x="1751457" y="125095"/>
                  </a:lnTo>
                  <a:lnTo>
                    <a:pt x="1726641" y="89979"/>
                  </a:lnTo>
                  <a:lnTo>
                    <a:pt x="1696173" y="59499"/>
                  </a:lnTo>
                  <a:lnTo>
                    <a:pt x="1660893" y="34544"/>
                  </a:lnTo>
                  <a:lnTo>
                    <a:pt x="1621523" y="15836"/>
                  </a:lnTo>
                  <a:lnTo>
                    <a:pt x="1578787" y="4076"/>
                  </a:lnTo>
                  <a:lnTo>
                    <a:pt x="1533398" y="0"/>
                  </a:lnTo>
                  <a:lnTo>
                    <a:pt x="252730" y="0"/>
                  </a:lnTo>
                  <a:lnTo>
                    <a:pt x="207302" y="4076"/>
                  </a:lnTo>
                  <a:lnTo>
                    <a:pt x="164541" y="15836"/>
                  </a:lnTo>
                  <a:lnTo>
                    <a:pt x="125171" y="34544"/>
                  </a:lnTo>
                  <a:lnTo>
                    <a:pt x="89890" y="59499"/>
                  </a:lnTo>
                  <a:lnTo>
                    <a:pt x="59436" y="89979"/>
                  </a:lnTo>
                  <a:lnTo>
                    <a:pt x="34505" y="125272"/>
                  </a:lnTo>
                  <a:lnTo>
                    <a:pt x="15811" y="164668"/>
                  </a:lnTo>
                  <a:lnTo>
                    <a:pt x="4064" y="207429"/>
                  </a:lnTo>
                  <a:lnTo>
                    <a:pt x="0" y="252857"/>
                  </a:lnTo>
                  <a:lnTo>
                    <a:pt x="0" y="3477895"/>
                  </a:lnTo>
                  <a:lnTo>
                    <a:pt x="4064" y="3523361"/>
                  </a:lnTo>
                  <a:lnTo>
                    <a:pt x="15811" y="3566147"/>
                  </a:lnTo>
                  <a:lnTo>
                    <a:pt x="34505" y="3605542"/>
                  </a:lnTo>
                  <a:lnTo>
                    <a:pt x="59436" y="3640836"/>
                  </a:lnTo>
                  <a:lnTo>
                    <a:pt x="89890" y="3671303"/>
                  </a:lnTo>
                  <a:lnTo>
                    <a:pt x="125171" y="3696246"/>
                  </a:lnTo>
                  <a:lnTo>
                    <a:pt x="164541" y="3714940"/>
                  </a:lnTo>
                  <a:lnTo>
                    <a:pt x="207302" y="3726688"/>
                  </a:lnTo>
                  <a:lnTo>
                    <a:pt x="252730" y="3730752"/>
                  </a:lnTo>
                  <a:lnTo>
                    <a:pt x="1533398" y="3730752"/>
                  </a:lnTo>
                  <a:lnTo>
                    <a:pt x="1578787" y="3726688"/>
                  </a:lnTo>
                  <a:lnTo>
                    <a:pt x="1621523" y="3714940"/>
                  </a:lnTo>
                  <a:lnTo>
                    <a:pt x="1639836" y="3706241"/>
                  </a:lnTo>
                  <a:lnTo>
                    <a:pt x="1660893" y="3696246"/>
                  </a:lnTo>
                  <a:lnTo>
                    <a:pt x="1696173" y="3671303"/>
                  </a:lnTo>
                  <a:lnTo>
                    <a:pt x="1726641" y="3640836"/>
                  </a:lnTo>
                  <a:lnTo>
                    <a:pt x="1751584" y="3605542"/>
                  </a:lnTo>
                  <a:lnTo>
                    <a:pt x="1770291" y="3566147"/>
                  </a:lnTo>
                  <a:lnTo>
                    <a:pt x="1782051" y="3523361"/>
                  </a:lnTo>
                  <a:lnTo>
                    <a:pt x="1786128" y="3477895"/>
                  </a:lnTo>
                  <a:lnTo>
                    <a:pt x="1786128" y="252857"/>
                  </a:lnTo>
                  <a:close/>
                </a:path>
              </a:pathLst>
            </a:custGeom>
            <a:solidFill>
              <a:srgbClr val="FD09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6743318" y="1125855"/>
              <a:ext cx="1741805" cy="3686810"/>
            </a:xfrm>
            <a:custGeom>
              <a:avLst/>
              <a:gdLst/>
              <a:ahLst/>
              <a:cxnLst/>
              <a:rect l="l" t="t" r="r" b="b"/>
              <a:pathLst>
                <a:path w="1741804" h="3686810">
                  <a:moveTo>
                    <a:pt x="1503172" y="0"/>
                  </a:moveTo>
                  <a:lnTo>
                    <a:pt x="238505" y="0"/>
                  </a:lnTo>
                  <a:lnTo>
                    <a:pt x="190476" y="4857"/>
                  </a:lnTo>
                  <a:lnTo>
                    <a:pt x="145714" y="18782"/>
                  </a:lnTo>
                  <a:lnTo>
                    <a:pt x="105187" y="40806"/>
                  </a:lnTo>
                  <a:lnTo>
                    <a:pt x="69865" y="69961"/>
                  </a:lnTo>
                  <a:lnTo>
                    <a:pt x="40717" y="105277"/>
                  </a:lnTo>
                  <a:lnTo>
                    <a:pt x="18710" y="145786"/>
                  </a:lnTo>
                  <a:lnTo>
                    <a:pt x="4815" y="190518"/>
                  </a:lnTo>
                  <a:lnTo>
                    <a:pt x="0" y="238506"/>
                  </a:lnTo>
                  <a:lnTo>
                    <a:pt x="0" y="3448050"/>
                  </a:lnTo>
                  <a:lnTo>
                    <a:pt x="4805" y="3495611"/>
                  </a:lnTo>
                  <a:lnTo>
                    <a:pt x="18764" y="3540823"/>
                  </a:lnTo>
                  <a:lnTo>
                    <a:pt x="40772" y="3581334"/>
                  </a:lnTo>
                  <a:lnTo>
                    <a:pt x="69913" y="3616642"/>
                  </a:lnTo>
                  <a:lnTo>
                    <a:pt x="105221" y="3645783"/>
                  </a:lnTo>
                  <a:lnTo>
                    <a:pt x="145732" y="3667791"/>
                  </a:lnTo>
                  <a:lnTo>
                    <a:pt x="190482" y="3681704"/>
                  </a:lnTo>
                  <a:lnTo>
                    <a:pt x="238505" y="3686556"/>
                  </a:lnTo>
                  <a:lnTo>
                    <a:pt x="1503172" y="3686556"/>
                  </a:lnTo>
                  <a:lnTo>
                    <a:pt x="1525773" y="3684270"/>
                  </a:lnTo>
                  <a:lnTo>
                    <a:pt x="238378" y="3684270"/>
                  </a:lnTo>
                  <a:lnTo>
                    <a:pt x="190911" y="3679464"/>
                  </a:lnTo>
                  <a:lnTo>
                    <a:pt x="146629" y="3665684"/>
                  </a:lnTo>
                  <a:lnTo>
                    <a:pt x="106533" y="3643885"/>
                  </a:lnTo>
                  <a:lnTo>
                    <a:pt x="71574" y="3615023"/>
                  </a:lnTo>
                  <a:lnTo>
                    <a:pt x="42709" y="3580053"/>
                  </a:lnTo>
                  <a:lnTo>
                    <a:pt x="20898" y="3539930"/>
                  </a:lnTo>
                  <a:lnTo>
                    <a:pt x="7102" y="3495611"/>
                  </a:lnTo>
                  <a:lnTo>
                    <a:pt x="2285" y="3448050"/>
                  </a:lnTo>
                  <a:lnTo>
                    <a:pt x="12911" y="3448050"/>
                  </a:lnTo>
                  <a:lnTo>
                    <a:pt x="2285" y="3447923"/>
                  </a:lnTo>
                  <a:lnTo>
                    <a:pt x="2285" y="238506"/>
                  </a:lnTo>
                  <a:lnTo>
                    <a:pt x="7096" y="191028"/>
                  </a:lnTo>
                  <a:lnTo>
                    <a:pt x="20883" y="146772"/>
                  </a:lnTo>
                  <a:lnTo>
                    <a:pt x="42682" y="106694"/>
                  </a:lnTo>
                  <a:lnTo>
                    <a:pt x="71527" y="71754"/>
                  </a:lnTo>
                  <a:lnTo>
                    <a:pt x="106453" y="42911"/>
                  </a:lnTo>
                  <a:lnTo>
                    <a:pt x="146481" y="21121"/>
                  </a:lnTo>
                  <a:lnTo>
                    <a:pt x="146334" y="21121"/>
                  </a:lnTo>
                  <a:lnTo>
                    <a:pt x="190591" y="7345"/>
                  </a:lnTo>
                  <a:lnTo>
                    <a:pt x="189780" y="7345"/>
                  </a:lnTo>
                  <a:lnTo>
                    <a:pt x="237251" y="2540"/>
                  </a:lnTo>
                  <a:lnTo>
                    <a:pt x="1528313" y="2540"/>
                  </a:lnTo>
                  <a:lnTo>
                    <a:pt x="1503172" y="0"/>
                  </a:lnTo>
                  <a:close/>
                </a:path>
                <a:path w="1741804" h="3686810">
                  <a:moveTo>
                    <a:pt x="1741665" y="3448050"/>
                  </a:moveTo>
                  <a:lnTo>
                    <a:pt x="1739137" y="3448050"/>
                  </a:lnTo>
                  <a:lnTo>
                    <a:pt x="1734332" y="3495611"/>
                  </a:lnTo>
                  <a:lnTo>
                    <a:pt x="1720554" y="3539930"/>
                  </a:lnTo>
                  <a:lnTo>
                    <a:pt x="1698760" y="3580053"/>
                  </a:lnTo>
                  <a:lnTo>
                    <a:pt x="1669907" y="3615023"/>
                  </a:lnTo>
                  <a:lnTo>
                    <a:pt x="1634952" y="3643885"/>
                  </a:lnTo>
                  <a:lnTo>
                    <a:pt x="1594852" y="3665684"/>
                  </a:lnTo>
                  <a:lnTo>
                    <a:pt x="1550564" y="3679464"/>
                  </a:lnTo>
                  <a:lnTo>
                    <a:pt x="1503045" y="3684270"/>
                  </a:lnTo>
                  <a:lnTo>
                    <a:pt x="1525773" y="3684270"/>
                  </a:lnTo>
                  <a:lnTo>
                    <a:pt x="1595881" y="3667791"/>
                  </a:lnTo>
                  <a:lnTo>
                    <a:pt x="1636382" y="3645783"/>
                  </a:lnTo>
                  <a:lnTo>
                    <a:pt x="1671687" y="3616642"/>
                  </a:lnTo>
                  <a:lnTo>
                    <a:pt x="1700833" y="3581334"/>
                  </a:lnTo>
                  <a:lnTo>
                    <a:pt x="1722855" y="3540823"/>
                  </a:lnTo>
                  <a:lnTo>
                    <a:pt x="1736788" y="3496073"/>
                  </a:lnTo>
                  <a:lnTo>
                    <a:pt x="1736860" y="3495611"/>
                  </a:lnTo>
                  <a:lnTo>
                    <a:pt x="1741665" y="3448050"/>
                  </a:lnTo>
                  <a:close/>
                </a:path>
                <a:path w="1741804" h="3686810">
                  <a:moveTo>
                    <a:pt x="15336" y="3448050"/>
                  </a:moveTo>
                  <a:lnTo>
                    <a:pt x="12911" y="3448050"/>
                  </a:lnTo>
                  <a:lnTo>
                    <a:pt x="16880" y="3487309"/>
                  </a:lnTo>
                  <a:lnTo>
                    <a:pt x="30555" y="3531665"/>
                  </a:lnTo>
                  <a:lnTo>
                    <a:pt x="52094" y="3571291"/>
                  </a:lnTo>
                  <a:lnTo>
                    <a:pt x="80613" y="3605831"/>
                  </a:lnTo>
                  <a:lnTo>
                    <a:pt x="115168" y="3634341"/>
                  </a:lnTo>
                  <a:lnTo>
                    <a:pt x="154816" y="3655875"/>
                  </a:lnTo>
                  <a:lnTo>
                    <a:pt x="198614" y="3669489"/>
                  </a:lnTo>
                  <a:lnTo>
                    <a:pt x="245617" y="3674237"/>
                  </a:lnTo>
                  <a:lnTo>
                    <a:pt x="1495932" y="3674237"/>
                  </a:lnTo>
                  <a:lnTo>
                    <a:pt x="1519801" y="3671824"/>
                  </a:lnTo>
                  <a:lnTo>
                    <a:pt x="245617" y="3671824"/>
                  </a:lnTo>
                  <a:lnTo>
                    <a:pt x="199119" y="3667122"/>
                  </a:lnTo>
                  <a:lnTo>
                    <a:pt x="155783" y="3653641"/>
                  </a:lnTo>
                  <a:lnTo>
                    <a:pt x="116546" y="3632316"/>
                  </a:lnTo>
                  <a:lnTo>
                    <a:pt x="82343" y="3604085"/>
                  </a:lnTo>
                  <a:lnTo>
                    <a:pt x="54112" y="3569882"/>
                  </a:lnTo>
                  <a:lnTo>
                    <a:pt x="32787" y="3530645"/>
                  </a:lnTo>
                  <a:lnTo>
                    <a:pt x="19306" y="3487309"/>
                  </a:lnTo>
                  <a:lnTo>
                    <a:pt x="15336" y="3448050"/>
                  </a:lnTo>
                  <a:close/>
                </a:path>
                <a:path w="1741804" h="3686810">
                  <a:moveTo>
                    <a:pt x="1728626" y="3448050"/>
                  </a:moveTo>
                  <a:lnTo>
                    <a:pt x="1726214" y="3448050"/>
                  </a:lnTo>
                  <a:lnTo>
                    <a:pt x="1722244" y="3487309"/>
                  </a:lnTo>
                  <a:lnTo>
                    <a:pt x="1708763" y="3530645"/>
                  </a:lnTo>
                  <a:lnTo>
                    <a:pt x="1687438" y="3569882"/>
                  </a:lnTo>
                  <a:lnTo>
                    <a:pt x="1659207" y="3604085"/>
                  </a:lnTo>
                  <a:lnTo>
                    <a:pt x="1625004" y="3632316"/>
                  </a:lnTo>
                  <a:lnTo>
                    <a:pt x="1585767" y="3653641"/>
                  </a:lnTo>
                  <a:lnTo>
                    <a:pt x="1542431" y="3667122"/>
                  </a:lnTo>
                  <a:lnTo>
                    <a:pt x="1495932" y="3671824"/>
                  </a:lnTo>
                  <a:lnTo>
                    <a:pt x="1519801" y="3671824"/>
                  </a:lnTo>
                  <a:lnTo>
                    <a:pt x="1586674" y="3655875"/>
                  </a:lnTo>
                  <a:lnTo>
                    <a:pt x="1626314" y="3634341"/>
                  </a:lnTo>
                  <a:lnTo>
                    <a:pt x="1660870" y="3605831"/>
                  </a:lnTo>
                  <a:lnTo>
                    <a:pt x="1689397" y="3571291"/>
                  </a:lnTo>
                  <a:lnTo>
                    <a:pt x="1710948" y="3531665"/>
                  </a:lnTo>
                  <a:lnTo>
                    <a:pt x="1724579" y="3487899"/>
                  </a:lnTo>
                  <a:lnTo>
                    <a:pt x="1724656" y="3487309"/>
                  </a:lnTo>
                  <a:lnTo>
                    <a:pt x="1728626" y="3448050"/>
                  </a:lnTo>
                  <a:close/>
                </a:path>
                <a:path w="1741804" h="3686810">
                  <a:moveTo>
                    <a:pt x="1726226" y="3447923"/>
                  </a:moveTo>
                  <a:lnTo>
                    <a:pt x="15324" y="3447923"/>
                  </a:lnTo>
                  <a:lnTo>
                    <a:pt x="1726214" y="3448050"/>
                  </a:lnTo>
                  <a:close/>
                </a:path>
                <a:path w="1741804" h="3686810">
                  <a:moveTo>
                    <a:pt x="1739137" y="3447923"/>
                  </a:moveTo>
                  <a:lnTo>
                    <a:pt x="1728639" y="3447923"/>
                  </a:lnTo>
                  <a:lnTo>
                    <a:pt x="1739137" y="3448050"/>
                  </a:lnTo>
                  <a:close/>
                </a:path>
                <a:path w="1741804" h="3686810">
                  <a:moveTo>
                    <a:pt x="1495932" y="12319"/>
                  </a:moveTo>
                  <a:lnTo>
                    <a:pt x="245617" y="12319"/>
                  </a:lnTo>
                  <a:lnTo>
                    <a:pt x="198651" y="17072"/>
                  </a:lnTo>
                  <a:lnTo>
                    <a:pt x="154870" y="30700"/>
                  </a:lnTo>
                  <a:lnTo>
                    <a:pt x="115224" y="52254"/>
                  </a:lnTo>
                  <a:lnTo>
                    <a:pt x="80660" y="80787"/>
                  </a:lnTo>
                  <a:lnTo>
                    <a:pt x="52127" y="115351"/>
                  </a:lnTo>
                  <a:lnTo>
                    <a:pt x="30573" y="154997"/>
                  </a:lnTo>
                  <a:lnTo>
                    <a:pt x="16945" y="198778"/>
                  </a:lnTo>
                  <a:lnTo>
                    <a:pt x="12191" y="245745"/>
                  </a:lnTo>
                  <a:lnTo>
                    <a:pt x="12191" y="3440938"/>
                  </a:lnTo>
                  <a:lnTo>
                    <a:pt x="12898" y="3447923"/>
                  </a:lnTo>
                  <a:lnTo>
                    <a:pt x="15324" y="3447923"/>
                  </a:lnTo>
                  <a:lnTo>
                    <a:pt x="14617" y="3440938"/>
                  </a:lnTo>
                  <a:lnTo>
                    <a:pt x="14604" y="245745"/>
                  </a:lnTo>
                  <a:lnTo>
                    <a:pt x="19306" y="199246"/>
                  </a:lnTo>
                  <a:lnTo>
                    <a:pt x="32787" y="155910"/>
                  </a:lnTo>
                  <a:lnTo>
                    <a:pt x="54112" y="116673"/>
                  </a:lnTo>
                  <a:lnTo>
                    <a:pt x="82343" y="82470"/>
                  </a:lnTo>
                  <a:lnTo>
                    <a:pt x="116546" y="54239"/>
                  </a:lnTo>
                  <a:lnTo>
                    <a:pt x="155783" y="32914"/>
                  </a:lnTo>
                  <a:lnTo>
                    <a:pt x="199119" y="19433"/>
                  </a:lnTo>
                  <a:lnTo>
                    <a:pt x="245617" y="14732"/>
                  </a:lnTo>
                  <a:lnTo>
                    <a:pt x="1519794" y="14732"/>
                  </a:lnTo>
                  <a:lnTo>
                    <a:pt x="1495932" y="12319"/>
                  </a:lnTo>
                  <a:close/>
                </a:path>
                <a:path w="1741804" h="3686810">
                  <a:moveTo>
                    <a:pt x="1519794" y="14732"/>
                  </a:moveTo>
                  <a:lnTo>
                    <a:pt x="1495932" y="14732"/>
                  </a:lnTo>
                  <a:lnTo>
                    <a:pt x="1542431" y="19433"/>
                  </a:lnTo>
                  <a:lnTo>
                    <a:pt x="1585767" y="32914"/>
                  </a:lnTo>
                  <a:lnTo>
                    <a:pt x="1625004" y="54239"/>
                  </a:lnTo>
                  <a:lnTo>
                    <a:pt x="1659207" y="82470"/>
                  </a:lnTo>
                  <a:lnTo>
                    <a:pt x="1687438" y="116673"/>
                  </a:lnTo>
                  <a:lnTo>
                    <a:pt x="1708763" y="155910"/>
                  </a:lnTo>
                  <a:lnTo>
                    <a:pt x="1722244" y="199246"/>
                  </a:lnTo>
                  <a:lnTo>
                    <a:pt x="1726946" y="245745"/>
                  </a:lnTo>
                  <a:lnTo>
                    <a:pt x="1726933" y="3440938"/>
                  </a:lnTo>
                  <a:lnTo>
                    <a:pt x="1726226" y="3447923"/>
                  </a:lnTo>
                  <a:lnTo>
                    <a:pt x="1728639" y="3447923"/>
                  </a:lnTo>
                  <a:lnTo>
                    <a:pt x="1729346" y="3440938"/>
                  </a:lnTo>
                  <a:lnTo>
                    <a:pt x="1729358" y="245745"/>
                  </a:lnTo>
                  <a:lnTo>
                    <a:pt x="1724658" y="199246"/>
                  </a:lnTo>
                  <a:lnTo>
                    <a:pt x="1724610" y="198778"/>
                  </a:lnTo>
                  <a:lnTo>
                    <a:pt x="1710995" y="154997"/>
                  </a:lnTo>
                  <a:lnTo>
                    <a:pt x="1689456" y="115351"/>
                  </a:lnTo>
                  <a:lnTo>
                    <a:pt x="1660937" y="80787"/>
                  </a:lnTo>
                  <a:lnTo>
                    <a:pt x="1626382" y="52254"/>
                  </a:lnTo>
                  <a:lnTo>
                    <a:pt x="1586734" y="30700"/>
                  </a:lnTo>
                  <a:lnTo>
                    <a:pt x="1542936" y="17072"/>
                  </a:lnTo>
                  <a:lnTo>
                    <a:pt x="1519794" y="14732"/>
                  </a:lnTo>
                  <a:close/>
                </a:path>
                <a:path w="1741804" h="3686810">
                  <a:moveTo>
                    <a:pt x="1528313" y="2540"/>
                  </a:moveTo>
                  <a:lnTo>
                    <a:pt x="1503045" y="2540"/>
                  </a:lnTo>
                  <a:lnTo>
                    <a:pt x="1550564" y="7345"/>
                  </a:lnTo>
                  <a:lnTo>
                    <a:pt x="1594852" y="21121"/>
                  </a:lnTo>
                  <a:lnTo>
                    <a:pt x="1634952" y="42911"/>
                  </a:lnTo>
                  <a:lnTo>
                    <a:pt x="1669907" y="71754"/>
                  </a:lnTo>
                  <a:lnTo>
                    <a:pt x="1698760" y="106694"/>
                  </a:lnTo>
                  <a:lnTo>
                    <a:pt x="1720554" y="146772"/>
                  </a:lnTo>
                  <a:lnTo>
                    <a:pt x="1734332" y="191028"/>
                  </a:lnTo>
                  <a:lnTo>
                    <a:pt x="1739137" y="238506"/>
                  </a:lnTo>
                  <a:lnTo>
                    <a:pt x="1739137" y="3447923"/>
                  </a:lnTo>
                  <a:lnTo>
                    <a:pt x="1741677" y="3447923"/>
                  </a:lnTo>
                  <a:lnTo>
                    <a:pt x="1741677" y="238506"/>
                  </a:lnTo>
                  <a:lnTo>
                    <a:pt x="1736881" y="191028"/>
                  </a:lnTo>
                  <a:lnTo>
                    <a:pt x="1736829" y="190518"/>
                  </a:lnTo>
                  <a:lnTo>
                    <a:pt x="1722930" y="145786"/>
                  </a:lnTo>
                  <a:lnTo>
                    <a:pt x="1700935" y="105277"/>
                  </a:lnTo>
                  <a:lnTo>
                    <a:pt x="1671803" y="69961"/>
                  </a:lnTo>
                  <a:lnTo>
                    <a:pt x="1636497" y="40806"/>
                  </a:lnTo>
                  <a:lnTo>
                    <a:pt x="1595978" y="18782"/>
                  </a:lnTo>
                  <a:lnTo>
                    <a:pt x="1551212" y="4857"/>
                  </a:lnTo>
                  <a:lnTo>
                    <a:pt x="1528313" y="25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6709410" y="1884755"/>
              <a:ext cx="1807210" cy="2951480"/>
            </a:xfrm>
            <a:custGeom>
              <a:avLst/>
              <a:gdLst/>
              <a:ahLst/>
              <a:cxnLst/>
              <a:rect l="l" t="t" r="r" b="b"/>
              <a:pathLst>
                <a:path w="1807209" h="2951479">
                  <a:moveTo>
                    <a:pt x="5384" y="88"/>
                  </a:moveTo>
                  <a:lnTo>
                    <a:pt x="0" y="88"/>
                  </a:lnTo>
                  <a:lnTo>
                    <a:pt x="0" y="269671"/>
                  </a:lnTo>
                  <a:lnTo>
                    <a:pt x="5384" y="269671"/>
                  </a:lnTo>
                  <a:lnTo>
                    <a:pt x="5384" y="88"/>
                  </a:lnTo>
                  <a:close/>
                </a:path>
                <a:path w="1807209" h="2951479">
                  <a:moveTo>
                    <a:pt x="1793633" y="2664980"/>
                  </a:moveTo>
                  <a:lnTo>
                    <a:pt x="1793367" y="2662605"/>
                  </a:lnTo>
                  <a:lnTo>
                    <a:pt x="1787829" y="2714955"/>
                  </a:lnTo>
                  <a:lnTo>
                    <a:pt x="1774964" y="2761577"/>
                  </a:lnTo>
                  <a:lnTo>
                    <a:pt x="1755470" y="2802598"/>
                  </a:lnTo>
                  <a:lnTo>
                    <a:pt x="1730006" y="2838132"/>
                  </a:lnTo>
                  <a:lnTo>
                    <a:pt x="1699285" y="2868307"/>
                  </a:lnTo>
                  <a:lnTo>
                    <a:pt x="1663979" y="2893237"/>
                  </a:lnTo>
                  <a:lnTo>
                    <a:pt x="1624787" y="2913062"/>
                  </a:lnTo>
                  <a:lnTo>
                    <a:pt x="1582381" y="2927883"/>
                  </a:lnTo>
                  <a:lnTo>
                    <a:pt x="1537462" y="2937840"/>
                  </a:lnTo>
                  <a:lnTo>
                    <a:pt x="1490726" y="2943021"/>
                  </a:lnTo>
                  <a:lnTo>
                    <a:pt x="275844" y="2945434"/>
                  </a:lnTo>
                  <a:lnTo>
                    <a:pt x="219405" y="2939707"/>
                  </a:lnTo>
                  <a:lnTo>
                    <a:pt x="167678" y="2922663"/>
                  </a:lnTo>
                  <a:lnTo>
                    <a:pt x="120980" y="2896768"/>
                  </a:lnTo>
                  <a:lnTo>
                    <a:pt x="79629" y="2864535"/>
                  </a:lnTo>
                  <a:lnTo>
                    <a:pt x="106273" y="2888526"/>
                  </a:lnTo>
                  <a:lnTo>
                    <a:pt x="137020" y="2911094"/>
                  </a:lnTo>
                  <a:lnTo>
                    <a:pt x="174205" y="2930182"/>
                  </a:lnTo>
                  <a:lnTo>
                    <a:pt x="220167" y="2943758"/>
                  </a:lnTo>
                  <a:lnTo>
                    <a:pt x="277241" y="2949752"/>
                  </a:lnTo>
                  <a:lnTo>
                    <a:pt x="326504" y="2950451"/>
                  </a:lnTo>
                  <a:lnTo>
                    <a:pt x="512191" y="2951315"/>
                  </a:lnTo>
                  <a:lnTo>
                    <a:pt x="1119378" y="2951264"/>
                  </a:lnTo>
                  <a:lnTo>
                    <a:pt x="1510665" y="2949752"/>
                  </a:lnTo>
                  <a:lnTo>
                    <a:pt x="1551419" y="2946006"/>
                  </a:lnTo>
                  <a:lnTo>
                    <a:pt x="1598676" y="2935719"/>
                  </a:lnTo>
                  <a:lnTo>
                    <a:pt x="1647063" y="2918396"/>
                  </a:lnTo>
                  <a:lnTo>
                    <a:pt x="1691259" y="2893491"/>
                  </a:lnTo>
                  <a:lnTo>
                    <a:pt x="1732457" y="2855493"/>
                  </a:lnTo>
                  <a:lnTo>
                    <a:pt x="1760867" y="2810624"/>
                  </a:lnTo>
                  <a:lnTo>
                    <a:pt x="1778838" y="2764028"/>
                  </a:lnTo>
                  <a:lnTo>
                    <a:pt x="1788718" y="2720797"/>
                  </a:lnTo>
                  <a:lnTo>
                    <a:pt x="1792871" y="2686075"/>
                  </a:lnTo>
                  <a:lnTo>
                    <a:pt x="1793633" y="2664980"/>
                  </a:lnTo>
                  <a:close/>
                </a:path>
                <a:path w="1807209" h="2951479">
                  <a:moveTo>
                    <a:pt x="1807210" y="3479"/>
                  </a:moveTo>
                  <a:lnTo>
                    <a:pt x="1805749" y="1689"/>
                  </a:lnTo>
                  <a:lnTo>
                    <a:pt x="1805749" y="0"/>
                  </a:lnTo>
                  <a:lnTo>
                    <a:pt x="1799463" y="0"/>
                  </a:lnTo>
                  <a:lnTo>
                    <a:pt x="1799463" y="400354"/>
                  </a:lnTo>
                  <a:lnTo>
                    <a:pt x="1804416" y="400354"/>
                  </a:lnTo>
                  <a:lnTo>
                    <a:pt x="1805749" y="400354"/>
                  </a:lnTo>
                  <a:lnTo>
                    <a:pt x="1805749" y="398665"/>
                  </a:lnTo>
                  <a:lnTo>
                    <a:pt x="1807210" y="396798"/>
                  </a:lnTo>
                  <a:lnTo>
                    <a:pt x="1806778" y="372872"/>
                  </a:lnTo>
                  <a:lnTo>
                    <a:pt x="1806282" y="267373"/>
                  </a:lnTo>
                  <a:lnTo>
                    <a:pt x="1806257" y="133019"/>
                  </a:lnTo>
                  <a:lnTo>
                    <a:pt x="1806752" y="27457"/>
                  </a:lnTo>
                  <a:lnTo>
                    <a:pt x="1807210" y="3479"/>
                  </a:lnTo>
                  <a:close/>
                </a:path>
              </a:pathLst>
            </a:custGeom>
            <a:solidFill>
              <a:srgbClr val="FD09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6706361" y="1884807"/>
              <a:ext cx="3175" cy="269875"/>
            </a:xfrm>
            <a:custGeom>
              <a:avLst/>
              <a:gdLst/>
              <a:ahLst/>
              <a:cxnLst/>
              <a:rect l="l" t="t" r="r" b="b"/>
              <a:pathLst>
                <a:path w="3175" h="269875">
                  <a:moveTo>
                    <a:pt x="2794" y="0"/>
                  </a:moveTo>
                  <a:lnTo>
                    <a:pt x="0" y="3555"/>
                  </a:lnTo>
                  <a:lnTo>
                    <a:pt x="658" y="39123"/>
                  </a:lnTo>
                  <a:lnTo>
                    <a:pt x="969" y="100092"/>
                  </a:lnTo>
                  <a:lnTo>
                    <a:pt x="950" y="169528"/>
                  </a:lnTo>
                  <a:lnTo>
                    <a:pt x="621" y="230497"/>
                  </a:lnTo>
                  <a:lnTo>
                    <a:pt x="0" y="266064"/>
                  </a:lnTo>
                  <a:lnTo>
                    <a:pt x="2794" y="269493"/>
                  </a:lnTo>
                  <a:lnTo>
                    <a:pt x="2794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6706361" y="1884844"/>
              <a:ext cx="15240" cy="605155"/>
            </a:xfrm>
            <a:custGeom>
              <a:avLst/>
              <a:gdLst/>
              <a:ahLst/>
              <a:cxnLst/>
              <a:rect l="l" t="t" r="r" b="b"/>
              <a:pathLst>
                <a:path w="15240" h="605155">
                  <a:moveTo>
                    <a:pt x="2794" y="335241"/>
                  </a:moveTo>
                  <a:lnTo>
                    <a:pt x="0" y="338797"/>
                  </a:lnTo>
                  <a:lnTo>
                    <a:pt x="647" y="374370"/>
                  </a:lnTo>
                  <a:lnTo>
                    <a:pt x="965" y="435343"/>
                  </a:lnTo>
                  <a:lnTo>
                    <a:pt x="939" y="504774"/>
                  </a:lnTo>
                  <a:lnTo>
                    <a:pt x="609" y="565746"/>
                  </a:lnTo>
                  <a:lnTo>
                    <a:pt x="0" y="601306"/>
                  </a:lnTo>
                  <a:lnTo>
                    <a:pt x="2794" y="604735"/>
                  </a:lnTo>
                  <a:lnTo>
                    <a:pt x="2794" y="335241"/>
                  </a:lnTo>
                  <a:close/>
                </a:path>
                <a:path w="15240" h="605155">
                  <a:moveTo>
                    <a:pt x="8432" y="335292"/>
                  </a:moveTo>
                  <a:lnTo>
                    <a:pt x="3048" y="335292"/>
                  </a:lnTo>
                  <a:lnTo>
                    <a:pt x="3048" y="604862"/>
                  </a:lnTo>
                  <a:lnTo>
                    <a:pt x="8432" y="604862"/>
                  </a:lnTo>
                  <a:lnTo>
                    <a:pt x="8432" y="335292"/>
                  </a:lnTo>
                  <a:close/>
                </a:path>
                <a:path w="15240" h="605155">
                  <a:moveTo>
                    <a:pt x="14986" y="335292"/>
                  </a:moveTo>
                  <a:lnTo>
                    <a:pt x="9144" y="335292"/>
                  </a:lnTo>
                  <a:lnTo>
                    <a:pt x="9144" y="604862"/>
                  </a:lnTo>
                  <a:lnTo>
                    <a:pt x="14986" y="604862"/>
                  </a:lnTo>
                  <a:lnTo>
                    <a:pt x="14986" y="335292"/>
                  </a:lnTo>
                  <a:close/>
                </a:path>
                <a:path w="15240" h="605155">
                  <a:moveTo>
                    <a:pt x="14986" y="0"/>
                  </a:moveTo>
                  <a:lnTo>
                    <a:pt x="9144" y="0"/>
                  </a:lnTo>
                  <a:lnTo>
                    <a:pt x="9144" y="269582"/>
                  </a:lnTo>
                  <a:lnTo>
                    <a:pt x="14986" y="269582"/>
                  </a:lnTo>
                  <a:lnTo>
                    <a:pt x="14986" y="0"/>
                  </a:lnTo>
                  <a:close/>
                </a:path>
              </a:pathLst>
            </a:custGeom>
            <a:solidFill>
              <a:srgbClr val="FD09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6709409" y="1567726"/>
              <a:ext cx="5715" cy="144145"/>
            </a:xfrm>
            <a:custGeom>
              <a:avLst/>
              <a:gdLst/>
              <a:ahLst/>
              <a:cxnLst/>
              <a:rect l="l" t="t" r="r" b="b"/>
              <a:pathLst>
                <a:path w="5715" h="144144">
                  <a:moveTo>
                    <a:pt x="5394" y="0"/>
                  </a:moveTo>
                  <a:lnTo>
                    <a:pt x="0" y="0"/>
                  </a:lnTo>
                  <a:lnTo>
                    <a:pt x="0" y="144106"/>
                  </a:lnTo>
                  <a:lnTo>
                    <a:pt x="5394" y="144106"/>
                  </a:lnTo>
                  <a:lnTo>
                    <a:pt x="5394" y="0"/>
                  </a:lnTo>
                  <a:close/>
                </a:path>
              </a:pathLst>
            </a:custGeom>
            <a:solidFill>
              <a:srgbClr val="3A3A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6706361" y="1567688"/>
              <a:ext cx="3175" cy="144145"/>
            </a:xfrm>
            <a:custGeom>
              <a:avLst/>
              <a:gdLst/>
              <a:ahLst/>
              <a:cxnLst/>
              <a:rect l="l" t="t" r="r" b="b"/>
              <a:pathLst>
                <a:path w="3175" h="144144">
                  <a:moveTo>
                    <a:pt x="2794" y="0"/>
                  </a:moveTo>
                  <a:lnTo>
                    <a:pt x="0" y="3428"/>
                  </a:lnTo>
                  <a:lnTo>
                    <a:pt x="767" y="32843"/>
                  </a:lnTo>
                  <a:lnTo>
                    <a:pt x="1000" y="72056"/>
                  </a:lnTo>
                  <a:lnTo>
                    <a:pt x="732" y="111246"/>
                  </a:lnTo>
                  <a:lnTo>
                    <a:pt x="0" y="140588"/>
                  </a:lnTo>
                  <a:lnTo>
                    <a:pt x="2794" y="144017"/>
                  </a:lnTo>
                  <a:lnTo>
                    <a:pt x="2794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6715506" y="1567726"/>
              <a:ext cx="6350" cy="144145"/>
            </a:xfrm>
            <a:custGeom>
              <a:avLst/>
              <a:gdLst/>
              <a:ahLst/>
              <a:cxnLst/>
              <a:rect l="l" t="t" r="r" b="b"/>
              <a:pathLst>
                <a:path w="6350" h="144144">
                  <a:moveTo>
                    <a:pt x="5851" y="0"/>
                  </a:moveTo>
                  <a:lnTo>
                    <a:pt x="0" y="0"/>
                  </a:lnTo>
                  <a:lnTo>
                    <a:pt x="0" y="144106"/>
                  </a:lnTo>
                  <a:lnTo>
                    <a:pt x="5851" y="144106"/>
                  </a:lnTo>
                  <a:lnTo>
                    <a:pt x="5851" y="0"/>
                  </a:lnTo>
                  <a:close/>
                </a:path>
              </a:pathLst>
            </a:custGeom>
            <a:solidFill>
              <a:srgbClr val="FD09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7386447" y="1180591"/>
              <a:ext cx="451484" cy="3656329"/>
            </a:xfrm>
            <a:custGeom>
              <a:avLst/>
              <a:gdLst/>
              <a:ahLst/>
              <a:cxnLst/>
              <a:rect l="l" t="t" r="r" b="b"/>
              <a:pathLst>
                <a:path w="451484" h="3656329">
                  <a:moveTo>
                    <a:pt x="332867" y="3655314"/>
                  </a:moveTo>
                  <a:lnTo>
                    <a:pt x="331343" y="3654298"/>
                  </a:lnTo>
                  <a:lnTo>
                    <a:pt x="323596" y="3650488"/>
                  </a:lnTo>
                  <a:lnTo>
                    <a:pt x="322707" y="3649726"/>
                  </a:lnTo>
                  <a:lnTo>
                    <a:pt x="319532" y="3649345"/>
                  </a:lnTo>
                  <a:lnTo>
                    <a:pt x="315976" y="3649345"/>
                  </a:lnTo>
                  <a:lnTo>
                    <a:pt x="137033" y="3649345"/>
                  </a:lnTo>
                  <a:lnTo>
                    <a:pt x="133858" y="3649853"/>
                  </a:lnTo>
                  <a:lnTo>
                    <a:pt x="132969" y="3650488"/>
                  </a:lnTo>
                  <a:lnTo>
                    <a:pt x="125222" y="3654298"/>
                  </a:lnTo>
                  <a:lnTo>
                    <a:pt x="123698" y="3655314"/>
                  </a:lnTo>
                  <a:lnTo>
                    <a:pt x="127635" y="3656330"/>
                  </a:lnTo>
                  <a:lnTo>
                    <a:pt x="329057" y="3656330"/>
                  </a:lnTo>
                  <a:lnTo>
                    <a:pt x="332867" y="3655314"/>
                  </a:lnTo>
                  <a:close/>
                </a:path>
                <a:path w="451484" h="3656329">
                  <a:moveTo>
                    <a:pt x="451231" y="65151"/>
                  </a:moveTo>
                  <a:lnTo>
                    <a:pt x="446100" y="39814"/>
                  </a:lnTo>
                  <a:lnTo>
                    <a:pt x="432117" y="19100"/>
                  </a:lnTo>
                  <a:lnTo>
                    <a:pt x="411365" y="5130"/>
                  </a:lnTo>
                  <a:lnTo>
                    <a:pt x="385953" y="0"/>
                  </a:lnTo>
                  <a:lnTo>
                    <a:pt x="65278" y="0"/>
                  </a:lnTo>
                  <a:lnTo>
                    <a:pt x="39852" y="5130"/>
                  </a:lnTo>
                  <a:lnTo>
                    <a:pt x="19100" y="19100"/>
                  </a:lnTo>
                  <a:lnTo>
                    <a:pt x="5118" y="39814"/>
                  </a:lnTo>
                  <a:lnTo>
                    <a:pt x="0" y="65151"/>
                  </a:lnTo>
                  <a:lnTo>
                    <a:pt x="5118" y="90474"/>
                  </a:lnTo>
                  <a:lnTo>
                    <a:pt x="19113" y="111150"/>
                  </a:lnTo>
                  <a:lnTo>
                    <a:pt x="39852" y="125069"/>
                  </a:lnTo>
                  <a:lnTo>
                    <a:pt x="65278" y="130175"/>
                  </a:lnTo>
                  <a:lnTo>
                    <a:pt x="385953" y="130175"/>
                  </a:lnTo>
                  <a:lnTo>
                    <a:pt x="411276" y="125069"/>
                  </a:lnTo>
                  <a:lnTo>
                    <a:pt x="432041" y="111150"/>
                  </a:lnTo>
                  <a:lnTo>
                    <a:pt x="446062" y="90474"/>
                  </a:lnTo>
                  <a:lnTo>
                    <a:pt x="451231" y="651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25029" y="1217294"/>
              <a:ext cx="59690" cy="57022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7739633" y="1229741"/>
              <a:ext cx="31115" cy="33655"/>
            </a:xfrm>
            <a:custGeom>
              <a:avLst/>
              <a:gdLst/>
              <a:ahLst/>
              <a:cxnLst/>
              <a:rect l="l" t="t" r="r" b="b"/>
              <a:pathLst>
                <a:path w="31115" h="33655">
                  <a:moveTo>
                    <a:pt x="24130" y="0"/>
                  </a:moveTo>
                  <a:lnTo>
                    <a:pt x="6985" y="0"/>
                  </a:lnTo>
                  <a:lnTo>
                    <a:pt x="0" y="7493"/>
                  </a:lnTo>
                  <a:lnTo>
                    <a:pt x="0" y="26035"/>
                  </a:lnTo>
                  <a:lnTo>
                    <a:pt x="6985" y="33655"/>
                  </a:lnTo>
                  <a:lnTo>
                    <a:pt x="24130" y="33655"/>
                  </a:lnTo>
                  <a:lnTo>
                    <a:pt x="31115" y="26035"/>
                  </a:lnTo>
                  <a:lnTo>
                    <a:pt x="31115" y="16763"/>
                  </a:lnTo>
                  <a:lnTo>
                    <a:pt x="31115" y="7493"/>
                  </a:lnTo>
                  <a:lnTo>
                    <a:pt x="24130" y="0"/>
                  </a:lnTo>
                  <a:close/>
                </a:path>
              </a:pathLst>
            </a:custGeom>
            <a:solidFill>
              <a:srgbClr val="0A121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7740142" y="1232153"/>
              <a:ext cx="29845" cy="27305"/>
            </a:xfrm>
            <a:custGeom>
              <a:avLst/>
              <a:gdLst/>
              <a:ahLst/>
              <a:cxnLst/>
              <a:rect l="l" t="t" r="r" b="b"/>
              <a:pathLst>
                <a:path w="29845" h="27305">
                  <a:moveTo>
                    <a:pt x="29591" y="6096"/>
                  </a:moveTo>
                  <a:lnTo>
                    <a:pt x="22987" y="0"/>
                  </a:lnTo>
                  <a:lnTo>
                    <a:pt x="6604" y="0"/>
                  </a:lnTo>
                  <a:lnTo>
                    <a:pt x="0" y="6096"/>
                  </a:lnTo>
                  <a:lnTo>
                    <a:pt x="0" y="21209"/>
                  </a:lnTo>
                  <a:lnTo>
                    <a:pt x="6731" y="27305"/>
                  </a:lnTo>
                  <a:lnTo>
                    <a:pt x="22987" y="27305"/>
                  </a:lnTo>
                  <a:lnTo>
                    <a:pt x="29591" y="21082"/>
                  </a:lnTo>
                  <a:lnTo>
                    <a:pt x="29591" y="13589"/>
                  </a:lnTo>
                  <a:lnTo>
                    <a:pt x="29591" y="6096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7757921" y="1247394"/>
              <a:ext cx="10160" cy="10160"/>
            </a:xfrm>
            <a:custGeom>
              <a:avLst/>
              <a:gdLst/>
              <a:ahLst/>
              <a:cxnLst/>
              <a:rect l="l" t="t" r="r" b="b"/>
              <a:pathLst>
                <a:path w="10159" h="10159">
                  <a:moveTo>
                    <a:pt x="7493" y="0"/>
                  </a:moveTo>
                  <a:lnTo>
                    <a:pt x="2158" y="0"/>
                  </a:lnTo>
                  <a:lnTo>
                    <a:pt x="0" y="2158"/>
                  </a:lnTo>
                  <a:lnTo>
                    <a:pt x="0" y="7492"/>
                  </a:lnTo>
                  <a:lnTo>
                    <a:pt x="2158" y="9651"/>
                  </a:lnTo>
                  <a:lnTo>
                    <a:pt x="7493" y="9651"/>
                  </a:lnTo>
                  <a:lnTo>
                    <a:pt x="9651" y="7492"/>
                  </a:lnTo>
                  <a:lnTo>
                    <a:pt x="9651" y="4825"/>
                  </a:lnTo>
                  <a:lnTo>
                    <a:pt x="9651" y="2158"/>
                  </a:lnTo>
                  <a:lnTo>
                    <a:pt x="7493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9596247" y="1083182"/>
              <a:ext cx="1789430" cy="3733800"/>
            </a:xfrm>
            <a:custGeom>
              <a:avLst/>
              <a:gdLst/>
              <a:ahLst/>
              <a:cxnLst/>
              <a:rect l="l" t="t" r="r" b="b"/>
              <a:pathLst>
                <a:path w="1789429" h="3733800">
                  <a:moveTo>
                    <a:pt x="1789176" y="253111"/>
                  </a:moveTo>
                  <a:lnTo>
                    <a:pt x="1785086" y="207606"/>
                  </a:lnTo>
                  <a:lnTo>
                    <a:pt x="1773326" y="164782"/>
                  </a:lnTo>
                  <a:lnTo>
                    <a:pt x="1764411" y="146024"/>
                  </a:lnTo>
                  <a:lnTo>
                    <a:pt x="1764411" y="261874"/>
                  </a:lnTo>
                  <a:lnTo>
                    <a:pt x="1764411" y="3473196"/>
                  </a:lnTo>
                  <a:lnTo>
                    <a:pt x="1759712" y="3519767"/>
                  </a:lnTo>
                  <a:lnTo>
                    <a:pt x="1745869" y="3564318"/>
                  </a:lnTo>
                  <a:lnTo>
                    <a:pt x="1723974" y="3604628"/>
                  </a:lnTo>
                  <a:lnTo>
                    <a:pt x="1694980" y="3639769"/>
                  </a:lnTo>
                  <a:lnTo>
                    <a:pt x="1659839" y="3668750"/>
                  </a:lnTo>
                  <a:lnTo>
                    <a:pt x="1619491" y="3690632"/>
                  </a:lnTo>
                  <a:lnTo>
                    <a:pt x="1574914" y="3704475"/>
                  </a:lnTo>
                  <a:lnTo>
                    <a:pt x="1527048" y="3709289"/>
                  </a:lnTo>
                  <a:lnTo>
                    <a:pt x="262001" y="3709289"/>
                  </a:lnTo>
                  <a:lnTo>
                    <a:pt x="214160" y="3704475"/>
                  </a:lnTo>
                  <a:lnTo>
                    <a:pt x="169595" y="3690632"/>
                  </a:lnTo>
                  <a:lnTo>
                    <a:pt x="129260" y="3668750"/>
                  </a:lnTo>
                  <a:lnTo>
                    <a:pt x="94107" y="3639769"/>
                  </a:lnTo>
                  <a:lnTo>
                    <a:pt x="65087" y="3604628"/>
                  </a:lnTo>
                  <a:lnTo>
                    <a:pt x="43180" y="3564318"/>
                  </a:lnTo>
                  <a:lnTo>
                    <a:pt x="29337" y="3519767"/>
                  </a:lnTo>
                  <a:lnTo>
                    <a:pt x="29286" y="3519309"/>
                  </a:lnTo>
                  <a:lnTo>
                    <a:pt x="43040" y="3563556"/>
                  </a:lnTo>
                  <a:lnTo>
                    <a:pt x="64922" y="3603866"/>
                  </a:lnTo>
                  <a:lnTo>
                    <a:pt x="93916" y="3639007"/>
                  </a:lnTo>
                  <a:lnTo>
                    <a:pt x="129044" y="3667988"/>
                  </a:lnTo>
                  <a:lnTo>
                    <a:pt x="169354" y="3689870"/>
                  </a:lnTo>
                  <a:lnTo>
                    <a:pt x="213906" y="3703713"/>
                  </a:lnTo>
                  <a:lnTo>
                    <a:pt x="261747" y="3708527"/>
                  </a:lnTo>
                  <a:lnTo>
                    <a:pt x="1526286" y="3708527"/>
                  </a:lnTo>
                  <a:lnTo>
                    <a:pt x="1574114" y="3703713"/>
                  </a:lnTo>
                  <a:lnTo>
                    <a:pt x="1598244" y="3696208"/>
                  </a:lnTo>
                  <a:lnTo>
                    <a:pt x="1618665" y="3689870"/>
                  </a:lnTo>
                  <a:lnTo>
                    <a:pt x="1658975" y="3667988"/>
                  </a:lnTo>
                  <a:lnTo>
                    <a:pt x="1694116" y="3639007"/>
                  </a:lnTo>
                  <a:lnTo>
                    <a:pt x="1723097" y="3603866"/>
                  </a:lnTo>
                  <a:lnTo>
                    <a:pt x="1744980" y="3563556"/>
                  </a:lnTo>
                  <a:lnTo>
                    <a:pt x="1758823" y="3519005"/>
                  </a:lnTo>
                  <a:lnTo>
                    <a:pt x="1763649" y="3471164"/>
                  </a:lnTo>
                  <a:lnTo>
                    <a:pt x="1763649" y="261747"/>
                  </a:lnTo>
                  <a:lnTo>
                    <a:pt x="1758823" y="213918"/>
                  </a:lnTo>
                  <a:lnTo>
                    <a:pt x="1751457" y="190220"/>
                  </a:lnTo>
                  <a:lnTo>
                    <a:pt x="1751457" y="268859"/>
                  </a:lnTo>
                  <a:lnTo>
                    <a:pt x="1751330" y="3464052"/>
                  </a:lnTo>
                  <a:lnTo>
                    <a:pt x="1746605" y="3510864"/>
                  </a:lnTo>
                  <a:lnTo>
                    <a:pt x="1733067" y="3554450"/>
                  </a:lnTo>
                  <a:lnTo>
                    <a:pt x="1711655" y="3593884"/>
                  </a:lnTo>
                  <a:lnTo>
                    <a:pt x="1683283" y="3628237"/>
                  </a:lnTo>
                  <a:lnTo>
                    <a:pt x="1648904" y="3656584"/>
                  </a:lnTo>
                  <a:lnTo>
                    <a:pt x="1609445" y="3677983"/>
                  </a:lnTo>
                  <a:lnTo>
                    <a:pt x="1565846" y="3691496"/>
                  </a:lnTo>
                  <a:lnTo>
                    <a:pt x="1519047" y="3696208"/>
                  </a:lnTo>
                  <a:lnTo>
                    <a:pt x="268859" y="3696208"/>
                  </a:lnTo>
                  <a:lnTo>
                    <a:pt x="222046" y="3691496"/>
                  </a:lnTo>
                  <a:lnTo>
                    <a:pt x="178447" y="3677983"/>
                  </a:lnTo>
                  <a:lnTo>
                    <a:pt x="138988" y="3656584"/>
                  </a:lnTo>
                  <a:lnTo>
                    <a:pt x="104609" y="3628237"/>
                  </a:lnTo>
                  <a:lnTo>
                    <a:pt x="76238" y="3593884"/>
                  </a:lnTo>
                  <a:lnTo>
                    <a:pt x="54825" y="3554450"/>
                  </a:lnTo>
                  <a:lnTo>
                    <a:pt x="41287" y="3510864"/>
                  </a:lnTo>
                  <a:lnTo>
                    <a:pt x="36576" y="3464052"/>
                  </a:lnTo>
                  <a:lnTo>
                    <a:pt x="36576" y="268859"/>
                  </a:lnTo>
                  <a:lnTo>
                    <a:pt x="41287" y="222097"/>
                  </a:lnTo>
                  <a:lnTo>
                    <a:pt x="54813" y="178536"/>
                  </a:lnTo>
                  <a:lnTo>
                    <a:pt x="76212" y="139103"/>
                  </a:lnTo>
                  <a:lnTo>
                    <a:pt x="104571" y="104736"/>
                  </a:lnTo>
                  <a:lnTo>
                    <a:pt x="138950" y="76377"/>
                  </a:lnTo>
                  <a:lnTo>
                    <a:pt x="178409" y="54965"/>
                  </a:lnTo>
                  <a:lnTo>
                    <a:pt x="222021" y="41427"/>
                  </a:lnTo>
                  <a:lnTo>
                    <a:pt x="268859" y="36703"/>
                  </a:lnTo>
                  <a:lnTo>
                    <a:pt x="1519174" y="36703"/>
                  </a:lnTo>
                  <a:lnTo>
                    <a:pt x="1565973" y="41427"/>
                  </a:lnTo>
                  <a:lnTo>
                    <a:pt x="1609572" y="54965"/>
                  </a:lnTo>
                  <a:lnTo>
                    <a:pt x="1649031" y="76377"/>
                  </a:lnTo>
                  <a:lnTo>
                    <a:pt x="1683410" y="104736"/>
                  </a:lnTo>
                  <a:lnTo>
                    <a:pt x="1711782" y="139103"/>
                  </a:lnTo>
                  <a:lnTo>
                    <a:pt x="1733194" y="178536"/>
                  </a:lnTo>
                  <a:lnTo>
                    <a:pt x="1746732" y="222097"/>
                  </a:lnTo>
                  <a:lnTo>
                    <a:pt x="1751457" y="268859"/>
                  </a:lnTo>
                  <a:lnTo>
                    <a:pt x="1751457" y="190220"/>
                  </a:lnTo>
                  <a:lnTo>
                    <a:pt x="1723097" y="129057"/>
                  </a:lnTo>
                  <a:lnTo>
                    <a:pt x="1694116" y="93916"/>
                  </a:lnTo>
                  <a:lnTo>
                    <a:pt x="1658975" y="64935"/>
                  </a:lnTo>
                  <a:lnTo>
                    <a:pt x="1618665" y="43053"/>
                  </a:lnTo>
                  <a:lnTo>
                    <a:pt x="1574342" y="29286"/>
                  </a:lnTo>
                  <a:lnTo>
                    <a:pt x="1574876" y="29337"/>
                  </a:lnTo>
                  <a:lnTo>
                    <a:pt x="1619427" y="43180"/>
                  </a:lnTo>
                  <a:lnTo>
                    <a:pt x="1659737" y="65062"/>
                  </a:lnTo>
                  <a:lnTo>
                    <a:pt x="1694865" y="94056"/>
                  </a:lnTo>
                  <a:lnTo>
                    <a:pt x="1723859" y="129184"/>
                  </a:lnTo>
                  <a:lnTo>
                    <a:pt x="1745742" y="169494"/>
                  </a:lnTo>
                  <a:lnTo>
                    <a:pt x="1759585" y="214045"/>
                  </a:lnTo>
                  <a:lnTo>
                    <a:pt x="1764411" y="261874"/>
                  </a:lnTo>
                  <a:lnTo>
                    <a:pt x="1764411" y="146024"/>
                  </a:lnTo>
                  <a:lnTo>
                    <a:pt x="1729600" y="90030"/>
                  </a:lnTo>
                  <a:lnTo>
                    <a:pt x="1699082" y="59524"/>
                  </a:lnTo>
                  <a:lnTo>
                    <a:pt x="1663725" y="34556"/>
                  </a:lnTo>
                  <a:lnTo>
                    <a:pt x="1624279" y="15836"/>
                  </a:lnTo>
                  <a:lnTo>
                    <a:pt x="1581442" y="4089"/>
                  </a:lnTo>
                  <a:lnTo>
                    <a:pt x="1535938" y="0"/>
                  </a:lnTo>
                  <a:lnTo>
                    <a:pt x="253111" y="0"/>
                  </a:lnTo>
                  <a:lnTo>
                    <a:pt x="207632" y="4089"/>
                  </a:lnTo>
                  <a:lnTo>
                    <a:pt x="164820" y="15836"/>
                  </a:lnTo>
                  <a:lnTo>
                    <a:pt x="125399" y="34556"/>
                  </a:lnTo>
                  <a:lnTo>
                    <a:pt x="90068" y="59524"/>
                  </a:lnTo>
                  <a:lnTo>
                    <a:pt x="59550" y="90030"/>
                  </a:lnTo>
                  <a:lnTo>
                    <a:pt x="34569" y="125349"/>
                  </a:lnTo>
                  <a:lnTo>
                    <a:pt x="15836" y="164782"/>
                  </a:lnTo>
                  <a:lnTo>
                    <a:pt x="4076" y="207606"/>
                  </a:lnTo>
                  <a:lnTo>
                    <a:pt x="0" y="253111"/>
                  </a:lnTo>
                  <a:lnTo>
                    <a:pt x="0" y="3480816"/>
                  </a:lnTo>
                  <a:lnTo>
                    <a:pt x="4076" y="3526294"/>
                  </a:lnTo>
                  <a:lnTo>
                    <a:pt x="15836" y="3569093"/>
                  </a:lnTo>
                  <a:lnTo>
                    <a:pt x="34569" y="3608501"/>
                  </a:lnTo>
                  <a:lnTo>
                    <a:pt x="59550" y="3643807"/>
                  </a:lnTo>
                  <a:lnTo>
                    <a:pt x="90068" y="3674300"/>
                  </a:lnTo>
                  <a:lnTo>
                    <a:pt x="125399" y="3699268"/>
                  </a:lnTo>
                  <a:lnTo>
                    <a:pt x="164820" y="3717975"/>
                  </a:lnTo>
                  <a:lnTo>
                    <a:pt x="207632" y="3729736"/>
                  </a:lnTo>
                  <a:lnTo>
                    <a:pt x="253111" y="3733800"/>
                  </a:lnTo>
                  <a:lnTo>
                    <a:pt x="1535938" y="3733800"/>
                  </a:lnTo>
                  <a:lnTo>
                    <a:pt x="1581442" y="3729736"/>
                  </a:lnTo>
                  <a:lnTo>
                    <a:pt x="1624279" y="3717975"/>
                  </a:lnTo>
                  <a:lnTo>
                    <a:pt x="1642579" y="3709289"/>
                  </a:lnTo>
                  <a:lnTo>
                    <a:pt x="1663725" y="3699268"/>
                  </a:lnTo>
                  <a:lnTo>
                    <a:pt x="1699082" y="3674300"/>
                  </a:lnTo>
                  <a:lnTo>
                    <a:pt x="1729600" y="3643807"/>
                  </a:lnTo>
                  <a:lnTo>
                    <a:pt x="1754593" y="3608501"/>
                  </a:lnTo>
                  <a:lnTo>
                    <a:pt x="1773326" y="3569093"/>
                  </a:lnTo>
                  <a:lnTo>
                    <a:pt x="1785086" y="3526294"/>
                  </a:lnTo>
                  <a:lnTo>
                    <a:pt x="1789176" y="3480816"/>
                  </a:lnTo>
                  <a:lnTo>
                    <a:pt x="1789176" y="253111"/>
                  </a:lnTo>
                  <a:close/>
                </a:path>
              </a:pathLst>
            </a:custGeom>
            <a:solidFill>
              <a:srgbClr val="FD09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9620631" y="1107566"/>
              <a:ext cx="1741805" cy="3686810"/>
            </a:xfrm>
            <a:custGeom>
              <a:avLst/>
              <a:gdLst/>
              <a:ahLst/>
              <a:cxnLst/>
              <a:rect l="l" t="t" r="r" b="b"/>
              <a:pathLst>
                <a:path w="1741804" h="3686810">
                  <a:moveTo>
                    <a:pt x="1503172" y="0"/>
                  </a:moveTo>
                  <a:lnTo>
                    <a:pt x="238505" y="0"/>
                  </a:lnTo>
                  <a:lnTo>
                    <a:pt x="190476" y="4857"/>
                  </a:lnTo>
                  <a:lnTo>
                    <a:pt x="145714" y="18782"/>
                  </a:lnTo>
                  <a:lnTo>
                    <a:pt x="105187" y="40806"/>
                  </a:lnTo>
                  <a:lnTo>
                    <a:pt x="69865" y="69961"/>
                  </a:lnTo>
                  <a:lnTo>
                    <a:pt x="40717" y="105277"/>
                  </a:lnTo>
                  <a:lnTo>
                    <a:pt x="18710" y="145786"/>
                  </a:lnTo>
                  <a:lnTo>
                    <a:pt x="4815" y="190518"/>
                  </a:lnTo>
                  <a:lnTo>
                    <a:pt x="0" y="238506"/>
                  </a:lnTo>
                  <a:lnTo>
                    <a:pt x="0" y="3448050"/>
                  </a:lnTo>
                  <a:lnTo>
                    <a:pt x="4805" y="3495611"/>
                  </a:lnTo>
                  <a:lnTo>
                    <a:pt x="18764" y="3540823"/>
                  </a:lnTo>
                  <a:lnTo>
                    <a:pt x="40772" y="3581334"/>
                  </a:lnTo>
                  <a:lnTo>
                    <a:pt x="69913" y="3616642"/>
                  </a:lnTo>
                  <a:lnTo>
                    <a:pt x="105221" y="3645783"/>
                  </a:lnTo>
                  <a:lnTo>
                    <a:pt x="145732" y="3667791"/>
                  </a:lnTo>
                  <a:lnTo>
                    <a:pt x="190482" y="3681704"/>
                  </a:lnTo>
                  <a:lnTo>
                    <a:pt x="238505" y="3686556"/>
                  </a:lnTo>
                  <a:lnTo>
                    <a:pt x="1503172" y="3686556"/>
                  </a:lnTo>
                  <a:lnTo>
                    <a:pt x="1525773" y="3684270"/>
                  </a:lnTo>
                  <a:lnTo>
                    <a:pt x="238378" y="3684270"/>
                  </a:lnTo>
                  <a:lnTo>
                    <a:pt x="190911" y="3679464"/>
                  </a:lnTo>
                  <a:lnTo>
                    <a:pt x="146629" y="3665684"/>
                  </a:lnTo>
                  <a:lnTo>
                    <a:pt x="106533" y="3643885"/>
                  </a:lnTo>
                  <a:lnTo>
                    <a:pt x="71574" y="3615023"/>
                  </a:lnTo>
                  <a:lnTo>
                    <a:pt x="42709" y="3580053"/>
                  </a:lnTo>
                  <a:lnTo>
                    <a:pt x="20898" y="3539930"/>
                  </a:lnTo>
                  <a:lnTo>
                    <a:pt x="7102" y="3495611"/>
                  </a:lnTo>
                  <a:lnTo>
                    <a:pt x="2286" y="3448050"/>
                  </a:lnTo>
                  <a:lnTo>
                    <a:pt x="12911" y="3448050"/>
                  </a:lnTo>
                  <a:lnTo>
                    <a:pt x="2286" y="3447923"/>
                  </a:lnTo>
                  <a:lnTo>
                    <a:pt x="2286" y="3440938"/>
                  </a:lnTo>
                  <a:lnTo>
                    <a:pt x="12192" y="3440938"/>
                  </a:lnTo>
                  <a:lnTo>
                    <a:pt x="2286" y="3440811"/>
                  </a:lnTo>
                  <a:lnTo>
                    <a:pt x="2286" y="238506"/>
                  </a:lnTo>
                  <a:lnTo>
                    <a:pt x="7096" y="191028"/>
                  </a:lnTo>
                  <a:lnTo>
                    <a:pt x="20883" y="146772"/>
                  </a:lnTo>
                  <a:lnTo>
                    <a:pt x="42682" y="106694"/>
                  </a:lnTo>
                  <a:lnTo>
                    <a:pt x="71527" y="71754"/>
                  </a:lnTo>
                  <a:lnTo>
                    <a:pt x="106453" y="42911"/>
                  </a:lnTo>
                  <a:lnTo>
                    <a:pt x="146481" y="21121"/>
                  </a:lnTo>
                  <a:lnTo>
                    <a:pt x="146334" y="21121"/>
                  </a:lnTo>
                  <a:lnTo>
                    <a:pt x="190591" y="7345"/>
                  </a:lnTo>
                  <a:lnTo>
                    <a:pt x="189780" y="7345"/>
                  </a:lnTo>
                  <a:lnTo>
                    <a:pt x="237251" y="2540"/>
                  </a:lnTo>
                  <a:lnTo>
                    <a:pt x="1528313" y="2540"/>
                  </a:lnTo>
                  <a:lnTo>
                    <a:pt x="1503172" y="0"/>
                  </a:lnTo>
                  <a:close/>
                </a:path>
                <a:path w="1741804" h="3686810">
                  <a:moveTo>
                    <a:pt x="1741665" y="3448050"/>
                  </a:moveTo>
                  <a:lnTo>
                    <a:pt x="1739138" y="3448050"/>
                  </a:lnTo>
                  <a:lnTo>
                    <a:pt x="1734332" y="3495611"/>
                  </a:lnTo>
                  <a:lnTo>
                    <a:pt x="1720554" y="3539930"/>
                  </a:lnTo>
                  <a:lnTo>
                    <a:pt x="1698760" y="3580053"/>
                  </a:lnTo>
                  <a:lnTo>
                    <a:pt x="1669907" y="3615023"/>
                  </a:lnTo>
                  <a:lnTo>
                    <a:pt x="1634952" y="3643885"/>
                  </a:lnTo>
                  <a:lnTo>
                    <a:pt x="1594852" y="3665684"/>
                  </a:lnTo>
                  <a:lnTo>
                    <a:pt x="1550564" y="3679464"/>
                  </a:lnTo>
                  <a:lnTo>
                    <a:pt x="1503045" y="3684270"/>
                  </a:lnTo>
                  <a:lnTo>
                    <a:pt x="1525773" y="3684270"/>
                  </a:lnTo>
                  <a:lnTo>
                    <a:pt x="1595881" y="3667791"/>
                  </a:lnTo>
                  <a:lnTo>
                    <a:pt x="1636382" y="3645783"/>
                  </a:lnTo>
                  <a:lnTo>
                    <a:pt x="1671687" y="3616642"/>
                  </a:lnTo>
                  <a:lnTo>
                    <a:pt x="1700833" y="3581334"/>
                  </a:lnTo>
                  <a:lnTo>
                    <a:pt x="1722855" y="3540823"/>
                  </a:lnTo>
                  <a:lnTo>
                    <a:pt x="1736788" y="3496073"/>
                  </a:lnTo>
                  <a:lnTo>
                    <a:pt x="1736860" y="3495611"/>
                  </a:lnTo>
                  <a:lnTo>
                    <a:pt x="1741665" y="3448050"/>
                  </a:lnTo>
                  <a:close/>
                </a:path>
                <a:path w="1741804" h="3686810">
                  <a:moveTo>
                    <a:pt x="15336" y="3448050"/>
                  </a:moveTo>
                  <a:lnTo>
                    <a:pt x="12911" y="3448050"/>
                  </a:lnTo>
                  <a:lnTo>
                    <a:pt x="16880" y="3487309"/>
                  </a:lnTo>
                  <a:lnTo>
                    <a:pt x="30555" y="3531665"/>
                  </a:lnTo>
                  <a:lnTo>
                    <a:pt x="52094" y="3571291"/>
                  </a:lnTo>
                  <a:lnTo>
                    <a:pt x="80613" y="3605831"/>
                  </a:lnTo>
                  <a:lnTo>
                    <a:pt x="115168" y="3634341"/>
                  </a:lnTo>
                  <a:lnTo>
                    <a:pt x="154816" y="3655875"/>
                  </a:lnTo>
                  <a:lnTo>
                    <a:pt x="198614" y="3669489"/>
                  </a:lnTo>
                  <a:lnTo>
                    <a:pt x="245618" y="3674237"/>
                  </a:lnTo>
                  <a:lnTo>
                    <a:pt x="1495933" y="3674237"/>
                  </a:lnTo>
                  <a:lnTo>
                    <a:pt x="1519801" y="3671824"/>
                  </a:lnTo>
                  <a:lnTo>
                    <a:pt x="245618" y="3671824"/>
                  </a:lnTo>
                  <a:lnTo>
                    <a:pt x="199119" y="3667122"/>
                  </a:lnTo>
                  <a:lnTo>
                    <a:pt x="155783" y="3653641"/>
                  </a:lnTo>
                  <a:lnTo>
                    <a:pt x="116546" y="3632316"/>
                  </a:lnTo>
                  <a:lnTo>
                    <a:pt x="82343" y="3604085"/>
                  </a:lnTo>
                  <a:lnTo>
                    <a:pt x="54112" y="3569882"/>
                  </a:lnTo>
                  <a:lnTo>
                    <a:pt x="32787" y="3530645"/>
                  </a:lnTo>
                  <a:lnTo>
                    <a:pt x="19306" y="3487309"/>
                  </a:lnTo>
                  <a:lnTo>
                    <a:pt x="15336" y="3448050"/>
                  </a:lnTo>
                  <a:close/>
                </a:path>
                <a:path w="1741804" h="3686810">
                  <a:moveTo>
                    <a:pt x="1728626" y="3448050"/>
                  </a:moveTo>
                  <a:lnTo>
                    <a:pt x="1726214" y="3448050"/>
                  </a:lnTo>
                  <a:lnTo>
                    <a:pt x="1722244" y="3487309"/>
                  </a:lnTo>
                  <a:lnTo>
                    <a:pt x="1708763" y="3530645"/>
                  </a:lnTo>
                  <a:lnTo>
                    <a:pt x="1687438" y="3569882"/>
                  </a:lnTo>
                  <a:lnTo>
                    <a:pt x="1659207" y="3604085"/>
                  </a:lnTo>
                  <a:lnTo>
                    <a:pt x="1625004" y="3632316"/>
                  </a:lnTo>
                  <a:lnTo>
                    <a:pt x="1585767" y="3653641"/>
                  </a:lnTo>
                  <a:lnTo>
                    <a:pt x="1542431" y="3667122"/>
                  </a:lnTo>
                  <a:lnTo>
                    <a:pt x="1495933" y="3671824"/>
                  </a:lnTo>
                  <a:lnTo>
                    <a:pt x="1519801" y="3671824"/>
                  </a:lnTo>
                  <a:lnTo>
                    <a:pt x="1586674" y="3655875"/>
                  </a:lnTo>
                  <a:lnTo>
                    <a:pt x="1626314" y="3634341"/>
                  </a:lnTo>
                  <a:lnTo>
                    <a:pt x="1660870" y="3605831"/>
                  </a:lnTo>
                  <a:lnTo>
                    <a:pt x="1689397" y="3571291"/>
                  </a:lnTo>
                  <a:lnTo>
                    <a:pt x="1710948" y="3531665"/>
                  </a:lnTo>
                  <a:lnTo>
                    <a:pt x="1724579" y="3487899"/>
                  </a:lnTo>
                  <a:lnTo>
                    <a:pt x="1724656" y="3487309"/>
                  </a:lnTo>
                  <a:lnTo>
                    <a:pt x="1728626" y="3448050"/>
                  </a:lnTo>
                  <a:close/>
                </a:path>
                <a:path w="1741804" h="3686810">
                  <a:moveTo>
                    <a:pt x="1726226" y="3447923"/>
                  </a:moveTo>
                  <a:lnTo>
                    <a:pt x="15324" y="3447923"/>
                  </a:lnTo>
                  <a:lnTo>
                    <a:pt x="1726214" y="3448050"/>
                  </a:lnTo>
                  <a:close/>
                </a:path>
                <a:path w="1741804" h="3686810">
                  <a:moveTo>
                    <a:pt x="1739138" y="3447923"/>
                  </a:moveTo>
                  <a:lnTo>
                    <a:pt x="1728639" y="3447923"/>
                  </a:lnTo>
                  <a:lnTo>
                    <a:pt x="1739138" y="3448050"/>
                  </a:lnTo>
                  <a:close/>
                </a:path>
                <a:path w="1741804" h="3686810">
                  <a:moveTo>
                    <a:pt x="14617" y="3440938"/>
                  </a:moveTo>
                  <a:lnTo>
                    <a:pt x="12192" y="3440938"/>
                  </a:lnTo>
                  <a:lnTo>
                    <a:pt x="12898" y="3447923"/>
                  </a:lnTo>
                  <a:lnTo>
                    <a:pt x="15324" y="3447923"/>
                  </a:lnTo>
                  <a:lnTo>
                    <a:pt x="14617" y="3440938"/>
                  </a:lnTo>
                  <a:close/>
                </a:path>
                <a:path w="1741804" h="3686810">
                  <a:moveTo>
                    <a:pt x="1729346" y="3440938"/>
                  </a:moveTo>
                  <a:lnTo>
                    <a:pt x="1726933" y="3440938"/>
                  </a:lnTo>
                  <a:lnTo>
                    <a:pt x="1726226" y="3447923"/>
                  </a:lnTo>
                  <a:lnTo>
                    <a:pt x="1728639" y="3447923"/>
                  </a:lnTo>
                  <a:lnTo>
                    <a:pt x="1729346" y="3440938"/>
                  </a:lnTo>
                  <a:close/>
                </a:path>
                <a:path w="1741804" h="3686810">
                  <a:moveTo>
                    <a:pt x="1741677" y="3440938"/>
                  </a:moveTo>
                  <a:lnTo>
                    <a:pt x="1739138" y="3440938"/>
                  </a:lnTo>
                  <a:lnTo>
                    <a:pt x="1739138" y="3447923"/>
                  </a:lnTo>
                  <a:lnTo>
                    <a:pt x="1741677" y="3447923"/>
                  </a:lnTo>
                  <a:lnTo>
                    <a:pt x="1741677" y="3440938"/>
                  </a:lnTo>
                  <a:close/>
                </a:path>
                <a:path w="1741804" h="3686810">
                  <a:moveTo>
                    <a:pt x="1726946" y="3440811"/>
                  </a:moveTo>
                  <a:lnTo>
                    <a:pt x="14604" y="3440811"/>
                  </a:lnTo>
                  <a:lnTo>
                    <a:pt x="14617" y="3440938"/>
                  </a:lnTo>
                  <a:lnTo>
                    <a:pt x="1726933" y="3440938"/>
                  </a:lnTo>
                  <a:lnTo>
                    <a:pt x="1726946" y="3440811"/>
                  </a:lnTo>
                  <a:close/>
                </a:path>
                <a:path w="1741804" h="3686810">
                  <a:moveTo>
                    <a:pt x="1739138" y="3440811"/>
                  </a:moveTo>
                  <a:lnTo>
                    <a:pt x="1729359" y="3440811"/>
                  </a:lnTo>
                  <a:lnTo>
                    <a:pt x="1729346" y="3440938"/>
                  </a:lnTo>
                  <a:lnTo>
                    <a:pt x="1739138" y="3440938"/>
                  </a:lnTo>
                  <a:lnTo>
                    <a:pt x="1739138" y="3440811"/>
                  </a:lnTo>
                  <a:close/>
                </a:path>
                <a:path w="1741804" h="3686810">
                  <a:moveTo>
                    <a:pt x="1495933" y="12319"/>
                  </a:moveTo>
                  <a:lnTo>
                    <a:pt x="245618" y="12319"/>
                  </a:lnTo>
                  <a:lnTo>
                    <a:pt x="198651" y="17072"/>
                  </a:lnTo>
                  <a:lnTo>
                    <a:pt x="154870" y="30700"/>
                  </a:lnTo>
                  <a:lnTo>
                    <a:pt x="115224" y="52254"/>
                  </a:lnTo>
                  <a:lnTo>
                    <a:pt x="80660" y="80787"/>
                  </a:lnTo>
                  <a:lnTo>
                    <a:pt x="52127" y="115351"/>
                  </a:lnTo>
                  <a:lnTo>
                    <a:pt x="30573" y="154997"/>
                  </a:lnTo>
                  <a:lnTo>
                    <a:pt x="16945" y="198778"/>
                  </a:lnTo>
                  <a:lnTo>
                    <a:pt x="12192" y="245745"/>
                  </a:lnTo>
                  <a:lnTo>
                    <a:pt x="12192" y="3440811"/>
                  </a:lnTo>
                  <a:lnTo>
                    <a:pt x="14604" y="3440811"/>
                  </a:lnTo>
                  <a:lnTo>
                    <a:pt x="14604" y="245745"/>
                  </a:lnTo>
                  <a:lnTo>
                    <a:pt x="19306" y="199246"/>
                  </a:lnTo>
                  <a:lnTo>
                    <a:pt x="32787" y="155910"/>
                  </a:lnTo>
                  <a:lnTo>
                    <a:pt x="54112" y="116673"/>
                  </a:lnTo>
                  <a:lnTo>
                    <a:pt x="82343" y="82470"/>
                  </a:lnTo>
                  <a:lnTo>
                    <a:pt x="116546" y="54239"/>
                  </a:lnTo>
                  <a:lnTo>
                    <a:pt x="155783" y="32914"/>
                  </a:lnTo>
                  <a:lnTo>
                    <a:pt x="199119" y="19433"/>
                  </a:lnTo>
                  <a:lnTo>
                    <a:pt x="245618" y="14732"/>
                  </a:lnTo>
                  <a:lnTo>
                    <a:pt x="1519794" y="14732"/>
                  </a:lnTo>
                  <a:lnTo>
                    <a:pt x="1495933" y="12319"/>
                  </a:lnTo>
                  <a:close/>
                </a:path>
                <a:path w="1741804" h="3686810">
                  <a:moveTo>
                    <a:pt x="1519794" y="14732"/>
                  </a:moveTo>
                  <a:lnTo>
                    <a:pt x="1495933" y="14732"/>
                  </a:lnTo>
                  <a:lnTo>
                    <a:pt x="1542431" y="19433"/>
                  </a:lnTo>
                  <a:lnTo>
                    <a:pt x="1585767" y="32914"/>
                  </a:lnTo>
                  <a:lnTo>
                    <a:pt x="1625004" y="54239"/>
                  </a:lnTo>
                  <a:lnTo>
                    <a:pt x="1659207" y="82470"/>
                  </a:lnTo>
                  <a:lnTo>
                    <a:pt x="1687438" y="116673"/>
                  </a:lnTo>
                  <a:lnTo>
                    <a:pt x="1708763" y="155910"/>
                  </a:lnTo>
                  <a:lnTo>
                    <a:pt x="1722244" y="199246"/>
                  </a:lnTo>
                  <a:lnTo>
                    <a:pt x="1726946" y="245745"/>
                  </a:lnTo>
                  <a:lnTo>
                    <a:pt x="1726946" y="3440811"/>
                  </a:lnTo>
                  <a:lnTo>
                    <a:pt x="1729359" y="3440811"/>
                  </a:lnTo>
                  <a:lnTo>
                    <a:pt x="1729359" y="245745"/>
                  </a:lnTo>
                  <a:lnTo>
                    <a:pt x="1724658" y="199246"/>
                  </a:lnTo>
                  <a:lnTo>
                    <a:pt x="1724610" y="198778"/>
                  </a:lnTo>
                  <a:lnTo>
                    <a:pt x="1710995" y="154997"/>
                  </a:lnTo>
                  <a:lnTo>
                    <a:pt x="1689456" y="115351"/>
                  </a:lnTo>
                  <a:lnTo>
                    <a:pt x="1660937" y="80787"/>
                  </a:lnTo>
                  <a:lnTo>
                    <a:pt x="1626382" y="52254"/>
                  </a:lnTo>
                  <a:lnTo>
                    <a:pt x="1586734" y="30700"/>
                  </a:lnTo>
                  <a:lnTo>
                    <a:pt x="1542936" y="17072"/>
                  </a:lnTo>
                  <a:lnTo>
                    <a:pt x="1519794" y="14732"/>
                  </a:lnTo>
                  <a:close/>
                </a:path>
                <a:path w="1741804" h="3686810">
                  <a:moveTo>
                    <a:pt x="1528313" y="2540"/>
                  </a:moveTo>
                  <a:lnTo>
                    <a:pt x="1503045" y="2540"/>
                  </a:lnTo>
                  <a:lnTo>
                    <a:pt x="1550564" y="7345"/>
                  </a:lnTo>
                  <a:lnTo>
                    <a:pt x="1594852" y="21121"/>
                  </a:lnTo>
                  <a:lnTo>
                    <a:pt x="1634952" y="42911"/>
                  </a:lnTo>
                  <a:lnTo>
                    <a:pt x="1669907" y="71754"/>
                  </a:lnTo>
                  <a:lnTo>
                    <a:pt x="1698760" y="106694"/>
                  </a:lnTo>
                  <a:lnTo>
                    <a:pt x="1720554" y="146772"/>
                  </a:lnTo>
                  <a:lnTo>
                    <a:pt x="1734332" y="191028"/>
                  </a:lnTo>
                  <a:lnTo>
                    <a:pt x="1739138" y="238506"/>
                  </a:lnTo>
                  <a:lnTo>
                    <a:pt x="1739138" y="3440811"/>
                  </a:lnTo>
                  <a:lnTo>
                    <a:pt x="1741677" y="3440811"/>
                  </a:lnTo>
                  <a:lnTo>
                    <a:pt x="1741677" y="238506"/>
                  </a:lnTo>
                  <a:lnTo>
                    <a:pt x="1736881" y="191028"/>
                  </a:lnTo>
                  <a:lnTo>
                    <a:pt x="1736829" y="190518"/>
                  </a:lnTo>
                  <a:lnTo>
                    <a:pt x="1722930" y="145786"/>
                  </a:lnTo>
                  <a:lnTo>
                    <a:pt x="1700935" y="105277"/>
                  </a:lnTo>
                  <a:lnTo>
                    <a:pt x="1671803" y="69961"/>
                  </a:lnTo>
                  <a:lnTo>
                    <a:pt x="1636497" y="40806"/>
                  </a:lnTo>
                  <a:lnTo>
                    <a:pt x="1595978" y="18782"/>
                  </a:lnTo>
                  <a:lnTo>
                    <a:pt x="1551212" y="4857"/>
                  </a:lnTo>
                  <a:lnTo>
                    <a:pt x="1528313" y="25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9584817" y="1863407"/>
              <a:ext cx="1809114" cy="2951480"/>
            </a:xfrm>
            <a:custGeom>
              <a:avLst/>
              <a:gdLst/>
              <a:ahLst/>
              <a:cxnLst/>
              <a:rect l="l" t="t" r="r" b="b"/>
              <a:pathLst>
                <a:path w="1809115" h="2951479">
                  <a:moveTo>
                    <a:pt x="6286" y="101"/>
                  </a:moveTo>
                  <a:lnTo>
                    <a:pt x="0" y="101"/>
                  </a:lnTo>
                  <a:lnTo>
                    <a:pt x="0" y="269684"/>
                  </a:lnTo>
                  <a:lnTo>
                    <a:pt x="6286" y="269684"/>
                  </a:lnTo>
                  <a:lnTo>
                    <a:pt x="6286" y="101"/>
                  </a:lnTo>
                  <a:close/>
                </a:path>
                <a:path w="1809115" h="2951479">
                  <a:moveTo>
                    <a:pt x="1795538" y="2664993"/>
                  </a:moveTo>
                  <a:lnTo>
                    <a:pt x="1795272" y="2662618"/>
                  </a:lnTo>
                  <a:lnTo>
                    <a:pt x="1789722" y="2714968"/>
                  </a:lnTo>
                  <a:lnTo>
                    <a:pt x="1776844" y="2761589"/>
                  </a:lnTo>
                  <a:lnTo>
                    <a:pt x="1757311" y="2802610"/>
                  </a:lnTo>
                  <a:lnTo>
                    <a:pt x="1731810" y="2838145"/>
                  </a:lnTo>
                  <a:lnTo>
                    <a:pt x="1701038" y="2868320"/>
                  </a:lnTo>
                  <a:lnTo>
                    <a:pt x="1665668" y="2893250"/>
                  </a:lnTo>
                  <a:lnTo>
                    <a:pt x="1626400" y="2913075"/>
                  </a:lnTo>
                  <a:lnTo>
                    <a:pt x="1583931" y="2927896"/>
                  </a:lnTo>
                  <a:lnTo>
                    <a:pt x="1538935" y="2937853"/>
                  </a:lnTo>
                  <a:lnTo>
                    <a:pt x="1492123" y="2943034"/>
                  </a:lnTo>
                  <a:lnTo>
                    <a:pt x="275082" y="2945447"/>
                  </a:lnTo>
                  <a:lnTo>
                    <a:pt x="218554" y="2939719"/>
                  </a:lnTo>
                  <a:lnTo>
                    <a:pt x="166725" y="2922676"/>
                  </a:lnTo>
                  <a:lnTo>
                    <a:pt x="119926" y="2896781"/>
                  </a:lnTo>
                  <a:lnTo>
                    <a:pt x="78486" y="2864548"/>
                  </a:lnTo>
                  <a:lnTo>
                    <a:pt x="105194" y="2888538"/>
                  </a:lnTo>
                  <a:lnTo>
                    <a:pt x="135991" y="2911106"/>
                  </a:lnTo>
                  <a:lnTo>
                    <a:pt x="173240" y="2930194"/>
                  </a:lnTo>
                  <a:lnTo>
                    <a:pt x="219278" y="2943771"/>
                  </a:lnTo>
                  <a:lnTo>
                    <a:pt x="276479" y="2949765"/>
                  </a:lnTo>
                  <a:lnTo>
                    <a:pt x="325843" y="2950464"/>
                  </a:lnTo>
                  <a:lnTo>
                    <a:pt x="511860" y="2951327"/>
                  </a:lnTo>
                  <a:lnTo>
                    <a:pt x="1120101" y="2951276"/>
                  </a:lnTo>
                  <a:lnTo>
                    <a:pt x="1512062" y="2949765"/>
                  </a:lnTo>
                  <a:lnTo>
                    <a:pt x="1552905" y="2946019"/>
                  </a:lnTo>
                  <a:lnTo>
                    <a:pt x="1600263" y="2935732"/>
                  </a:lnTo>
                  <a:lnTo>
                    <a:pt x="1648752" y="2918409"/>
                  </a:lnTo>
                  <a:lnTo>
                    <a:pt x="1693037" y="2893504"/>
                  </a:lnTo>
                  <a:lnTo>
                    <a:pt x="1734324" y="2855506"/>
                  </a:lnTo>
                  <a:lnTo>
                    <a:pt x="1762785" y="2810637"/>
                  </a:lnTo>
                  <a:lnTo>
                    <a:pt x="1780781" y="2764040"/>
                  </a:lnTo>
                  <a:lnTo>
                    <a:pt x="1790661" y="2720810"/>
                  </a:lnTo>
                  <a:lnTo>
                    <a:pt x="1794789" y="2686088"/>
                  </a:lnTo>
                  <a:lnTo>
                    <a:pt x="1795538" y="2664993"/>
                  </a:lnTo>
                  <a:close/>
                </a:path>
                <a:path w="1809115" h="2951479">
                  <a:moveTo>
                    <a:pt x="1805609" y="0"/>
                  </a:moveTo>
                  <a:lnTo>
                    <a:pt x="1800225" y="0"/>
                  </a:lnTo>
                  <a:lnTo>
                    <a:pt x="1800225" y="400367"/>
                  </a:lnTo>
                  <a:lnTo>
                    <a:pt x="1805609" y="400367"/>
                  </a:lnTo>
                  <a:lnTo>
                    <a:pt x="1805609" y="0"/>
                  </a:lnTo>
                  <a:close/>
                </a:path>
                <a:path w="1809115" h="2951479">
                  <a:moveTo>
                    <a:pt x="1809115" y="3492"/>
                  </a:moveTo>
                  <a:lnTo>
                    <a:pt x="1806321" y="63"/>
                  </a:lnTo>
                  <a:lnTo>
                    <a:pt x="1806321" y="400367"/>
                  </a:lnTo>
                  <a:lnTo>
                    <a:pt x="1809115" y="396811"/>
                  </a:lnTo>
                  <a:lnTo>
                    <a:pt x="1808683" y="372884"/>
                  </a:lnTo>
                  <a:lnTo>
                    <a:pt x="1808187" y="267385"/>
                  </a:lnTo>
                  <a:lnTo>
                    <a:pt x="1808162" y="133032"/>
                  </a:lnTo>
                  <a:lnTo>
                    <a:pt x="1808657" y="27470"/>
                  </a:lnTo>
                  <a:lnTo>
                    <a:pt x="1809115" y="3492"/>
                  </a:lnTo>
                  <a:close/>
                </a:path>
              </a:pathLst>
            </a:custGeom>
            <a:solidFill>
              <a:srgbClr val="FD09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9582911" y="1863470"/>
              <a:ext cx="3810" cy="269875"/>
            </a:xfrm>
            <a:custGeom>
              <a:avLst/>
              <a:gdLst/>
              <a:ahLst/>
              <a:cxnLst/>
              <a:rect l="l" t="t" r="r" b="b"/>
              <a:pathLst>
                <a:path w="3809" h="269875">
                  <a:moveTo>
                    <a:pt x="3683" y="0"/>
                  </a:moveTo>
                  <a:lnTo>
                    <a:pt x="0" y="3555"/>
                  </a:lnTo>
                  <a:lnTo>
                    <a:pt x="841" y="39123"/>
                  </a:lnTo>
                  <a:lnTo>
                    <a:pt x="1243" y="100092"/>
                  </a:lnTo>
                  <a:lnTo>
                    <a:pt x="1225" y="169528"/>
                  </a:lnTo>
                  <a:lnTo>
                    <a:pt x="804" y="230497"/>
                  </a:lnTo>
                  <a:lnTo>
                    <a:pt x="0" y="266064"/>
                  </a:lnTo>
                  <a:lnTo>
                    <a:pt x="3683" y="269493"/>
                  </a:lnTo>
                  <a:lnTo>
                    <a:pt x="3683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9582912" y="1863508"/>
              <a:ext cx="15240" cy="605155"/>
            </a:xfrm>
            <a:custGeom>
              <a:avLst/>
              <a:gdLst/>
              <a:ahLst/>
              <a:cxnLst/>
              <a:rect l="l" t="t" r="r" b="b"/>
              <a:pathLst>
                <a:path w="15240" h="605155">
                  <a:moveTo>
                    <a:pt x="14820" y="338201"/>
                  </a:moveTo>
                  <a:lnTo>
                    <a:pt x="8191" y="338201"/>
                  </a:lnTo>
                  <a:lnTo>
                    <a:pt x="8001" y="338201"/>
                  </a:lnTo>
                  <a:lnTo>
                    <a:pt x="3683" y="338201"/>
                  </a:lnTo>
                  <a:lnTo>
                    <a:pt x="1905" y="338201"/>
                  </a:lnTo>
                  <a:lnTo>
                    <a:pt x="1905" y="339890"/>
                  </a:lnTo>
                  <a:lnTo>
                    <a:pt x="0" y="341718"/>
                  </a:lnTo>
                  <a:lnTo>
                    <a:pt x="838" y="376872"/>
                  </a:lnTo>
                  <a:lnTo>
                    <a:pt x="1231" y="437172"/>
                  </a:lnTo>
                  <a:lnTo>
                    <a:pt x="1219" y="505853"/>
                  </a:lnTo>
                  <a:lnTo>
                    <a:pt x="800" y="566153"/>
                  </a:lnTo>
                  <a:lnTo>
                    <a:pt x="0" y="601306"/>
                  </a:lnTo>
                  <a:lnTo>
                    <a:pt x="1905" y="603084"/>
                  </a:lnTo>
                  <a:lnTo>
                    <a:pt x="1905" y="604862"/>
                  </a:lnTo>
                  <a:lnTo>
                    <a:pt x="8001" y="604862"/>
                  </a:lnTo>
                  <a:lnTo>
                    <a:pt x="8191" y="604862"/>
                  </a:lnTo>
                  <a:lnTo>
                    <a:pt x="14820" y="604862"/>
                  </a:lnTo>
                  <a:lnTo>
                    <a:pt x="14820" y="338201"/>
                  </a:lnTo>
                  <a:close/>
                </a:path>
                <a:path w="15240" h="605155">
                  <a:moveTo>
                    <a:pt x="14820" y="0"/>
                  </a:moveTo>
                  <a:lnTo>
                    <a:pt x="8001" y="0"/>
                  </a:lnTo>
                  <a:lnTo>
                    <a:pt x="8001" y="269582"/>
                  </a:lnTo>
                  <a:lnTo>
                    <a:pt x="14820" y="269582"/>
                  </a:lnTo>
                  <a:lnTo>
                    <a:pt x="14820" y="0"/>
                  </a:lnTo>
                  <a:close/>
                </a:path>
              </a:pathLst>
            </a:custGeom>
            <a:solidFill>
              <a:srgbClr val="FD09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9584817" y="1546555"/>
              <a:ext cx="6350" cy="147320"/>
            </a:xfrm>
            <a:custGeom>
              <a:avLst/>
              <a:gdLst/>
              <a:ahLst/>
              <a:cxnLst/>
              <a:rect l="l" t="t" r="r" b="b"/>
              <a:pathLst>
                <a:path w="6350" h="147319">
                  <a:moveTo>
                    <a:pt x="6295" y="0"/>
                  </a:moveTo>
                  <a:lnTo>
                    <a:pt x="0" y="0"/>
                  </a:lnTo>
                  <a:lnTo>
                    <a:pt x="0" y="146989"/>
                  </a:lnTo>
                  <a:lnTo>
                    <a:pt x="6295" y="146989"/>
                  </a:lnTo>
                  <a:lnTo>
                    <a:pt x="6295" y="0"/>
                  </a:lnTo>
                  <a:close/>
                </a:path>
              </a:pathLst>
            </a:custGeom>
            <a:solidFill>
              <a:srgbClr val="3A3A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9582911" y="1546478"/>
              <a:ext cx="3810" cy="147320"/>
            </a:xfrm>
            <a:custGeom>
              <a:avLst/>
              <a:gdLst/>
              <a:ahLst/>
              <a:cxnLst/>
              <a:rect l="l" t="t" r="r" b="b"/>
              <a:pathLst>
                <a:path w="3809" h="147319">
                  <a:moveTo>
                    <a:pt x="3683" y="0"/>
                  </a:moveTo>
                  <a:lnTo>
                    <a:pt x="0" y="3556"/>
                  </a:lnTo>
                  <a:lnTo>
                    <a:pt x="982" y="33531"/>
                  </a:lnTo>
                  <a:lnTo>
                    <a:pt x="1285" y="73533"/>
                  </a:lnTo>
                  <a:lnTo>
                    <a:pt x="946" y="113534"/>
                  </a:lnTo>
                  <a:lnTo>
                    <a:pt x="0" y="143510"/>
                  </a:lnTo>
                  <a:lnTo>
                    <a:pt x="3683" y="146938"/>
                  </a:lnTo>
                  <a:lnTo>
                    <a:pt x="3683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9590913" y="1546555"/>
              <a:ext cx="6985" cy="147320"/>
            </a:xfrm>
            <a:custGeom>
              <a:avLst/>
              <a:gdLst/>
              <a:ahLst/>
              <a:cxnLst/>
              <a:rect l="l" t="t" r="r" b="b"/>
              <a:pathLst>
                <a:path w="6984" h="147319">
                  <a:moveTo>
                    <a:pt x="6827" y="0"/>
                  </a:moveTo>
                  <a:lnTo>
                    <a:pt x="0" y="0"/>
                  </a:lnTo>
                  <a:lnTo>
                    <a:pt x="0" y="146989"/>
                  </a:lnTo>
                  <a:lnTo>
                    <a:pt x="6827" y="146989"/>
                  </a:lnTo>
                  <a:lnTo>
                    <a:pt x="6827" y="0"/>
                  </a:lnTo>
                  <a:close/>
                </a:path>
              </a:pathLst>
            </a:custGeom>
            <a:solidFill>
              <a:srgbClr val="FD09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10260711" y="1159255"/>
              <a:ext cx="454659" cy="3657600"/>
            </a:xfrm>
            <a:custGeom>
              <a:avLst/>
              <a:gdLst/>
              <a:ahLst/>
              <a:cxnLst/>
              <a:rect l="l" t="t" r="r" b="b"/>
              <a:pathLst>
                <a:path w="454659" h="3657600">
                  <a:moveTo>
                    <a:pt x="335788" y="3656330"/>
                  </a:moveTo>
                  <a:lnTo>
                    <a:pt x="334391" y="3655441"/>
                  </a:lnTo>
                  <a:lnTo>
                    <a:pt x="326517" y="3652266"/>
                  </a:lnTo>
                  <a:lnTo>
                    <a:pt x="325501" y="3651631"/>
                  </a:lnTo>
                  <a:lnTo>
                    <a:pt x="322326" y="3651250"/>
                  </a:lnTo>
                  <a:lnTo>
                    <a:pt x="318643" y="3651250"/>
                  </a:lnTo>
                  <a:lnTo>
                    <a:pt x="137287" y="3651250"/>
                  </a:lnTo>
                  <a:lnTo>
                    <a:pt x="134112" y="3651758"/>
                  </a:lnTo>
                  <a:lnTo>
                    <a:pt x="125349" y="3655441"/>
                  </a:lnTo>
                  <a:lnTo>
                    <a:pt x="123825" y="3656330"/>
                  </a:lnTo>
                  <a:lnTo>
                    <a:pt x="127762" y="3657346"/>
                  </a:lnTo>
                  <a:lnTo>
                    <a:pt x="331978" y="3657346"/>
                  </a:lnTo>
                  <a:lnTo>
                    <a:pt x="335788" y="3656330"/>
                  </a:lnTo>
                  <a:close/>
                </a:path>
                <a:path w="454659" h="3657600">
                  <a:moveTo>
                    <a:pt x="454279" y="65151"/>
                  </a:moveTo>
                  <a:lnTo>
                    <a:pt x="449122" y="39814"/>
                  </a:lnTo>
                  <a:lnTo>
                    <a:pt x="435063" y="19100"/>
                  </a:lnTo>
                  <a:lnTo>
                    <a:pt x="414197" y="5130"/>
                  </a:lnTo>
                  <a:lnTo>
                    <a:pt x="388620" y="0"/>
                  </a:lnTo>
                  <a:lnTo>
                    <a:pt x="65786" y="0"/>
                  </a:lnTo>
                  <a:lnTo>
                    <a:pt x="40182" y="5130"/>
                  </a:lnTo>
                  <a:lnTo>
                    <a:pt x="19265" y="19100"/>
                  </a:lnTo>
                  <a:lnTo>
                    <a:pt x="5168" y="39814"/>
                  </a:lnTo>
                  <a:lnTo>
                    <a:pt x="0" y="65151"/>
                  </a:lnTo>
                  <a:lnTo>
                    <a:pt x="5168" y="90474"/>
                  </a:lnTo>
                  <a:lnTo>
                    <a:pt x="19265" y="111150"/>
                  </a:lnTo>
                  <a:lnTo>
                    <a:pt x="40182" y="125069"/>
                  </a:lnTo>
                  <a:lnTo>
                    <a:pt x="65786" y="130175"/>
                  </a:lnTo>
                  <a:lnTo>
                    <a:pt x="388620" y="130175"/>
                  </a:lnTo>
                  <a:lnTo>
                    <a:pt x="414108" y="125069"/>
                  </a:lnTo>
                  <a:lnTo>
                    <a:pt x="434987" y="111150"/>
                  </a:lnTo>
                  <a:lnTo>
                    <a:pt x="449084" y="90474"/>
                  </a:lnTo>
                  <a:lnTo>
                    <a:pt x="454279" y="6515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602086" y="1195958"/>
              <a:ext cx="59815" cy="60451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10614406" y="1208405"/>
              <a:ext cx="34290" cy="33655"/>
            </a:xfrm>
            <a:custGeom>
              <a:avLst/>
              <a:gdLst/>
              <a:ahLst/>
              <a:cxnLst/>
              <a:rect l="l" t="t" r="r" b="b"/>
              <a:pathLst>
                <a:path w="34290" h="33655">
                  <a:moveTo>
                    <a:pt x="26162" y="0"/>
                  </a:moveTo>
                  <a:lnTo>
                    <a:pt x="7620" y="0"/>
                  </a:lnTo>
                  <a:lnTo>
                    <a:pt x="0" y="7493"/>
                  </a:lnTo>
                  <a:lnTo>
                    <a:pt x="0" y="26035"/>
                  </a:lnTo>
                  <a:lnTo>
                    <a:pt x="7620" y="33655"/>
                  </a:lnTo>
                  <a:lnTo>
                    <a:pt x="26162" y="33655"/>
                  </a:lnTo>
                  <a:lnTo>
                    <a:pt x="33782" y="26035"/>
                  </a:lnTo>
                  <a:lnTo>
                    <a:pt x="33782" y="16764"/>
                  </a:lnTo>
                  <a:lnTo>
                    <a:pt x="33782" y="7493"/>
                  </a:lnTo>
                  <a:lnTo>
                    <a:pt x="26162" y="0"/>
                  </a:lnTo>
                  <a:close/>
                </a:path>
              </a:pathLst>
            </a:custGeom>
            <a:solidFill>
              <a:srgbClr val="0A121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10616946" y="1210817"/>
              <a:ext cx="27305" cy="27305"/>
            </a:xfrm>
            <a:custGeom>
              <a:avLst/>
              <a:gdLst/>
              <a:ahLst/>
              <a:cxnLst/>
              <a:rect l="l" t="t" r="r" b="b"/>
              <a:pathLst>
                <a:path w="27304" h="27305">
                  <a:moveTo>
                    <a:pt x="27305" y="6096"/>
                  </a:moveTo>
                  <a:lnTo>
                    <a:pt x="21209" y="0"/>
                  </a:lnTo>
                  <a:lnTo>
                    <a:pt x="6096" y="0"/>
                  </a:lnTo>
                  <a:lnTo>
                    <a:pt x="0" y="6096"/>
                  </a:lnTo>
                  <a:lnTo>
                    <a:pt x="0" y="21209"/>
                  </a:lnTo>
                  <a:lnTo>
                    <a:pt x="6096" y="27305"/>
                  </a:lnTo>
                  <a:lnTo>
                    <a:pt x="21082" y="27305"/>
                  </a:lnTo>
                  <a:lnTo>
                    <a:pt x="27305" y="21082"/>
                  </a:lnTo>
                  <a:lnTo>
                    <a:pt x="27305" y="13589"/>
                  </a:lnTo>
                  <a:lnTo>
                    <a:pt x="27305" y="6096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10633329" y="1227200"/>
              <a:ext cx="11430" cy="11430"/>
            </a:xfrm>
            <a:custGeom>
              <a:avLst/>
              <a:gdLst/>
              <a:ahLst/>
              <a:cxnLst/>
              <a:rect l="l" t="t" r="r" b="b"/>
              <a:pathLst>
                <a:path w="11429" h="11430">
                  <a:moveTo>
                    <a:pt x="8763" y="0"/>
                  </a:moveTo>
                  <a:lnTo>
                    <a:pt x="2540" y="0"/>
                  </a:lnTo>
                  <a:lnTo>
                    <a:pt x="0" y="2539"/>
                  </a:lnTo>
                  <a:lnTo>
                    <a:pt x="0" y="8762"/>
                  </a:lnTo>
                  <a:lnTo>
                    <a:pt x="2540" y="11302"/>
                  </a:lnTo>
                  <a:lnTo>
                    <a:pt x="8763" y="11302"/>
                  </a:lnTo>
                  <a:lnTo>
                    <a:pt x="11302" y="8762"/>
                  </a:lnTo>
                  <a:lnTo>
                    <a:pt x="11302" y="5714"/>
                  </a:lnTo>
                  <a:lnTo>
                    <a:pt x="11302" y="2539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5415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fld id="{81D60167-4931-47E6-BA6A-407CBD079E47}" type="slidenum">
              <a:rPr dirty="0" spc="-25"/>
              <a:t>21</a:t>
            </a:fld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 txBox="1"/>
          <p:nvPr/>
        </p:nvSpPr>
        <p:spPr>
          <a:xfrm>
            <a:off x="606653" y="416763"/>
            <a:ext cx="2774315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00" spc="-10" b="1">
                <a:solidFill>
                  <a:srgbClr val="F1F1F1"/>
                </a:solidFill>
                <a:latin typeface="Arial"/>
                <a:cs typeface="Arial"/>
              </a:rPr>
              <a:t>Полезные</a:t>
            </a:r>
            <a:r>
              <a:rPr dirty="0" sz="2000" spc="-130" b="1">
                <a:solidFill>
                  <a:srgbClr val="F1F1F1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F1F1F1"/>
                </a:solidFill>
                <a:latin typeface="Arial"/>
                <a:cs typeface="Arial"/>
              </a:rPr>
              <a:t>материалы</a:t>
            </a:r>
            <a:endParaRPr sz="2000">
              <a:latin typeface="Arial"/>
              <a:cs typeface="Arial"/>
            </a:endParaRP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514590" y="1460372"/>
            <a:ext cx="328231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400" spc="-40" b="0">
                <a:solidFill>
                  <a:srgbClr val="E3EAE9"/>
                </a:solidFill>
                <a:uFill>
                  <a:solidFill>
                    <a:srgbClr val="E3EAE9"/>
                  </a:solidFill>
                </a:uFill>
                <a:latin typeface="Microsoft Sans Serif"/>
                <a:cs typeface="Microsoft Sans Serif"/>
              </a:rPr>
              <a:t>Поможет</a:t>
            </a:r>
            <a:r>
              <a:rPr dirty="0" u="sng" sz="2400" spc="-105" b="0">
                <a:solidFill>
                  <a:srgbClr val="E3EAE9"/>
                </a:solidFill>
                <a:uFill>
                  <a:solidFill>
                    <a:srgbClr val="E3EAE9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dirty="0" u="sng" sz="2400" b="0">
                <a:solidFill>
                  <a:srgbClr val="E3EAE9"/>
                </a:solidFill>
                <a:uFill>
                  <a:solidFill>
                    <a:srgbClr val="E3EAE9"/>
                  </a:solidFill>
                </a:uFill>
                <a:latin typeface="Microsoft Sans Serif"/>
                <a:cs typeface="Microsoft Sans Serif"/>
              </a:rPr>
              <a:t>выбрать</a:t>
            </a:r>
            <a:r>
              <a:rPr dirty="0" u="sng" sz="2400" spc="-45" b="0">
                <a:solidFill>
                  <a:srgbClr val="E3EAE9"/>
                </a:solidFill>
                <a:uFill>
                  <a:solidFill>
                    <a:srgbClr val="E3EAE9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dirty="0" u="sng" sz="2400" spc="-20" b="0">
                <a:solidFill>
                  <a:srgbClr val="E3EAE9"/>
                </a:solidFill>
                <a:uFill>
                  <a:solidFill>
                    <a:srgbClr val="E3EAE9"/>
                  </a:solidFill>
                </a:uFill>
                <a:latin typeface="Microsoft Sans Serif"/>
                <a:cs typeface="Microsoft Sans Serif"/>
              </a:rPr>
              <a:t>цвет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7710" y="2640584"/>
            <a:ext cx="45237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40">
                <a:solidFill>
                  <a:srgbClr val="E3EAE9"/>
                </a:solidFill>
                <a:latin typeface="Microsoft Sans Serif"/>
                <a:cs typeface="Microsoft Sans Serif"/>
              </a:rPr>
              <a:t>Поможет</a:t>
            </a:r>
            <a:r>
              <a:rPr dirty="0" sz="2400" spc="-110">
                <a:solidFill>
                  <a:srgbClr val="E3EAE9"/>
                </a:solidFill>
                <a:latin typeface="Microsoft Sans Serif"/>
                <a:cs typeface="Microsoft Sans Serif"/>
              </a:rPr>
              <a:t> </a:t>
            </a:r>
            <a:r>
              <a:rPr dirty="0" sz="2400">
                <a:solidFill>
                  <a:srgbClr val="E3EAE9"/>
                </a:solidFill>
                <a:latin typeface="Microsoft Sans Serif"/>
                <a:cs typeface="Microsoft Sans Serif"/>
              </a:rPr>
              <a:t>выбрать</a:t>
            </a:r>
            <a:r>
              <a:rPr dirty="0" sz="2400" spc="-50">
                <a:solidFill>
                  <a:srgbClr val="E3EAE9"/>
                </a:solidFill>
                <a:latin typeface="Microsoft Sans Serif"/>
                <a:cs typeface="Microsoft Sans Serif"/>
              </a:rPr>
              <a:t> </a:t>
            </a:r>
            <a:r>
              <a:rPr dirty="0" sz="2400" spc="-10">
                <a:solidFill>
                  <a:srgbClr val="E3EAE9"/>
                </a:solidFill>
                <a:latin typeface="Microsoft Sans Serif"/>
                <a:cs typeface="Microsoft Sans Serif"/>
              </a:rPr>
              <a:t>изображение</a:t>
            </a:r>
            <a:endParaRPr sz="240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40232" y="1310639"/>
            <a:ext cx="6653530" cy="4715510"/>
            <a:chOff x="540232" y="1310639"/>
            <a:chExt cx="6653530" cy="4715510"/>
          </a:xfrm>
        </p:grpSpPr>
        <p:sp>
          <p:nvSpPr>
            <p:cNvPr id="5" name="object 5"/>
            <p:cNvSpPr/>
            <p:nvPr/>
          </p:nvSpPr>
          <p:spPr>
            <a:xfrm>
              <a:off x="540232" y="2990088"/>
              <a:ext cx="4502150" cy="21590"/>
            </a:xfrm>
            <a:custGeom>
              <a:avLst/>
              <a:gdLst/>
              <a:ahLst/>
              <a:cxnLst/>
              <a:rect l="l" t="t" r="r" b="b"/>
              <a:pathLst>
                <a:path w="4502150" h="21589">
                  <a:moveTo>
                    <a:pt x="4501921" y="0"/>
                  </a:moveTo>
                  <a:lnTo>
                    <a:pt x="0" y="0"/>
                  </a:lnTo>
                  <a:lnTo>
                    <a:pt x="0" y="21336"/>
                  </a:lnTo>
                  <a:lnTo>
                    <a:pt x="4501921" y="21336"/>
                  </a:lnTo>
                  <a:lnTo>
                    <a:pt x="4501921" y="0"/>
                  </a:lnTo>
                  <a:close/>
                </a:path>
              </a:pathLst>
            </a:custGeom>
            <a:solidFill>
              <a:srgbClr val="E3EA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004815" y="1316735"/>
              <a:ext cx="2182495" cy="4703445"/>
            </a:xfrm>
            <a:custGeom>
              <a:avLst/>
              <a:gdLst/>
              <a:ahLst/>
              <a:cxnLst/>
              <a:rect l="l" t="t" r="r" b="b"/>
              <a:pathLst>
                <a:path w="2182495" h="4703445">
                  <a:moveTo>
                    <a:pt x="1091184" y="0"/>
                  </a:moveTo>
                  <a:lnTo>
                    <a:pt x="1839214" y="8254"/>
                  </a:lnTo>
                  <a:lnTo>
                    <a:pt x="2182367" y="374903"/>
                  </a:lnTo>
                  <a:lnTo>
                    <a:pt x="1881632" y="741552"/>
                  </a:lnTo>
                  <a:lnTo>
                    <a:pt x="1091184" y="749808"/>
                  </a:lnTo>
                  <a:lnTo>
                    <a:pt x="1091570" y="700701"/>
                  </a:lnTo>
                  <a:lnTo>
                    <a:pt x="1091965" y="651585"/>
                  </a:lnTo>
                  <a:lnTo>
                    <a:pt x="1092367" y="602463"/>
                  </a:lnTo>
                  <a:lnTo>
                    <a:pt x="1092771" y="553339"/>
                  </a:lnTo>
                  <a:lnTo>
                    <a:pt x="1093175" y="504214"/>
                  </a:lnTo>
                  <a:lnTo>
                    <a:pt x="1093577" y="455092"/>
                  </a:lnTo>
                  <a:lnTo>
                    <a:pt x="1093972" y="405976"/>
                  </a:lnTo>
                  <a:lnTo>
                    <a:pt x="1094359" y="356869"/>
                  </a:lnTo>
                  <a:lnTo>
                    <a:pt x="1093916" y="305877"/>
                  </a:lnTo>
                  <a:lnTo>
                    <a:pt x="1093462" y="254896"/>
                  </a:lnTo>
                  <a:lnTo>
                    <a:pt x="1093002" y="203921"/>
                  </a:lnTo>
                  <a:lnTo>
                    <a:pt x="1092540" y="152948"/>
                  </a:lnTo>
                  <a:lnTo>
                    <a:pt x="1092080" y="101973"/>
                  </a:lnTo>
                  <a:lnTo>
                    <a:pt x="1091626" y="50992"/>
                  </a:lnTo>
                  <a:lnTo>
                    <a:pt x="1091184" y="0"/>
                  </a:lnTo>
                  <a:close/>
                </a:path>
                <a:path w="2182495" h="4703445">
                  <a:moveTo>
                    <a:pt x="1091184" y="1234439"/>
                  </a:moveTo>
                  <a:lnTo>
                    <a:pt x="343154" y="1242822"/>
                  </a:lnTo>
                  <a:lnTo>
                    <a:pt x="0" y="1618488"/>
                  </a:lnTo>
                  <a:lnTo>
                    <a:pt x="300736" y="1994153"/>
                  </a:lnTo>
                  <a:lnTo>
                    <a:pt x="1091184" y="2002536"/>
                  </a:lnTo>
                  <a:lnTo>
                    <a:pt x="1090797" y="1952238"/>
                  </a:lnTo>
                  <a:lnTo>
                    <a:pt x="1090402" y="1901932"/>
                  </a:lnTo>
                  <a:lnTo>
                    <a:pt x="1090000" y="1851619"/>
                  </a:lnTo>
                  <a:lnTo>
                    <a:pt x="1089596" y="1801304"/>
                  </a:lnTo>
                  <a:lnTo>
                    <a:pt x="1089192" y="1750989"/>
                  </a:lnTo>
                  <a:lnTo>
                    <a:pt x="1088790" y="1700676"/>
                  </a:lnTo>
                  <a:lnTo>
                    <a:pt x="1088395" y="1650370"/>
                  </a:lnTo>
                  <a:lnTo>
                    <a:pt x="1088009" y="1600073"/>
                  </a:lnTo>
                  <a:lnTo>
                    <a:pt x="1088451" y="1547828"/>
                  </a:lnTo>
                  <a:lnTo>
                    <a:pt x="1088905" y="1495595"/>
                  </a:lnTo>
                  <a:lnTo>
                    <a:pt x="1089365" y="1443368"/>
                  </a:lnTo>
                  <a:lnTo>
                    <a:pt x="1089827" y="1391144"/>
                  </a:lnTo>
                  <a:lnTo>
                    <a:pt x="1090287" y="1338917"/>
                  </a:lnTo>
                  <a:lnTo>
                    <a:pt x="1090741" y="1286684"/>
                  </a:lnTo>
                  <a:lnTo>
                    <a:pt x="1091184" y="1234439"/>
                  </a:lnTo>
                  <a:close/>
                </a:path>
                <a:path w="2182495" h="4703445">
                  <a:moveTo>
                    <a:pt x="1091184" y="2618232"/>
                  </a:moveTo>
                  <a:lnTo>
                    <a:pt x="1839214" y="2626614"/>
                  </a:lnTo>
                  <a:lnTo>
                    <a:pt x="2182367" y="3002280"/>
                  </a:lnTo>
                  <a:lnTo>
                    <a:pt x="1881632" y="3377946"/>
                  </a:lnTo>
                  <a:lnTo>
                    <a:pt x="1091184" y="3386328"/>
                  </a:lnTo>
                  <a:lnTo>
                    <a:pt x="1091570" y="3336030"/>
                  </a:lnTo>
                  <a:lnTo>
                    <a:pt x="1091965" y="3285724"/>
                  </a:lnTo>
                  <a:lnTo>
                    <a:pt x="1092367" y="3235411"/>
                  </a:lnTo>
                  <a:lnTo>
                    <a:pt x="1092771" y="3185096"/>
                  </a:lnTo>
                  <a:lnTo>
                    <a:pt x="1093175" y="3134781"/>
                  </a:lnTo>
                  <a:lnTo>
                    <a:pt x="1093577" y="3084468"/>
                  </a:lnTo>
                  <a:lnTo>
                    <a:pt x="1093972" y="3034162"/>
                  </a:lnTo>
                  <a:lnTo>
                    <a:pt x="1094359" y="2983865"/>
                  </a:lnTo>
                  <a:lnTo>
                    <a:pt x="1093916" y="2931620"/>
                  </a:lnTo>
                  <a:lnTo>
                    <a:pt x="1093462" y="2879387"/>
                  </a:lnTo>
                  <a:lnTo>
                    <a:pt x="1093002" y="2827160"/>
                  </a:lnTo>
                  <a:lnTo>
                    <a:pt x="1092540" y="2774936"/>
                  </a:lnTo>
                  <a:lnTo>
                    <a:pt x="1092080" y="2722709"/>
                  </a:lnTo>
                  <a:lnTo>
                    <a:pt x="1091626" y="2670476"/>
                  </a:lnTo>
                  <a:lnTo>
                    <a:pt x="1091184" y="2618232"/>
                  </a:lnTo>
                  <a:close/>
                </a:path>
                <a:path w="2182495" h="4703445">
                  <a:moveTo>
                    <a:pt x="1091184" y="3934967"/>
                  </a:moveTo>
                  <a:lnTo>
                    <a:pt x="343154" y="3943350"/>
                  </a:lnTo>
                  <a:lnTo>
                    <a:pt x="0" y="4319016"/>
                  </a:lnTo>
                  <a:lnTo>
                    <a:pt x="300736" y="4694643"/>
                  </a:lnTo>
                  <a:lnTo>
                    <a:pt x="1091184" y="4703064"/>
                  </a:lnTo>
                  <a:lnTo>
                    <a:pt x="1090797" y="4652752"/>
                  </a:lnTo>
                  <a:lnTo>
                    <a:pt x="1090402" y="4602439"/>
                  </a:lnTo>
                  <a:lnTo>
                    <a:pt x="1090000" y="4552126"/>
                  </a:lnTo>
                  <a:lnTo>
                    <a:pt x="1089596" y="4501813"/>
                  </a:lnTo>
                  <a:lnTo>
                    <a:pt x="1089192" y="4451500"/>
                  </a:lnTo>
                  <a:lnTo>
                    <a:pt x="1088790" y="4401186"/>
                  </a:lnTo>
                  <a:lnTo>
                    <a:pt x="1088395" y="4350874"/>
                  </a:lnTo>
                  <a:lnTo>
                    <a:pt x="1088009" y="4300562"/>
                  </a:lnTo>
                  <a:lnTo>
                    <a:pt x="1088451" y="4248332"/>
                  </a:lnTo>
                  <a:lnTo>
                    <a:pt x="1088905" y="4196109"/>
                  </a:lnTo>
                  <a:lnTo>
                    <a:pt x="1089365" y="4143889"/>
                  </a:lnTo>
                  <a:lnTo>
                    <a:pt x="1089827" y="4091669"/>
                  </a:lnTo>
                  <a:lnTo>
                    <a:pt x="1090287" y="4039444"/>
                  </a:lnTo>
                  <a:lnTo>
                    <a:pt x="1090741" y="3987212"/>
                  </a:lnTo>
                  <a:lnTo>
                    <a:pt x="1091184" y="3934967"/>
                  </a:lnTo>
                  <a:close/>
                </a:path>
              </a:pathLst>
            </a:custGeom>
            <a:ln w="12192">
              <a:solidFill>
                <a:srgbClr val="FFD5E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612648" y="1316736"/>
            <a:ext cx="5361940" cy="768350"/>
          </a:xfrm>
          <a:prstGeom prst="rect">
            <a:avLst/>
          </a:prstGeom>
          <a:ln w="12192">
            <a:solidFill>
              <a:srgbClr val="FFD5E2"/>
            </a:solidFill>
          </a:ln>
        </p:spPr>
        <p:txBody>
          <a:bodyPr wrap="square" lIns="0" tIns="23876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880"/>
              </a:spcBef>
            </a:pPr>
            <a:r>
              <a:rPr dirty="0" u="sng" sz="1850" spc="-10">
                <a:solidFill>
                  <a:srgbClr val="F82470"/>
                </a:solidFill>
                <a:uFill>
                  <a:solidFill>
                    <a:srgbClr val="F82470"/>
                  </a:solidFill>
                </a:uFill>
                <a:latin typeface="Microsoft Sans Serif"/>
                <a:cs typeface="Microsoft Sans Serif"/>
                <a:hlinkClick r:id="rId2"/>
              </a:rPr>
              <a:t>https://colorscheme.ru/</a:t>
            </a:r>
            <a:endParaRPr sz="185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11823" y="2551176"/>
            <a:ext cx="5532120" cy="768350"/>
          </a:xfrm>
          <a:prstGeom prst="rect">
            <a:avLst/>
          </a:prstGeom>
          <a:ln w="12192">
            <a:solidFill>
              <a:srgbClr val="FFD5E2"/>
            </a:solidFill>
          </a:ln>
        </p:spPr>
        <p:txBody>
          <a:bodyPr wrap="square" lIns="0" tIns="2393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885"/>
              </a:spcBef>
            </a:pPr>
            <a:r>
              <a:rPr dirty="0" u="sng" sz="1850" spc="-10">
                <a:solidFill>
                  <a:srgbClr val="F82470"/>
                </a:solidFill>
                <a:uFill>
                  <a:solidFill>
                    <a:srgbClr val="F82470"/>
                  </a:solidFill>
                </a:uFill>
                <a:latin typeface="Microsoft Sans Serif"/>
                <a:cs typeface="Microsoft Sans Serif"/>
                <a:hlinkClick r:id="rId3"/>
              </a:rPr>
              <a:t>https://www.neurascapes.com/</a:t>
            </a:r>
            <a:endParaRPr sz="185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2648" y="3934967"/>
            <a:ext cx="5361940" cy="768350"/>
          </a:xfrm>
          <a:prstGeom prst="rect">
            <a:avLst/>
          </a:prstGeom>
          <a:ln w="12192">
            <a:solidFill>
              <a:srgbClr val="FFD5E2"/>
            </a:solidFill>
          </a:ln>
        </p:spPr>
        <p:txBody>
          <a:bodyPr wrap="square" lIns="0" tIns="23876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880"/>
              </a:spcBef>
            </a:pPr>
            <a:r>
              <a:rPr dirty="0" u="sng" sz="1850" spc="-10">
                <a:solidFill>
                  <a:srgbClr val="FF0052"/>
                </a:solidFill>
                <a:uFill>
                  <a:solidFill>
                    <a:srgbClr val="FF0052"/>
                  </a:solidFill>
                </a:uFill>
                <a:latin typeface="Microsoft Sans Serif"/>
                <a:cs typeface="Microsoft Sans Serif"/>
                <a:hlinkClick r:id="rId4"/>
              </a:rPr>
              <a:t>https://www.flaticon.com/</a:t>
            </a:r>
            <a:endParaRPr sz="185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14590" y="4097273"/>
            <a:ext cx="330707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400">
                <a:solidFill>
                  <a:srgbClr val="E3EAE9"/>
                </a:solidFill>
                <a:uFill>
                  <a:solidFill>
                    <a:srgbClr val="E3EAE9"/>
                  </a:solidFill>
                </a:uFill>
                <a:latin typeface="Microsoft Sans Serif"/>
                <a:cs typeface="Microsoft Sans Serif"/>
              </a:rPr>
              <a:t>Тут</a:t>
            </a:r>
            <a:r>
              <a:rPr dirty="0" u="sng" sz="2400" spc="-45">
                <a:solidFill>
                  <a:srgbClr val="E3EAE9"/>
                </a:solidFill>
                <a:uFill>
                  <a:solidFill>
                    <a:srgbClr val="E3EAE9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dirty="0" u="sng" sz="2400">
                <a:solidFill>
                  <a:srgbClr val="E3EAE9"/>
                </a:solidFill>
                <a:uFill>
                  <a:solidFill>
                    <a:srgbClr val="E3EAE9"/>
                  </a:solidFill>
                </a:uFill>
                <a:latin typeface="Microsoft Sans Serif"/>
                <a:cs typeface="Microsoft Sans Serif"/>
              </a:rPr>
              <a:t>ты</a:t>
            </a:r>
            <a:r>
              <a:rPr dirty="0" u="sng" sz="2400" spc="-60">
                <a:solidFill>
                  <a:srgbClr val="E3EAE9"/>
                </a:solidFill>
                <a:uFill>
                  <a:solidFill>
                    <a:srgbClr val="E3EAE9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dirty="0" u="sng" sz="2400">
                <a:solidFill>
                  <a:srgbClr val="E3EAE9"/>
                </a:solidFill>
                <a:uFill>
                  <a:solidFill>
                    <a:srgbClr val="E3EAE9"/>
                  </a:solidFill>
                </a:uFill>
                <a:latin typeface="Microsoft Sans Serif"/>
                <a:cs typeface="Microsoft Sans Serif"/>
              </a:rPr>
              <a:t>найдешь</a:t>
            </a:r>
            <a:r>
              <a:rPr dirty="0" u="sng" sz="2400" spc="-55">
                <a:solidFill>
                  <a:srgbClr val="E3EAE9"/>
                </a:solidFill>
                <a:uFill>
                  <a:solidFill>
                    <a:srgbClr val="E3EAE9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dirty="0" u="sng" sz="2400" spc="-30">
                <a:solidFill>
                  <a:srgbClr val="E3EAE9"/>
                </a:solidFill>
                <a:uFill>
                  <a:solidFill>
                    <a:srgbClr val="E3EAE9"/>
                  </a:solidFill>
                </a:uFill>
                <a:latin typeface="Microsoft Sans Serif"/>
                <a:cs typeface="Microsoft Sans Serif"/>
              </a:rPr>
              <a:t>иконки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40207" y="5326176"/>
            <a:ext cx="412750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400" spc="-30">
                <a:solidFill>
                  <a:srgbClr val="E3EAE9"/>
                </a:solidFill>
                <a:uFill>
                  <a:solidFill>
                    <a:srgbClr val="E3EAE9"/>
                  </a:solidFill>
                </a:uFill>
                <a:latin typeface="Microsoft Sans Serif"/>
                <a:cs typeface="Microsoft Sans Serif"/>
              </a:rPr>
              <a:t>Горячие</a:t>
            </a:r>
            <a:r>
              <a:rPr dirty="0" u="sng" sz="2400" spc="-130">
                <a:solidFill>
                  <a:srgbClr val="E3EAE9"/>
                </a:solidFill>
                <a:uFill>
                  <a:solidFill>
                    <a:srgbClr val="E3EAE9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dirty="0" u="sng" sz="2400">
                <a:solidFill>
                  <a:srgbClr val="E3EAE9"/>
                </a:solidFill>
                <a:uFill>
                  <a:solidFill>
                    <a:srgbClr val="E3EAE9"/>
                  </a:solidFill>
                </a:uFill>
                <a:latin typeface="Microsoft Sans Serif"/>
                <a:cs typeface="Microsoft Sans Serif"/>
              </a:rPr>
              <a:t>клавиши</a:t>
            </a:r>
            <a:r>
              <a:rPr dirty="0" u="sng" sz="2400" spc="-130">
                <a:solidFill>
                  <a:srgbClr val="E3EAE9"/>
                </a:solidFill>
                <a:uFill>
                  <a:solidFill>
                    <a:srgbClr val="E3EAE9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dirty="0" u="sng" sz="2400" spc="-10">
                <a:solidFill>
                  <a:srgbClr val="E3EAE9"/>
                </a:solidFill>
                <a:uFill>
                  <a:solidFill>
                    <a:srgbClr val="E3EAE9"/>
                  </a:solidFill>
                </a:uFill>
                <a:latin typeface="Microsoft Sans Serif"/>
                <a:cs typeface="Microsoft Sans Serif"/>
              </a:rPr>
              <a:t>PowerPoint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11823" y="5251703"/>
            <a:ext cx="5532120" cy="768350"/>
          </a:xfrm>
          <a:prstGeom prst="rect">
            <a:avLst/>
          </a:prstGeom>
          <a:ln w="12192">
            <a:solidFill>
              <a:srgbClr val="FFD5E2"/>
            </a:solidFill>
          </a:ln>
        </p:spPr>
        <p:txBody>
          <a:bodyPr wrap="square" lIns="0" tIns="16827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325"/>
              </a:spcBef>
            </a:pPr>
            <a:r>
              <a:rPr dirty="0" u="sng" sz="1400" spc="-20">
                <a:solidFill>
                  <a:srgbClr val="FF0052"/>
                </a:solidFill>
                <a:uFill>
                  <a:solidFill>
                    <a:srgbClr val="FF0052"/>
                  </a:solidFill>
                </a:uFill>
                <a:latin typeface="Microsoft Sans Serif"/>
                <a:cs typeface="Microsoft Sans Serif"/>
                <a:hlinkClick r:id="rId5"/>
              </a:rPr>
              <a:t>https://nice-</a:t>
            </a:r>
            <a:r>
              <a:rPr dirty="0" u="sng" sz="1400">
                <a:solidFill>
                  <a:srgbClr val="FF0052"/>
                </a:solidFill>
                <a:uFill>
                  <a:solidFill>
                    <a:srgbClr val="FF0052"/>
                  </a:solidFill>
                </a:uFill>
                <a:latin typeface="Microsoft Sans Serif"/>
                <a:cs typeface="Microsoft Sans Serif"/>
                <a:hlinkClick r:id="rId5"/>
              </a:rPr>
              <a:t>slides.ru</a:t>
            </a:r>
            <a:r>
              <a:rPr dirty="0" u="sng" sz="1400">
                <a:solidFill>
                  <a:srgbClr val="FF0052"/>
                </a:solidFill>
                <a:uFill>
                  <a:solidFill>
                    <a:srgbClr val="FF0052"/>
                  </a:solidFill>
                </a:uFill>
                <a:latin typeface="Microsoft Sans Serif"/>
                <a:cs typeface="Microsoft Sans Serif"/>
                <a:hlinkClick r:id="rId5"/>
              </a:rPr>
              <a:t>/</a:t>
            </a:r>
            <a:r>
              <a:rPr dirty="0" u="sng" sz="1400">
                <a:solidFill>
                  <a:srgbClr val="FF0052"/>
                </a:solidFill>
                <a:uFill>
                  <a:solidFill>
                    <a:srgbClr val="FF0052"/>
                  </a:solidFill>
                </a:uFill>
                <a:latin typeface="Microsoft Sans Serif"/>
                <a:cs typeface="Microsoft Sans Serif"/>
                <a:hlinkClick r:id="rId5"/>
              </a:rPr>
              <a:t>powerpoint</a:t>
            </a:r>
            <a:r>
              <a:rPr dirty="0" u="sng" sz="1400">
                <a:solidFill>
                  <a:srgbClr val="FF0052"/>
                </a:solidFill>
                <a:uFill>
                  <a:solidFill>
                    <a:srgbClr val="FF0052"/>
                  </a:solidFill>
                </a:uFill>
                <a:latin typeface="Microsoft Sans Serif"/>
                <a:cs typeface="Microsoft Sans Serif"/>
                <a:hlinkClick r:id="rId5"/>
              </a:rPr>
              <a:t>/lessons/</a:t>
            </a:r>
            <a:r>
              <a:rPr dirty="0" u="sng" sz="1400">
                <a:solidFill>
                  <a:srgbClr val="FF0052"/>
                </a:solidFill>
                <a:uFill>
                  <a:solidFill>
                    <a:srgbClr val="FF0052"/>
                  </a:solidFill>
                </a:uFill>
                <a:latin typeface="Microsoft Sans Serif"/>
                <a:cs typeface="Microsoft Sans Serif"/>
                <a:hlinkClick r:id="rId5"/>
              </a:rPr>
              <a:t>quickstart</a:t>
            </a:r>
            <a:r>
              <a:rPr dirty="0" u="sng" sz="1400">
                <a:solidFill>
                  <a:srgbClr val="FF0052"/>
                </a:solidFill>
                <a:uFill>
                  <a:solidFill>
                    <a:srgbClr val="FF0052"/>
                  </a:solidFill>
                </a:uFill>
                <a:latin typeface="Microsoft Sans Serif"/>
                <a:cs typeface="Microsoft Sans Serif"/>
                <a:hlinkClick r:id="rId5"/>
              </a:rPr>
              <a:t>/</a:t>
            </a:r>
            <a:r>
              <a:rPr dirty="0" u="sng" sz="1400">
                <a:solidFill>
                  <a:srgbClr val="FF0052"/>
                </a:solidFill>
                <a:uFill>
                  <a:solidFill>
                    <a:srgbClr val="FF0052"/>
                  </a:solidFill>
                </a:uFill>
                <a:latin typeface="Microsoft Sans Serif"/>
                <a:cs typeface="Microsoft Sans Serif"/>
                <a:hlinkClick r:id="rId5"/>
              </a:rPr>
              <a:t>горячие-</a:t>
            </a:r>
            <a:endParaRPr sz="1400">
              <a:latin typeface="Microsoft Sans Serif"/>
              <a:cs typeface="Microsoft Sans Serif"/>
            </a:endParaRPr>
          </a:p>
          <a:p>
            <a:pPr algn="ctr" marL="3810">
              <a:lnSpc>
                <a:spcPct val="100000"/>
              </a:lnSpc>
            </a:pPr>
            <a:r>
              <a:rPr dirty="0" u="sng" sz="1400" spc="-25">
                <a:solidFill>
                  <a:srgbClr val="FF0052"/>
                </a:solidFill>
                <a:uFill>
                  <a:solidFill>
                    <a:srgbClr val="FF0052"/>
                  </a:solidFill>
                </a:uFill>
                <a:latin typeface="Microsoft Sans Serif"/>
                <a:cs typeface="Microsoft Sans Serif"/>
                <a:hlinkClick r:id="rId5"/>
              </a:rPr>
              <a:t>клавиши-</a:t>
            </a:r>
            <a:r>
              <a:rPr dirty="0" u="sng" sz="1400" spc="-10">
                <a:solidFill>
                  <a:srgbClr val="FF0052"/>
                </a:solidFill>
                <a:uFill>
                  <a:solidFill>
                    <a:srgbClr val="FF0052"/>
                  </a:solidFill>
                </a:uFill>
                <a:latin typeface="Microsoft Sans Serif"/>
                <a:cs typeface="Microsoft Sans Serif"/>
                <a:hlinkClick r:id="rId5"/>
              </a:rPr>
              <a:t>powerpoint</a:t>
            </a:r>
            <a:r>
              <a:rPr dirty="0" u="sng" sz="1400" spc="-10">
                <a:solidFill>
                  <a:srgbClr val="FF0052"/>
                </a:solidFill>
                <a:uFill>
                  <a:solidFill>
                    <a:srgbClr val="FF0052"/>
                  </a:solidFill>
                </a:uFill>
                <a:latin typeface="Microsoft Sans Serif"/>
                <a:cs typeface="Microsoft Sans Serif"/>
                <a:hlinkClick r:id="rId5"/>
              </a:rPr>
              <a:t>/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5415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fld id="{81D60167-4931-47E6-BA6A-407CBD079E47}" type="slidenum">
              <a:rPr dirty="0" spc="-25"/>
              <a:t>21</a:t>
            </a:fld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10"/>
              <a:t>ИКОНКИ</a:t>
            </a:r>
          </a:p>
        </p:txBody>
      </p:sp>
      <p:sp>
        <p:nvSpPr>
          <p:cNvPr id="2" name="object 2"/>
          <p:cNvSpPr/>
          <p:nvPr/>
        </p:nvSpPr>
        <p:spPr>
          <a:xfrm>
            <a:off x="347472" y="1597152"/>
            <a:ext cx="11555095" cy="3663950"/>
          </a:xfrm>
          <a:custGeom>
            <a:avLst/>
            <a:gdLst/>
            <a:ahLst/>
            <a:cxnLst/>
            <a:rect l="l" t="t" r="r" b="b"/>
            <a:pathLst>
              <a:path w="11555095" h="3663950">
                <a:moveTo>
                  <a:pt x="11400917" y="0"/>
                </a:moveTo>
                <a:lnTo>
                  <a:pt x="154051" y="0"/>
                </a:lnTo>
                <a:lnTo>
                  <a:pt x="105360" y="7852"/>
                </a:lnTo>
                <a:lnTo>
                  <a:pt x="63071" y="29720"/>
                </a:lnTo>
                <a:lnTo>
                  <a:pt x="29723" y="63066"/>
                </a:lnTo>
                <a:lnTo>
                  <a:pt x="7853" y="105355"/>
                </a:lnTo>
                <a:lnTo>
                  <a:pt x="0" y="154050"/>
                </a:lnTo>
                <a:lnTo>
                  <a:pt x="0" y="3509645"/>
                </a:lnTo>
                <a:lnTo>
                  <a:pt x="7853" y="3558340"/>
                </a:lnTo>
                <a:lnTo>
                  <a:pt x="29723" y="3600629"/>
                </a:lnTo>
                <a:lnTo>
                  <a:pt x="63071" y="3633975"/>
                </a:lnTo>
                <a:lnTo>
                  <a:pt x="105360" y="3655843"/>
                </a:lnTo>
                <a:lnTo>
                  <a:pt x="154051" y="3663696"/>
                </a:lnTo>
                <a:lnTo>
                  <a:pt x="11400917" y="3663696"/>
                </a:lnTo>
                <a:lnTo>
                  <a:pt x="11449612" y="3655843"/>
                </a:lnTo>
                <a:lnTo>
                  <a:pt x="11491901" y="3633975"/>
                </a:lnTo>
                <a:lnTo>
                  <a:pt x="11525247" y="3600629"/>
                </a:lnTo>
                <a:lnTo>
                  <a:pt x="11547115" y="3558340"/>
                </a:lnTo>
                <a:lnTo>
                  <a:pt x="11554968" y="3509645"/>
                </a:lnTo>
                <a:lnTo>
                  <a:pt x="11554968" y="154050"/>
                </a:lnTo>
                <a:lnTo>
                  <a:pt x="11547115" y="105355"/>
                </a:lnTo>
                <a:lnTo>
                  <a:pt x="11525247" y="63066"/>
                </a:lnTo>
                <a:lnTo>
                  <a:pt x="11491901" y="29720"/>
                </a:lnTo>
                <a:lnTo>
                  <a:pt x="11449612" y="7852"/>
                </a:lnTo>
                <a:lnTo>
                  <a:pt x="11400917" y="0"/>
                </a:lnTo>
                <a:close/>
              </a:path>
            </a:pathLst>
          </a:custGeom>
          <a:solidFill>
            <a:srgbClr val="FFFFFF">
              <a:alpha val="51371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518159" y="2154935"/>
            <a:ext cx="11302365" cy="2514600"/>
            <a:chOff x="518159" y="2154935"/>
            <a:chExt cx="11302365" cy="25146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39256" y="3855719"/>
              <a:ext cx="813816" cy="81381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82183" y="3855719"/>
              <a:ext cx="813815" cy="81381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43400" y="3855719"/>
              <a:ext cx="813815" cy="81381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83280" y="3855719"/>
              <a:ext cx="810768" cy="81381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29255" y="3855719"/>
              <a:ext cx="813816" cy="81381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66087" y="3855719"/>
              <a:ext cx="810768" cy="81381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8159" y="3855719"/>
              <a:ext cx="813816" cy="81381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963655" y="2968751"/>
              <a:ext cx="813816" cy="81381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009631" y="2968751"/>
              <a:ext cx="813816" cy="81381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031224" y="2968751"/>
              <a:ext cx="810768" cy="81381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475231" y="2154935"/>
              <a:ext cx="813816" cy="162763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429255" y="2154935"/>
              <a:ext cx="813816" cy="162763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383280" y="2154935"/>
              <a:ext cx="810768" cy="162763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337304" y="2154935"/>
              <a:ext cx="810768" cy="162763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282183" y="2154935"/>
              <a:ext cx="819911" cy="162763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239256" y="2154935"/>
              <a:ext cx="816864" cy="162763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190231" y="2154935"/>
              <a:ext cx="816864" cy="162763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147303" y="2154935"/>
              <a:ext cx="813816" cy="162763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24255" y="2154935"/>
              <a:ext cx="810768" cy="162763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101328" y="2154935"/>
              <a:ext cx="813816" cy="813815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0055352" y="2154935"/>
              <a:ext cx="810768" cy="81381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1006328" y="2154935"/>
              <a:ext cx="813816" cy="813815"/>
            </a:xfrm>
            <a:prstGeom prst="rect">
              <a:avLst/>
            </a:prstGeom>
          </p:spPr>
        </p:pic>
      </p:grpSp>
      <p:sp>
        <p:nvSpPr>
          <p:cNvPr id="27" name="object 2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5415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fld id="{81D60167-4931-47E6-BA6A-407CBD079E47}" type="slidenum">
              <a:rPr dirty="0" spc="-25"/>
              <a:t>21</a:t>
            </a:fld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object 19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10"/>
              <a:t>ИКОНКИ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5747765" y="1148333"/>
            <a:ext cx="694690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 spc="-10">
                <a:solidFill>
                  <a:srgbClr val="E3EAE9"/>
                </a:solidFill>
                <a:latin typeface="Microsoft Sans Serif"/>
                <a:cs typeface="Microsoft Sans Serif"/>
              </a:rPr>
              <a:t>Бизнес</a:t>
            </a:r>
            <a:endParaRPr sz="1600">
              <a:latin typeface="Microsoft Sans Serif"/>
              <a:cs typeface="Microsoft Sans Serif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277111" y="1566672"/>
            <a:ext cx="9519285" cy="4331335"/>
            <a:chOff x="1277111" y="1566672"/>
            <a:chExt cx="9519285" cy="43313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13303" y="1978152"/>
              <a:ext cx="304800" cy="3048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57399" y="1978152"/>
              <a:ext cx="304800" cy="3048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82495" y="1978152"/>
              <a:ext cx="304800" cy="3048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04543" y="1978152"/>
              <a:ext cx="304800" cy="3048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366247" y="1566672"/>
              <a:ext cx="304800" cy="3048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973055" y="1566672"/>
              <a:ext cx="304800" cy="3048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576816" y="1566672"/>
              <a:ext cx="304800" cy="3048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183623" y="1566672"/>
              <a:ext cx="304800" cy="3048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790431" y="1566672"/>
              <a:ext cx="304800" cy="3048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394192" y="1566672"/>
              <a:ext cx="304800" cy="3048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001000" y="1566672"/>
              <a:ext cx="304800" cy="3048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607808" y="1566672"/>
              <a:ext cx="304800" cy="3048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211567" y="1566672"/>
              <a:ext cx="304800" cy="3048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818376" y="1566672"/>
              <a:ext cx="304800" cy="3048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425183" y="1566672"/>
              <a:ext cx="304800" cy="3048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028944" y="1566672"/>
              <a:ext cx="304800" cy="3048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635752" y="1566672"/>
              <a:ext cx="304800" cy="3048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242559" y="1566672"/>
              <a:ext cx="304800" cy="3048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846320" y="1566672"/>
              <a:ext cx="304800" cy="3048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453127" y="1566672"/>
              <a:ext cx="304800" cy="3048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056888" y="1566672"/>
              <a:ext cx="304800" cy="3048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663695" y="1566672"/>
              <a:ext cx="304800" cy="3048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270504" y="1566672"/>
              <a:ext cx="304800" cy="3048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874263" y="1566672"/>
              <a:ext cx="304800" cy="3048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481072" y="1566672"/>
              <a:ext cx="304800" cy="3048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087879" y="1566672"/>
              <a:ext cx="304800" cy="3048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691639" y="1566672"/>
              <a:ext cx="304800" cy="30480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298447" y="1566672"/>
              <a:ext cx="304800" cy="30480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452871" y="1978152"/>
              <a:ext cx="304800" cy="30480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827776" y="1978152"/>
              <a:ext cx="304800" cy="3048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205727" y="1978152"/>
              <a:ext cx="304800" cy="30480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6583679" y="1978152"/>
              <a:ext cx="304800" cy="30480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6958583" y="1978152"/>
              <a:ext cx="304800" cy="30480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7336535" y="1978152"/>
              <a:ext cx="304800" cy="30480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7714488" y="1978152"/>
              <a:ext cx="304800" cy="30480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8089392" y="1978152"/>
              <a:ext cx="304800" cy="3048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8467343" y="1978152"/>
              <a:ext cx="304800" cy="30480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8845295" y="1978152"/>
              <a:ext cx="304800" cy="30480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9220200" y="1978152"/>
              <a:ext cx="304800" cy="30480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9598152" y="1978152"/>
              <a:ext cx="304800" cy="30480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9976104" y="1978152"/>
              <a:ext cx="304800" cy="30480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0354055" y="1978152"/>
              <a:ext cx="304800" cy="304800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277111" y="2435352"/>
              <a:ext cx="304800" cy="30480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655063" y="2435352"/>
              <a:ext cx="304800" cy="30480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2033015" y="2435352"/>
              <a:ext cx="304800" cy="304800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2414015" y="2435352"/>
              <a:ext cx="304800" cy="30480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5074920" y="1978152"/>
              <a:ext cx="304800" cy="30480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4696967" y="1978152"/>
              <a:ext cx="304800" cy="30480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4319016" y="1978152"/>
              <a:ext cx="304800" cy="30480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3944111" y="1978152"/>
              <a:ext cx="304800" cy="30480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3566160" y="1978152"/>
              <a:ext cx="304800" cy="304800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3188207" y="1978152"/>
              <a:ext cx="304799" cy="304800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2435351" y="1978152"/>
              <a:ext cx="304800" cy="304800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3169919" y="2435352"/>
              <a:ext cx="304800" cy="304800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2791967" y="2435352"/>
              <a:ext cx="304800" cy="304800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10366247" y="2435352"/>
              <a:ext cx="304800" cy="304800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9988295" y="2435352"/>
              <a:ext cx="304800" cy="304800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9607295" y="2435352"/>
              <a:ext cx="304800" cy="304800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9229343" y="2435352"/>
              <a:ext cx="304800" cy="304800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8851392" y="2435352"/>
              <a:ext cx="304800" cy="304800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8473440" y="2435352"/>
              <a:ext cx="304800" cy="304800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8092440" y="2435352"/>
              <a:ext cx="304800" cy="304800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7714488" y="2435352"/>
              <a:ext cx="304800" cy="304800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7336535" y="2435352"/>
              <a:ext cx="304800" cy="304800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6958583" y="2435352"/>
              <a:ext cx="304800" cy="304800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6577583" y="2435352"/>
              <a:ext cx="304800" cy="304800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6199632" y="2435352"/>
              <a:ext cx="304800" cy="304800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5821679" y="2435352"/>
              <a:ext cx="304800" cy="304800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5443727" y="2435352"/>
              <a:ext cx="304800" cy="304800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5062727" y="2435352"/>
              <a:ext cx="304800" cy="304800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4684776" y="2435352"/>
              <a:ext cx="304800" cy="304800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4306823" y="2435352"/>
              <a:ext cx="304800" cy="304800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3928872" y="2435352"/>
              <a:ext cx="304800" cy="304800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3547872" y="2435352"/>
              <a:ext cx="304800" cy="304800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1728215" y="3806951"/>
              <a:ext cx="304800" cy="304800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1295399" y="3806951"/>
              <a:ext cx="304800" cy="304800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10396728" y="3386327"/>
              <a:ext cx="304800" cy="304800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9982200" y="3386327"/>
              <a:ext cx="304800" cy="304800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9570719" y="3386327"/>
              <a:ext cx="304800" cy="304800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9156192" y="3386327"/>
              <a:ext cx="304800" cy="304800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8741664" y="3386327"/>
              <a:ext cx="304800" cy="304800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8327135" y="3386327"/>
              <a:ext cx="304800" cy="304800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7915655" y="3386327"/>
              <a:ext cx="304800" cy="304800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7501127" y="3386327"/>
              <a:ext cx="304800" cy="304800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7086600" y="3386327"/>
              <a:ext cx="304800" cy="304800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6675120" y="3386327"/>
              <a:ext cx="304800" cy="304800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6260591" y="3386327"/>
              <a:ext cx="304800" cy="304800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5846064" y="3386327"/>
              <a:ext cx="304800" cy="304800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5431535" y="3386327"/>
              <a:ext cx="304800" cy="304800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5020055" y="3386327"/>
              <a:ext cx="304800" cy="304800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4605527" y="3386327"/>
              <a:ext cx="304800" cy="304800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4191000" y="3386327"/>
              <a:ext cx="304800" cy="304800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3776472" y="3386327"/>
              <a:ext cx="304800" cy="304800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3364991" y="3386327"/>
              <a:ext cx="304800" cy="304800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2950463" y="3386327"/>
              <a:ext cx="304800" cy="304800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2535936" y="3386327"/>
              <a:ext cx="304800" cy="304800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98" cstate="print"/>
            <a:stretch>
              <a:fillRect/>
            </a:stretch>
          </p:blipFill>
          <p:spPr>
            <a:xfrm>
              <a:off x="2121408" y="3386327"/>
              <a:ext cx="304800" cy="304800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99" cstate="print"/>
            <a:stretch>
              <a:fillRect/>
            </a:stretch>
          </p:blipFill>
          <p:spPr>
            <a:xfrm>
              <a:off x="1709927" y="3386327"/>
              <a:ext cx="304800" cy="304800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100" cstate="print"/>
            <a:stretch>
              <a:fillRect/>
            </a:stretch>
          </p:blipFill>
          <p:spPr>
            <a:xfrm>
              <a:off x="1295399" y="3386327"/>
              <a:ext cx="304800" cy="304800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101" cstate="print"/>
            <a:stretch>
              <a:fillRect/>
            </a:stretch>
          </p:blipFill>
          <p:spPr>
            <a:xfrm>
              <a:off x="10396728" y="3806951"/>
              <a:ext cx="304800" cy="304800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102" cstate="print"/>
            <a:stretch>
              <a:fillRect/>
            </a:stretch>
          </p:blipFill>
          <p:spPr>
            <a:xfrm>
              <a:off x="9963911" y="3806951"/>
              <a:ext cx="304800" cy="304800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9531095" y="3806951"/>
              <a:ext cx="304800" cy="304800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9098280" y="3806951"/>
              <a:ext cx="304800" cy="304800"/>
            </a:xfrm>
            <a:prstGeom prst="rect">
              <a:avLst/>
            </a:prstGeom>
          </p:spPr>
        </p:pic>
        <p:pic>
          <p:nvPicPr>
            <p:cNvPr id="107" name="object 107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8662416" y="3806951"/>
              <a:ext cx="304800" cy="304800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106" cstate="print"/>
            <a:stretch>
              <a:fillRect/>
            </a:stretch>
          </p:blipFill>
          <p:spPr>
            <a:xfrm>
              <a:off x="8229600" y="3806951"/>
              <a:ext cx="304800" cy="304800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107" cstate="print"/>
            <a:stretch>
              <a:fillRect/>
            </a:stretch>
          </p:blipFill>
          <p:spPr>
            <a:xfrm>
              <a:off x="7796783" y="3806951"/>
              <a:ext cx="304800" cy="304800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108" cstate="print"/>
            <a:stretch>
              <a:fillRect/>
            </a:stretch>
          </p:blipFill>
          <p:spPr>
            <a:xfrm>
              <a:off x="7363967" y="3806951"/>
              <a:ext cx="304800" cy="304800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6931152" y="3806951"/>
              <a:ext cx="304800" cy="304800"/>
            </a:xfrm>
            <a:prstGeom prst="rect">
              <a:avLst/>
            </a:prstGeom>
          </p:spPr>
        </p:pic>
        <p:pic>
          <p:nvPicPr>
            <p:cNvPr id="112" name="object 112"/>
            <p:cNvPicPr/>
            <p:nvPr/>
          </p:nvPicPr>
          <p:blipFill>
            <a:blip r:embed="rId110" cstate="print"/>
            <a:stretch>
              <a:fillRect/>
            </a:stretch>
          </p:blipFill>
          <p:spPr>
            <a:xfrm>
              <a:off x="6495288" y="3806951"/>
              <a:ext cx="304800" cy="304800"/>
            </a:xfrm>
            <a:prstGeom prst="rect">
              <a:avLst/>
            </a:prstGeom>
          </p:spPr>
        </p:pic>
        <p:pic>
          <p:nvPicPr>
            <p:cNvPr id="113" name="object 113"/>
            <p:cNvPicPr/>
            <p:nvPr/>
          </p:nvPicPr>
          <p:blipFill>
            <a:blip r:embed="rId111" cstate="print"/>
            <a:stretch>
              <a:fillRect/>
            </a:stretch>
          </p:blipFill>
          <p:spPr>
            <a:xfrm>
              <a:off x="6062471" y="3806951"/>
              <a:ext cx="304800" cy="304800"/>
            </a:xfrm>
            <a:prstGeom prst="rect">
              <a:avLst/>
            </a:prstGeom>
          </p:spPr>
        </p:pic>
        <p:pic>
          <p:nvPicPr>
            <p:cNvPr id="114" name="object 114"/>
            <p:cNvPicPr/>
            <p:nvPr/>
          </p:nvPicPr>
          <p:blipFill>
            <a:blip r:embed="rId112" cstate="print"/>
            <a:stretch>
              <a:fillRect/>
            </a:stretch>
          </p:blipFill>
          <p:spPr>
            <a:xfrm>
              <a:off x="5629655" y="3806951"/>
              <a:ext cx="304800" cy="304800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113" cstate="print"/>
            <a:stretch>
              <a:fillRect/>
            </a:stretch>
          </p:blipFill>
          <p:spPr>
            <a:xfrm>
              <a:off x="5196840" y="3806951"/>
              <a:ext cx="304800" cy="304800"/>
            </a:xfrm>
            <a:prstGeom prst="rect">
              <a:avLst/>
            </a:prstGeom>
          </p:spPr>
        </p:pic>
        <p:pic>
          <p:nvPicPr>
            <p:cNvPr id="116" name="object 116"/>
            <p:cNvPicPr/>
            <p:nvPr/>
          </p:nvPicPr>
          <p:blipFill>
            <a:blip r:embed="rId114" cstate="print"/>
            <a:stretch>
              <a:fillRect/>
            </a:stretch>
          </p:blipFill>
          <p:spPr>
            <a:xfrm>
              <a:off x="4764023" y="3806951"/>
              <a:ext cx="304800" cy="304800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115" cstate="print"/>
            <a:stretch>
              <a:fillRect/>
            </a:stretch>
          </p:blipFill>
          <p:spPr>
            <a:xfrm>
              <a:off x="4328160" y="3806951"/>
              <a:ext cx="304800" cy="304800"/>
            </a:xfrm>
            <a:prstGeom prst="rect">
              <a:avLst/>
            </a:prstGeom>
          </p:spPr>
        </p:pic>
        <p:pic>
          <p:nvPicPr>
            <p:cNvPr id="118" name="object 118"/>
            <p:cNvPicPr/>
            <p:nvPr/>
          </p:nvPicPr>
          <p:blipFill>
            <a:blip r:embed="rId116" cstate="print"/>
            <a:stretch>
              <a:fillRect/>
            </a:stretch>
          </p:blipFill>
          <p:spPr>
            <a:xfrm>
              <a:off x="3895344" y="3806951"/>
              <a:ext cx="304800" cy="304800"/>
            </a:xfrm>
            <a:prstGeom prst="rect">
              <a:avLst/>
            </a:prstGeom>
          </p:spPr>
        </p:pic>
        <p:pic>
          <p:nvPicPr>
            <p:cNvPr id="119" name="object 119"/>
            <p:cNvPicPr/>
            <p:nvPr/>
          </p:nvPicPr>
          <p:blipFill>
            <a:blip r:embed="rId117" cstate="print"/>
            <a:stretch>
              <a:fillRect/>
            </a:stretch>
          </p:blipFill>
          <p:spPr>
            <a:xfrm>
              <a:off x="3462527" y="3806951"/>
              <a:ext cx="304800" cy="304800"/>
            </a:xfrm>
            <a:prstGeom prst="rect">
              <a:avLst/>
            </a:prstGeom>
          </p:spPr>
        </p:pic>
        <p:pic>
          <p:nvPicPr>
            <p:cNvPr id="120" name="object 120"/>
            <p:cNvPicPr/>
            <p:nvPr/>
          </p:nvPicPr>
          <p:blipFill>
            <a:blip r:embed="rId118" cstate="print"/>
            <a:stretch>
              <a:fillRect/>
            </a:stretch>
          </p:blipFill>
          <p:spPr>
            <a:xfrm>
              <a:off x="3029711" y="3806951"/>
              <a:ext cx="304800" cy="304800"/>
            </a:xfrm>
            <a:prstGeom prst="rect">
              <a:avLst/>
            </a:prstGeom>
          </p:spPr>
        </p:pic>
        <p:pic>
          <p:nvPicPr>
            <p:cNvPr id="121" name="object 121"/>
            <p:cNvPicPr/>
            <p:nvPr/>
          </p:nvPicPr>
          <p:blipFill>
            <a:blip r:embed="rId119" cstate="print"/>
            <a:stretch>
              <a:fillRect/>
            </a:stretch>
          </p:blipFill>
          <p:spPr>
            <a:xfrm>
              <a:off x="2596895" y="3806951"/>
              <a:ext cx="304800" cy="304800"/>
            </a:xfrm>
            <a:prstGeom prst="rect">
              <a:avLst/>
            </a:prstGeom>
          </p:spPr>
        </p:pic>
        <p:pic>
          <p:nvPicPr>
            <p:cNvPr id="122" name="object 122"/>
            <p:cNvPicPr/>
            <p:nvPr/>
          </p:nvPicPr>
          <p:blipFill>
            <a:blip r:embed="rId120" cstate="print"/>
            <a:stretch>
              <a:fillRect/>
            </a:stretch>
          </p:blipFill>
          <p:spPr>
            <a:xfrm>
              <a:off x="2161031" y="3806951"/>
              <a:ext cx="304800" cy="304800"/>
            </a:xfrm>
            <a:prstGeom prst="rect">
              <a:avLst/>
            </a:prstGeom>
          </p:spPr>
        </p:pic>
        <p:pic>
          <p:nvPicPr>
            <p:cNvPr id="123" name="object 123"/>
            <p:cNvPicPr/>
            <p:nvPr/>
          </p:nvPicPr>
          <p:blipFill>
            <a:blip r:embed="rId121" cstate="print"/>
            <a:stretch>
              <a:fillRect/>
            </a:stretch>
          </p:blipFill>
          <p:spPr>
            <a:xfrm>
              <a:off x="9656064" y="5593080"/>
              <a:ext cx="304800" cy="304800"/>
            </a:xfrm>
            <a:prstGeom prst="rect">
              <a:avLst/>
            </a:prstGeom>
          </p:spPr>
        </p:pic>
        <p:pic>
          <p:nvPicPr>
            <p:cNvPr id="124" name="object 124"/>
            <p:cNvPicPr/>
            <p:nvPr/>
          </p:nvPicPr>
          <p:blipFill>
            <a:blip r:embed="rId122" cstate="print"/>
            <a:stretch>
              <a:fillRect/>
            </a:stretch>
          </p:blipFill>
          <p:spPr>
            <a:xfrm>
              <a:off x="10491216" y="5593080"/>
              <a:ext cx="304800" cy="304800"/>
            </a:xfrm>
            <a:prstGeom prst="rect">
              <a:avLst/>
            </a:prstGeom>
          </p:spPr>
        </p:pic>
        <p:pic>
          <p:nvPicPr>
            <p:cNvPr id="125" name="object 125"/>
            <p:cNvPicPr/>
            <p:nvPr/>
          </p:nvPicPr>
          <p:blipFill>
            <a:blip r:embed="rId123" cstate="print"/>
            <a:stretch>
              <a:fillRect/>
            </a:stretch>
          </p:blipFill>
          <p:spPr>
            <a:xfrm>
              <a:off x="10073640" y="5593080"/>
              <a:ext cx="304800" cy="304800"/>
            </a:xfrm>
            <a:prstGeom prst="rect">
              <a:avLst/>
            </a:prstGeom>
          </p:spPr>
        </p:pic>
        <p:pic>
          <p:nvPicPr>
            <p:cNvPr id="126" name="object 126"/>
            <p:cNvPicPr/>
            <p:nvPr/>
          </p:nvPicPr>
          <p:blipFill>
            <a:blip r:embed="rId124" cstate="print"/>
            <a:stretch>
              <a:fillRect/>
            </a:stretch>
          </p:blipFill>
          <p:spPr>
            <a:xfrm>
              <a:off x="7046976" y="4703064"/>
              <a:ext cx="304800" cy="304800"/>
            </a:xfrm>
            <a:prstGeom prst="rect">
              <a:avLst/>
            </a:prstGeom>
          </p:spPr>
        </p:pic>
        <p:pic>
          <p:nvPicPr>
            <p:cNvPr id="127" name="object 127"/>
            <p:cNvPicPr/>
            <p:nvPr/>
          </p:nvPicPr>
          <p:blipFill>
            <a:blip r:embed="rId125" cstate="print"/>
            <a:stretch>
              <a:fillRect/>
            </a:stretch>
          </p:blipFill>
          <p:spPr>
            <a:xfrm>
              <a:off x="2502408" y="5160263"/>
              <a:ext cx="304800" cy="304800"/>
            </a:xfrm>
            <a:prstGeom prst="rect">
              <a:avLst/>
            </a:prstGeom>
          </p:spPr>
        </p:pic>
        <p:pic>
          <p:nvPicPr>
            <p:cNvPr id="128" name="object 128"/>
            <p:cNvPicPr/>
            <p:nvPr/>
          </p:nvPicPr>
          <p:blipFill>
            <a:blip r:embed="rId126" cstate="print"/>
            <a:stretch>
              <a:fillRect/>
            </a:stretch>
          </p:blipFill>
          <p:spPr>
            <a:xfrm>
              <a:off x="2103119" y="5160263"/>
              <a:ext cx="304800" cy="304800"/>
            </a:xfrm>
            <a:prstGeom prst="rect">
              <a:avLst/>
            </a:prstGeom>
          </p:spPr>
        </p:pic>
        <p:pic>
          <p:nvPicPr>
            <p:cNvPr id="129" name="object 129"/>
            <p:cNvPicPr/>
            <p:nvPr/>
          </p:nvPicPr>
          <p:blipFill>
            <a:blip r:embed="rId127" cstate="print"/>
            <a:stretch>
              <a:fillRect/>
            </a:stretch>
          </p:blipFill>
          <p:spPr>
            <a:xfrm>
              <a:off x="1703831" y="5160263"/>
              <a:ext cx="304800" cy="304800"/>
            </a:xfrm>
            <a:prstGeom prst="rect">
              <a:avLst/>
            </a:prstGeom>
          </p:spPr>
        </p:pic>
        <p:pic>
          <p:nvPicPr>
            <p:cNvPr id="130" name="object 130"/>
            <p:cNvPicPr/>
            <p:nvPr/>
          </p:nvPicPr>
          <p:blipFill>
            <a:blip r:embed="rId128" cstate="print"/>
            <a:stretch>
              <a:fillRect/>
            </a:stretch>
          </p:blipFill>
          <p:spPr>
            <a:xfrm>
              <a:off x="9238488" y="5593080"/>
              <a:ext cx="304800" cy="304800"/>
            </a:xfrm>
            <a:prstGeom prst="rect">
              <a:avLst/>
            </a:prstGeom>
          </p:spPr>
        </p:pic>
        <p:pic>
          <p:nvPicPr>
            <p:cNvPr id="131" name="object 131"/>
            <p:cNvPicPr/>
            <p:nvPr/>
          </p:nvPicPr>
          <p:blipFill>
            <a:blip r:embed="rId129" cstate="print"/>
            <a:stretch>
              <a:fillRect/>
            </a:stretch>
          </p:blipFill>
          <p:spPr>
            <a:xfrm>
              <a:off x="8820911" y="5593080"/>
              <a:ext cx="304800" cy="304800"/>
            </a:xfrm>
            <a:prstGeom prst="rect">
              <a:avLst/>
            </a:prstGeom>
          </p:spPr>
        </p:pic>
        <p:pic>
          <p:nvPicPr>
            <p:cNvPr id="132" name="object 132"/>
            <p:cNvPicPr/>
            <p:nvPr/>
          </p:nvPicPr>
          <p:blipFill>
            <a:blip r:embed="rId130" cstate="print"/>
            <a:stretch>
              <a:fillRect/>
            </a:stretch>
          </p:blipFill>
          <p:spPr>
            <a:xfrm>
              <a:off x="8403335" y="5593080"/>
              <a:ext cx="304800" cy="304800"/>
            </a:xfrm>
            <a:prstGeom prst="rect">
              <a:avLst/>
            </a:prstGeom>
          </p:spPr>
        </p:pic>
        <p:pic>
          <p:nvPicPr>
            <p:cNvPr id="133" name="object 133"/>
            <p:cNvPicPr/>
            <p:nvPr/>
          </p:nvPicPr>
          <p:blipFill>
            <a:blip r:embed="rId131" cstate="print"/>
            <a:stretch>
              <a:fillRect/>
            </a:stretch>
          </p:blipFill>
          <p:spPr>
            <a:xfrm>
              <a:off x="7985759" y="5593080"/>
              <a:ext cx="304800" cy="304800"/>
            </a:xfrm>
            <a:prstGeom prst="rect">
              <a:avLst/>
            </a:prstGeom>
          </p:spPr>
        </p:pic>
        <p:pic>
          <p:nvPicPr>
            <p:cNvPr id="134" name="object 134"/>
            <p:cNvPicPr/>
            <p:nvPr/>
          </p:nvPicPr>
          <p:blipFill>
            <a:blip r:embed="rId132" cstate="print"/>
            <a:stretch>
              <a:fillRect/>
            </a:stretch>
          </p:blipFill>
          <p:spPr>
            <a:xfrm>
              <a:off x="7568183" y="5593080"/>
              <a:ext cx="304800" cy="304800"/>
            </a:xfrm>
            <a:prstGeom prst="rect">
              <a:avLst/>
            </a:prstGeom>
          </p:spPr>
        </p:pic>
        <p:pic>
          <p:nvPicPr>
            <p:cNvPr id="135" name="object 135"/>
            <p:cNvPicPr/>
            <p:nvPr/>
          </p:nvPicPr>
          <p:blipFill>
            <a:blip r:embed="rId133" cstate="print"/>
            <a:stretch>
              <a:fillRect/>
            </a:stretch>
          </p:blipFill>
          <p:spPr>
            <a:xfrm>
              <a:off x="7150608" y="5593080"/>
              <a:ext cx="304800" cy="304800"/>
            </a:xfrm>
            <a:prstGeom prst="rect">
              <a:avLst/>
            </a:prstGeom>
          </p:spPr>
        </p:pic>
        <p:pic>
          <p:nvPicPr>
            <p:cNvPr id="136" name="object 136"/>
            <p:cNvPicPr/>
            <p:nvPr/>
          </p:nvPicPr>
          <p:blipFill>
            <a:blip r:embed="rId134" cstate="print"/>
            <a:stretch>
              <a:fillRect/>
            </a:stretch>
          </p:blipFill>
          <p:spPr>
            <a:xfrm>
              <a:off x="6733032" y="5593080"/>
              <a:ext cx="304800" cy="304800"/>
            </a:xfrm>
            <a:prstGeom prst="rect">
              <a:avLst/>
            </a:prstGeom>
          </p:spPr>
        </p:pic>
        <p:pic>
          <p:nvPicPr>
            <p:cNvPr id="137" name="object 137"/>
            <p:cNvPicPr/>
            <p:nvPr/>
          </p:nvPicPr>
          <p:blipFill>
            <a:blip r:embed="rId135" cstate="print"/>
            <a:stretch>
              <a:fillRect/>
            </a:stretch>
          </p:blipFill>
          <p:spPr>
            <a:xfrm>
              <a:off x="2901695" y="5160263"/>
              <a:ext cx="304800" cy="304800"/>
            </a:xfrm>
            <a:prstGeom prst="rect">
              <a:avLst/>
            </a:prstGeom>
          </p:spPr>
        </p:pic>
        <p:pic>
          <p:nvPicPr>
            <p:cNvPr id="138" name="object 138"/>
            <p:cNvPicPr/>
            <p:nvPr/>
          </p:nvPicPr>
          <p:blipFill>
            <a:blip r:embed="rId136" cstate="print"/>
            <a:stretch>
              <a:fillRect/>
            </a:stretch>
          </p:blipFill>
          <p:spPr>
            <a:xfrm>
              <a:off x="6315455" y="5593080"/>
              <a:ext cx="304800" cy="304800"/>
            </a:xfrm>
            <a:prstGeom prst="rect">
              <a:avLst/>
            </a:prstGeom>
          </p:spPr>
        </p:pic>
        <p:pic>
          <p:nvPicPr>
            <p:cNvPr id="139" name="object 139"/>
            <p:cNvPicPr/>
            <p:nvPr/>
          </p:nvPicPr>
          <p:blipFill>
            <a:blip r:embed="rId137" cstate="print"/>
            <a:stretch>
              <a:fillRect/>
            </a:stretch>
          </p:blipFill>
          <p:spPr>
            <a:xfrm>
              <a:off x="5900927" y="5593080"/>
              <a:ext cx="304800" cy="304800"/>
            </a:xfrm>
            <a:prstGeom prst="rect">
              <a:avLst/>
            </a:prstGeom>
          </p:spPr>
        </p:pic>
        <p:pic>
          <p:nvPicPr>
            <p:cNvPr id="140" name="object 140"/>
            <p:cNvPicPr/>
            <p:nvPr/>
          </p:nvPicPr>
          <p:blipFill>
            <a:blip r:embed="rId138" cstate="print"/>
            <a:stretch>
              <a:fillRect/>
            </a:stretch>
          </p:blipFill>
          <p:spPr>
            <a:xfrm>
              <a:off x="5483352" y="5593080"/>
              <a:ext cx="304800" cy="304800"/>
            </a:xfrm>
            <a:prstGeom prst="rect">
              <a:avLst/>
            </a:prstGeom>
          </p:spPr>
        </p:pic>
        <p:pic>
          <p:nvPicPr>
            <p:cNvPr id="141" name="object 141"/>
            <p:cNvPicPr/>
            <p:nvPr/>
          </p:nvPicPr>
          <p:blipFill>
            <a:blip r:embed="rId139" cstate="print"/>
            <a:stretch>
              <a:fillRect/>
            </a:stretch>
          </p:blipFill>
          <p:spPr>
            <a:xfrm>
              <a:off x="5065776" y="5593080"/>
              <a:ext cx="304800" cy="304800"/>
            </a:xfrm>
            <a:prstGeom prst="rect">
              <a:avLst/>
            </a:prstGeom>
          </p:spPr>
        </p:pic>
        <p:pic>
          <p:nvPicPr>
            <p:cNvPr id="142" name="object 142"/>
            <p:cNvPicPr/>
            <p:nvPr/>
          </p:nvPicPr>
          <p:blipFill>
            <a:blip r:embed="rId140" cstate="print"/>
            <a:stretch>
              <a:fillRect/>
            </a:stretch>
          </p:blipFill>
          <p:spPr>
            <a:xfrm>
              <a:off x="4648200" y="5593080"/>
              <a:ext cx="304800" cy="304800"/>
            </a:xfrm>
            <a:prstGeom prst="rect">
              <a:avLst/>
            </a:prstGeom>
          </p:spPr>
        </p:pic>
        <p:pic>
          <p:nvPicPr>
            <p:cNvPr id="143" name="object 143"/>
            <p:cNvPicPr/>
            <p:nvPr/>
          </p:nvPicPr>
          <p:blipFill>
            <a:blip r:embed="rId141" cstate="print"/>
            <a:stretch>
              <a:fillRect/>
            </a:stretch>
          </p:blipFill>
          <p:spPr>
            <a:xfrm>
              <a:off x="4230623" y="5593080"/>
              <a:ext cx="304800" cy="304800"/>
            </a:xfrm>
            <a:prstGeom prst="rect">
              <a:avLst/>
            </a:prstGeom>
          </p:spPr>
        </p:pic>
        <p:pic>
          <p:nvPicPr>
            <p:cNvPr id="144" name="object 144"/>
            <p:cNvPicPr/>
            <p:nvPr/>
          </p:nvPicPr>
          <p:blipFill>
            <a:blip r:embed="rId142" cstate="print"/>
            <a:stretch>
              <a:fillRect/>
            </a:stretch>
          </p:blipFill>
          <p:spPr>
            <a:xfrm>
              <a:off x="3813047" y="5593080"/>
              <a:ext cx="304800" cy="304800"/>
            </a:xfrm>
            <a:prstGeom prst="rect">
              <a:avLst/>
            </a:prstGeom>
          </p:spPr>
        </p:pic>
        <p:pic>
          <p:nvPicPr>
            <p:cNvPr id="145" name="object 145"/>
            <p:cNvPicPr/>
            <p:nvPr/>
          </p:nvPicPr>
          <p:blipFill>
            <a:blip r:embed="rId143" cstate="print"/>
            <a:stretch>
              <a:fillRect/>
            </a:stretch>
          </p:blipFill>
          <p:spPr>
            <a:xfrm>
              <a:off x="3395472" y="5593080"/>
              <a:ext cx="304800" cy="304800"/>
            </a:xfrm>
            <a:prstGeom prst="rect">
              <a:avLst/>
            </a:prstGeom>
          </p:spPr>
        </p:pic>
        <p:pic>
          <p:nvPicPr>
            <p:cNvPr id="146" name="object 146"/>
            <p:cNvPicPr/>
            <p:nvPr/>
          </p:nvPicPr>
          <p:blipFill>
            <a:blip r:embed="rId144" cstate="print"/>
            <a:stretch>
              <a:fillRect/>
            </a:stretch>
          </p:blipFill>
          <p:spPr>
            <a:xfrm>
              <a:off x="2977895" y="5593080"/>
              <a:ext cx="304800" cy="304800"/>
            </a:xfrm>
            <a:prstGeom prst="rect">
              <a:avLst/>
            </a:prstGeom>
          </p:spPr>
        </p:pic>
        <p:pic>
          <p:nvPicPr>
            <p:cNvPr id="147" name="object 147"/>
            <p:cNvPicPr/>
            <p:nvPr/>
          </p:nvPicPr>
          <p:blipFill>
            <a:blip r:embed="rId145" cstate="print"/>
            <a:stretch>
              <a:fillRect/>
            </a:stretch>
          </p:blipFill>
          <p:spPr>
            <a:xfrm>
              <a:off x="2560319" y="5593080"/>
              <a:ext cx="304800" cy="304800"/>
            </a:xfrm>
            <a:prstGeom prst="rect">
              <a:avLst/>
            </a:prstGeom>
          </p:spPr>
        </p:pic>
        <p:pic>
          <p:nvPicPr>
            <p:cNvPr id="148" name="object 148"/>
            <p:cNvPicPr/>
            <p:nvPr/>
          </p:nvPicPr>
          <p:blipFill>
            <a:blip r:embed="rId146" cstate="print"/>
            <a:stretch>
              <a:fillRect/>
            </a:stretch>
          </p:blipFill>
          <p:spPr>
            <a:xfrm>
              <a:off x="2142744" y="5593080"/>
              <a:ext cx="304800" cy="304800"/>
            </a:xfrm>
            <a:prstGeom prst="rect">
              <a:avLst/>
            </a:prstGeom>
          </p:spPr>
        </p:pic>
        <p:pic>
          <p:nvPicPr>
            <p:cNvPr id="149" name="object 149"/>
            <p:cNvPicPr/>
            <p:nvPr/>
          </p:nvPicPr>
          <p:blipFill>
            <a:blip r:embed="rId147" cstate="print"/>
            <a:stretch>
              <a:fillRect/>
            </a:stretch>
          </p:blipFill>
          <p:spPr>
            <a:xfrm>
              <a:off x="1725167" y="5593080"/>
              <a:ext cx="304800" cy="304800"/>
            </a:xfrm>
            <a:prstGeom prst="rect">
              <a:avLst/>
            </a:prstGeom>
          </p:spPr>
        </p:pic>
        <p:pic>
          <p:nvPicPr>
            <p:cNvPr id="150" name="object 150"/>
            <p:cNvPicPr/>
            <p:nvPr/>
          </p:nvPicPr>
          <p:blipFill>
            <a:blip r:embed="rId148" cstate="print"/>
            <a:stretch>
              <a:fillRect/>
            </a:stretch>
          </p:blipFill>
          <p:spPr>
            <a:xfrm>
              <a:off x="1307591" y="5593080"/>
              <a:ext cx="304800" cy="304800"/>
            </a:xfrm>
            <a:prstGeom prst="rect">
              <a:avLst/>
            </a:prstGeom>
          </p:spPr>
        </p:pic>
        <p:pic>
          <p:nvPicPr>
            <p:cNvPr id="151" name="object 151"/>
            <p:cNvPicPr/>
            <p:nvPr/>
          </p:nvPicPr>
          <p:blipFill>
            <a:blip r:embed="rId149" cstate="print"/>
            <a:stretch>
              <a:fillRect/>
            </a:stretch>
          </p:blipFill>
          <p:spPr>
            <a:xfrm>
              <a:off x="1304543" y="5160263"/>
              <a:ext cx="304800" cy="304800"/>
            </a:xfrm>
            <a:prstGeom prst="rect">
              <a:avLst/>
            </a:prstGeom>
          </p:spPr>
        </p:pic>
        <p:pic>
          <p:nvPicPr>
            <p:cNvPr id="152" name="object 152"/>
            <p:cNvPicPr/>
            <p:nvPr/>
          </p:nvPicPr>
          <p:blipFill>
            <a:blip r:embed="rId150" cstate="print"/>
            <a:stretch>
              <a:fillRect/>
            </a:stretch>
          </p:blipFill>
          <p:spPr>
            <a:xfrm>
              <a:off x="10482071" y="5160263"/>
              <a:ext cx="304800" cy="304800"/>
            </a:xfrm>
            <a:prstGeom prst="rect">
              <a:avLst/>
            </a:prstGeom>
          </p:spPr>
        </p:pic>
        <p:pic>
          <p:nvPicPr>
            <p:cNvPr id="153" name="object 153"/>
            <p:cNvPicPr/>
            <p:nvPr/>
          </p:nvPicPr>
          <p:blipFill>
            <a:blip r:embed="rId151" cstate="print"/>
            <a:stretch>
              <a:fillRect/>
            </a:stretch>
          </p:blipFill>
          <p:spPr>
            <a:xfrm>
              <a:off x="10082783" y="5160263"/>
              <a:ext cx="304800" cy="304800"/>
            </a:xfrm>
            <a:prstGeom prst="rect">
              <a:avLst/>
            </a:prstGeom>
          </p:spPr>
        </p:pic>
        <p:pic>
          <p:nvPicPr>
            <p:cNvPr id="154" name="object 154"/>
            <p:cNvPicPr/>
            <p:nvPr/>
          </p:nvPicPr>
          <p:blipFill>
            <a:blip r:embed="rId152" cstate="print"/>
            <a:stretch>
              <a:fillRect/>
            </a:stretch>
          </p:blipFill>
          <p:spPr>
            <a:xfrm>
              <a:off x="9686543" y="5160263"/>
              <a:ext cx="304800" cy="304800"/>
            </a:xfrm>
            <a:prstGeom prst="rect">
              <a:avLst/>
            </a:prstGeom>
          </p:spPr>
        </p:pic>
        <p:pic>
          <p:nvPicPr>
            <p:cNvPr id="155" name="object 155"/>
            <p:cNvPicPr/>
            <p:nvPr/>
          </p:nvPicPr>
          <p:blipFill>
            <a:blip r:embed="rId153" cstate="print"/>
            <a:stretch>
              <a:fillRect/>
            </a:stretch>
          </p:blipFill>
          <p:spPr>
            <a:xfrm>
              <a:off x="9287255" y="5160263"/>
              <a:ext cx="304800" cy="304800"/>
            </a:xfrm>
            <a:prstGeom prst="rect">
              <a:avLst/>
            </a:prstGeom>
          </p:spPr>
        </p:pic>
        <p:pic>
          <p:nvPicPr>
            <p:cNvPr id="156" name="object 156"/>
            <p:cNvPicPr/>
            <p:nvPr/>
          </p:nvPicPr>
          <p:blipFill>
            <a:blip r:embed="rId154" cstate="print"/>
            <a:stretch>
              <a:fillRect/>
            </a:stretch>
          </p:blipFill>
          <p:spPr>
            <a:xfrm>
              <a:off x="8887968" y="5160263"/>
              <a:ext cx="304800" cy="304800"/>
            </a:xfrm>
            <a:prstGeom prst="rect">
              <a:avLst/>
            </a:prstGeom>
          </p:spPr>
        </p:pic>
        <p:pic>
          <p:nvPicPr>
            <p:cNvPr id="157" name="object 157"/>
            <p:cNvPicPr/>
            <p:nvPr/>
          </p:nvPicPr>
          <p:blipFill>
            <a:blip r:embed="rId155" cstate="print"/>
            <a:stretch>
              <a:fillRect/>
            </a:stretch>
          </p:blipFill>
          <p:spPr>
            <a:xfrm>
              <a:off x="8488680" y="5160263"/>
              <a:ext cx="304800" cy="304800"/>
            </a:xfrm>
            <a:prstGeom prst="rect">
              <a:avLst/>
            </a:prstGeom>
          </p:spPr>
        </p:pic>
        <p:pic>
          <p:nvPicPr>
            <p:cNvPr id="158" name="object 158"/>
            <p:cNvPicPr/>
            <p:nvPr/>
          </p:nvPicPr>
          <p:blipFill>
            <a:blip r:embed="rId156" cstate="print"/>
            <a:stretch>
              <a:fillRect/>
            </a:stretch>
          </p:blipFill>
          <p:spPr>
            <a:xfrm>
              <a:off x="8089392" y="5160263"/>
              <a:ext cx="304800" cy="304800"/>
            </a:xfrm>
            <a:prstGeom prst="rect">
              <a:avLst/>
            </a:prstGeom>
          </p:spPr>
        </p:pic>
        <p:pic>
          <p:nvPicPr>
            <p:cNvPr id="159" name="object 159"/>
            <p:cNvPicPr/>
            <p:nvPr/>
          </p:nvPicPr>
          <p:blipFill>
            <a:blip r:embed="rId157" cstate="print"/>
            <a:stretch>
              <a:fillRect/>
            </a:stretch>
          </p:blipFill>
          <p:spPr>
            <a:xfrm>
              <a:off x="7690103" y="5160263"/>
              <a:ext cx="304800" cy="304800"/>
            </a:xfrm>
            <a:prstGeom prst="rect">
              <a:avLst/>
            </a:prstGeom>
          </p:spPr>
        </p:pic>
        <p:pic>
          <p:nvPicPr>
            <p:cNvPr id="160" name="object 160"/>
            <p:cNvPicPr/>
            <p:nvPr/>
          </p:nvPicPr>
          <p:blipFill>
            <a:blip r:embed="rId158" cstate="print"/>
            <a:stretch>
              <a:fillRect/>
            </a:stretch>
          </p:blipFill>
          <p:spPr>
            <a:xfrm>
              <a:off x="7290815" y="5160263"/>
              <a:ext cx="304800" cy="304800"/>
            </a:xfrm>
            <a:prstGeom prst="rect">
              <a:avLst/>
            </a:prstGeom>
          </p:spPr>
        </p:pic>
        <p:pic>
          <p:nvPicPr>
            <p:cNvPr id="161" name="object 161"/>
            <p:cNvPicPr/>
            <p:nvPr/>
          </p:nvPicPr>
          <p:blipFill>
            <a:blip r:embed="rId159" cstate="print"/>
            <a:stretch>
              <a:fillRect/>
            </a:stretch>
          </p:blipFill>
          <p:spPr>
            <a:xfrm>
              <a:off x="6891527" y="5160263"/>
              <a:ext cx="304800" cy="304800"/>
            </a:xfrm>
            <a:prstGeom prst="rect">
              <a:avLst/>
            </a:prstGeom>
          </p:spPr>
        </p:pic>
        <p:pic>
          <p:nvPicPr>
            <p:cNvPr id="162" name="object 162"/>
            <p:cNvPicPr/>
            <p:nvPr/>
          </p:nvPicPr>
          <p:blipFill>
            <a:blip r:embed="rId160" cstate="print"/>
            <a:stretch>
              <a:fillRect/>
            </a:stretch>
          </p:blipFill>
          <p:spPr>
            <a:xfrm>
              <a:off x="6492240" y="5160263"/>
              <a:ext cx="304800" cy="304800"/>
            </a:xfrm>
            <a:prstGeom prst="rect">
              <a:avLst/>
            </a:prstGeom>
          </p:spPr>
        </p:pic>
        <p:pic>
          <p:nvPicPr>
            <p:cNvPr id="163" name="object 163"/>
            <p:cNvPicPr/>
            <p:nvPr/>
          </p:nvPicPr>
          <p:blipFill>
            <a:blip r:embed="rId161" cstate="print"/>
            <a:stretch>
              <a:fillRect/>
            </a:stretch>
          </p:blipFill>
          <p:spPr>
            <a:xfrm>
              <a:off x="6092952" y="5160263"/>
              <a:ext cx="304800" cy="304800"/>
            </a:xfrm>
            <a:prstGeom prst="rect">
              <a:avLst/>
            </a:prstGeom>
          </p:spPr>
        </p:pic>
        <p:pic>
          <p:nvPicPr>
            <p:cNvPr id="164" name="object 164"/>
            <p:cNvPicPr/>
            <p:nvPr/>
          </p:nvPicPr>
          <p:blipFill>
            <a:blip r:embed="rId162" cstate="print"/>
            <a:stretch>
              <a:fillRect/>
            </a:stretch>
          </p:blipFill>
          <p:spPr>
            <a:xfrm>
              <a:off x="5693664" y="5160263"/>
              <a:ext cx="304800" cy="304800"/>
            </a:xfrm>
            <a:prstGeom prst="rect">
              <a:avLst/>
            </a:prstGeom>
          </p:spPr>
        </p:pic>
        <p:pic>
          <p:nvPicPr>
            <p:cNvPr id="165" name="object 165"/>
            <p:cNvPicPr/>
            <p:nvPr/>
          </p:nvPicPr>
          <p:blipFill>
            <a:blip r:embed="rId163" cstate="print"/>
            <a:stretch>
              <a:fillRect/>
            </a:stretch>
          </p:blipFill>
          <p:spPr>
            <a:xfrm>
              <a:off x="5294376" y="5160263"/>
              <a:ext cx="304800" cy="304800"/>
            </a:xfrm>
            <a:prstGeom prst="rect">
              <a:avLst/>
            </a:prstGeom>
          </p:spPr>
        </p:pic>
        <p:pic>
          <p:nvPicPr>
            <p:cNvPr id="166" name="object 166"/>
            <p:cNvPicPr/>
            <p:nvPr/>
          </p:nvPicPr>
          <p:blipFill>
            <a:blip r:embed="rId164" cstate="print"/>
            <a:stretch>
              <a:fillRect/>
            </a:stretch>
          </p:blipFill>
          <p:spPr>
            <a:xfrm>
              <a:off x="4895088" y="5160263"/>
              <a:ext cx="304800" cy="304800"/>
            </a:xfrm>
            <a:prstGeom prst="rect">
              <a:avLst/>
            </a:prstGeom>
          </p:spPr>
        </p:pic>
        <p:pic>
          <p:nvPicPr>
            <p:cNvPr id="167" name="object 167"/>
            <p:cNvPicPr/>
            <p:nvPr/>
          </p:nvPicPr>
          <p:blipFill>
            <a:blip r:embed="rId165" cstate="print"/>
            <a:stretch>
              <a:fillRect/>
            </a:stretch>
          </p:blipFill>
          <p:spPr>
            <a:xfrm>
              <a:off x="4495800" y="5160263"/>
              <a:ext cx="304800" cy="304800"/>
            </a:xfrm>
            <a:prstGeom prst="rect">
              <a:avLst/>
            </a:prstGeom>
          </p:spPr>
        </p:pic>
        <p:pic>
          <p:nvPicPr>
            <p:cNvPr id="168" name="object 168"/>
            <p:cNvPicPr/>
            <p:nvPr/>
          </p:nvPicPr>
          <p:blipFill>
            <a:blip r:embed="rId166" cstate="print"/>
            <a:stretch>
              <a:fillRect/>
            </a:stretch>
          </p:blipFill>
          <p:spPr>
            <a:xfrm>
              <a:off x="4096511" y="5160263"/>
              <a:ext cx="304800" cy="304800"/>
            </a:xfrm>
            <a:prstGeom prst="rect">
              <a:avLst/>
            </a:prstGeom>
          </p:spPr>
        </p:pic>
        <p:pic>
          <p:nvPicPr>
            <p:cNvPr id="169" name="object 169"/>
            <p:cNvPicPr/>
            <p:nvPr/>
          </p:nvPicPr>
          <p:blipFill>
            <a:blip r:embed="rId167" cstate="print"/>
            <a:stretch>
              <a:fillRect/>
            </a:stretch>
          </p:blipFill>
          <p:spPr>
            <a:xfrm>
              <a:off x="3700272" y="5160263"/>
              <a:ext cx="304800" cy="304800"/>
            </a:xfrm>
            <a:prstGeom prst="rect">
              <a:avLst/>
            </a:prstGeom>
          </p:spPr>
        </p:pic>
        <p:pic>
          <p:nvPicPr>
            <p:cNvPr id="170" name="object 170"/>
            <p:cNvPicPr/>
            <p:nvPr/>
          </p:nvPicPr>
          <p:blipFill>
            <a:blip r:embed="rId168" cstate="print"/>
            <a:stretch>
              <a:fillRect/>
            </a:stretch>
          </p:blipFill>
          <p:spPr>
            <a:xfrm>
              <a:off x="3300983" y="5160263"/>
              <a:ext cx="304800" cy="304800"/>
            </a:xfrm>
            <a:prstGeom prst="rect">
              <a:avLst/>
            </a:prstGeom>
          </p:spPr>
        </p:pic>
        <p:pic>
          <p:nvPicPr>
            <p:cNvPr id="171" name="object 171"/>
            <p:cNvPicPr/>
            <p:nvPr/>
          </p:nvPicPr>
          <p:blipFill>
            <a:blip r:embed="rId169" cstate="print"/>
            <a:stretch>
              <a:fillRect/>
            </a:stretch>
          </p:blipFill>
          <p:spPr>
            <a:xfrm>
              <a:off x="10491216" y="4703064"/>
              <a:ext cx="304800" cy="304800"/>
            </a:xfrm>
            <a:prstGeom prst="rect">
              <a:avLst/>
            </a:prstGeom>
          </p:spPr>
        </p:pic>
        <p:pic>
          <p:nvPicPr>
            <p:cNvPr id="172" name="object 172"/>
            <p:cNvPicPr/>
            <p:nvPr/>
          </p:nvPicPr>
          <p:blipFill>
            <a:blip r:embed="rId170" cstate="print"/>
            <a:stretch>
              <a:fillRect/>
            </a:stretch>
          </p:blipFill>
          <p:spPr>
            <a:xfrm>
              <a:off x="10107168" y="4703064"/>
              <a:ext cx="304800" cy="304800"/>
            </a:xfrm>
            <a:prstGeom prst="rect">
              <a:avLst/>
            </a:prstGeom>
          </p:spPr>
        </p:pic>
        <p:pic>
          <p:nvPicPr>
            <p:cNvPr id="173" name="object 173"/>
            <p:cNvPicPr/>
            <p:nvPr/>
          </p:nvPicPr>
          <p:blipFill>
            <a:blip r:embed="rId171" cstate="print"/>
            <a:stretch>
              <a:fillRect/>
            </a:stretch>
          </p:blipFill>
          <p:spPr>
            <a:xfrm>
              <a:off x="9726168" y="4703064"/>
              <a:ext cx="304800" cy="304800"/>
            </a:xfrm>
            <a:prstGeom prst="rect">
              <a:avLst/>
            </a:prstGeom>
          </p:spPr>
        </p:pic>
        <p:pic>
          <p:nvPicPr>
            <p:cNvPr id="174" name="object 174"/>
            <p:cNvPicPr/>
            <p:nvPr/>
          </p:nvPicPr>
          <p:blipFill>
            <a:blip r:embed="rId172" cstate="print"/>
            <a:stretch>
              <a:fillRect/>
            </a:stretch>
          </p:blipFill>
          <p:spPr>
            <a:xfrm>
              <a:off x="9342119" y="4703064"/>
              <a:ext cx="304800" cy="304800"/>
            </a:xfrm>
            <a:prstGeom prst="rect">
              <a:avLst/>
            </a:prstGeom>
          </p:spPr>
        </p:pic>
        <p:pic>
          <p:nvPicPr>
            <p:cNvPr id="175" name="object 175"/>
            <p:cNvPicPr/>
            <p:nvPr/>
          </p:nvPicPr>
          <p:blipFill>
            <a:blip r:embed="rId173" cstate="print"/>
            <a:stretch>
              <a:fillRect/>
            </a:stretch>
          </p:blipFill>
          <p:spPr>
            <a:xfrm>
              <a:off x="8958071" y="4703064"/>
              <a:ext cx="304800" cy="304800"/>
            </a:xfrm>
            <a:prstGeom prst="rect">
              <a:avLst/>
            </a:prstGeom>
          </p:spPr>
        </p:pic>
        <p:pic>
          <p:nvPicPr>
            <p:cNvPr id="176" name="object 176"/>
            <p:cNvPicPr/>
            <p:nvPr/>
          </p:nvPicPr>
          <p:blipFill>
            <a:blip r:embed="rId174" cstate="print"/>
            <a:stretch>
              <a:fillRect/>
            </a:stretch>
          </p:blipFill>
          <p:spPr>
            <a:xfrm>
              <a:off x="8577071" y="4703064"/>
              <a:ext cx="304800" cy="304800"/>
            </a:xfrm>
            <a:prstGeom prst="rect">
              <a:avLst/>
            </a:prstGeom>
          </p:spPr>
        </p:pic>
        <p:pic>
          <p:nvPicPr>
            <p:cNvPr id="177" name="object 177"/>
            <p:cNvPicPr/>
            <p:nvPr/>
          </p:nvPicPr>
          <p:blipFill>
            <a:blip r:embed="rId175" cstate="print"/>
            <a:stretch>
              <a:fillRect/>
            </a:stretch>
          </p:blipFill>
          <p:spPr>
            <a:xfrm>
              <a:off x="8193023" y="4703064"/>
              <a:ext cx="304800" cy="304800"/>
            </a:xfrm>
            <a:prstGeom prst="rect">
              <a:avLst/>
            </a:prstGeom>
          </p:spPr>
        </p:pic>
        <p:pic>
          <p:nvPicPr>
            <p:cNvPr id="178" name="object 178"/>
            <p:cNvPicPr/>
            <p:nvPr/>
          </p:nvPicPr>
          <p:blipFill>
            <a:blip r:embed="rId176" cstate="print"/>
            <a:stretch>
              <a:fillRect/>
            </a:stretch>
          </p:blipFill>
          <p:spPr>
            <a:xfrm>
              <a:off x="7812023" y="4703064"/>
              <a:ext cx="304800" cy="304800"/>
            </a:xfrm>
            <a:prstGeom prst="rect">
              <a:avLst/>
            </a:prstGeom>
          </p:spPr>
        </p:pic>
        <p:pic>
          <p:nvPicPr>
            <p:cNvPr id="179" name="object 179"/>
            <p:cNvPicPr/>
            <p:nvPr/>
          </p:nvPicPr>
          <p:blipFill>
            <a:blip r:embed="rId177" cstate="print"/>
            <a:stretch>
              <a:fillRect/>
            </a:stretch>
          </p:blipFill>
          <p:spPr>
            <a:xfrm>
              <a:off x="7427976" y="4703064"/>
              <a:ext cx="304800" cy="304800"/>
            </a:xfrm>
            <a:prstGeom prst="rect">
              <a:avLst/>
            </a:prstGeom>
          </p:spPr>
        </p:pic>
        <p:pic>
          <p:nvPicPr>
            <p:cNvPr id="180" name="object 180"/>
            <p:cNvPicPr/>
            <p:nvPr/>
          </p:nvPicPr>
          <p:blipFill>
            <a:blip r:embed="rId178" cstate="print"/>
            <a:stretch>
              <a:fillRect/>
            </a:stretch>
          </p:blipFill>
          <p:spPr>
            <a:xfrm>
              <a:off x="6662927" y="4703064"/>
              <a:ext cx="304800" cy="304800"/>
            </a:xfrm>
            <a:prstGeom prst="rect">
              <a:avLst/>
            </a:prstGeom>
          </p:spPr>
        </p:pic>
        <p:pic>
          <p:nvPicPr>
            <p:cNvPr id="181" name="object 181"/>
            <p:cNvPicPr/>
            <p:nvPr/>
          </p:nvPicPr>
          <p:blipFill>
            <a:blip r:embed="rId179" cstate="print"/>
            <a:stretch>
              <a:fillRect/>
            </a:stretch>
          </p:blipFill>
          <p:spPr>
            <a:xfrm>
              <a:off x="6278879" y="4703064"/>
              <a:ext cx="304800" cy="304800"/>
            </a:xfrm>
            <a:prstGeom prst="rect">
              <a:avLst/>
            </a:prstGeom>
          </p:spPr>
        </p:pic>
        <p:pic>
          <p:nvPicPr>
            <p:cNvPr id="182" name="object 182"/>
            <p:cNvPicPr/>
            <p:nvPr/>
          </p:nvPicPr>
          <p:blipFill>
            <a:blip r:embed="rId180" cstate="print"/>
            <a:stretch>
              <a:fillRect/>
            </a:stretch>
          </p:blipFill>
          <p:spPr>
            <a:xfrm>
              <a:off x="5897879" y="4703064"/>
              <a:ext cx="304800" cy="304800"/>
            </a:xfrm>
            <a:prstGeom prst="rect">
              <a:avLst/>
            </a:prstGeom>
          </p:spPr>
        </p:pic>
        <p:pic>
          <p:nvPicPr>
            <p:cNvPr id="183" name="object 183"/>
            <p:cNvPicPr/>
            <p:nvPr/>
          </p:nvPicPr>
          <p:blipFill>
            <a:blip r:embed="rId181" cstate="print"/>
            <a:stretch>
              <a:fillRect/>
            </a:stretch>
          </p:blipFill>
          <p:spPr>
            <a:xfrm>
              <a:off x="5513832" y="4703064"/>
              <a:ext cx="304800" cy="304800"/>
            </a:xfrm>
            <a:prstGeom prst="rect">
              <a:avLst/>
            </a:prstGeom>
          </p:spPr>
        </p:pic>
        <p:pic>
          <p:nvPicPr>
            <p:cNvPr id="184" name="object 184"/>
            <p:cNvPicPr/>
            <p:nvPr/>
          </p:nvPicPr>
          <p:blipFill>
            <a:blip r:embed="rId182" cstate="print"/>
            <a:stretch>
              <a:fillRect/>
            </a:stretch>
          </p:blipFill>
          <p:spPr>
            <a:xfrm>
              <a:off x="5132832" y="4703064"/>
              <a:ext cx="304800" cy="304800"/>
            </a:xfrm>
            <a:prstGeom prst="rect">
              <a:avLst/>
            </a:prstGeom>
          </p:spPr>
        </p:pic>
        <p:pic>
          <p:nvPicPr>
            <p:cNvPr id="185" name="object 185"/>
            <p:cNvPicPr/>
            <p:nvPr/>
          </p:nvPicPr>
          <p:blipFill>
            <a:blip r:embed="rId183" cstate="print"/>
            <a:stretch>
              <a:fillRect/>
            </a:stretch>
          </p:blipFill>
          <p:spPr>
            <a:xfrm>
              <a:off x="4748783" y="4703064"/>
              <a:ext cx="304800" cy="304800"/>
            </a:xfrm>
            <a:prstGeom prst="rect">
              <a:avLst/>
            </a:prstGeom>
          </p:spPr>
        </p:pic>
        <p:pic>
          <p:nvPicPr>
            <p:cNvPr id="186" name="object 186"/>
            <p:cNvPicPr/>
            <p:nvPr/>
          </p:nvPicPr>
          <p:blipFill>
            <a:blip r:embed="rId184" cstate="print"/>
            <a:stretch>
              <a:fillRect/>
            </a:stretch>
          </p:blipFill>
          <p:spPr>
            <a:xfrm>
              <a:off x="4367783" y="4703064"/>
              <a:ext cx="304800" cy="304800"/>
            </a:xfrm>
            <a:prstGeom prst="rect">
              <a:avLst/>
            </a:prstGeom>
          </p:spPr>
        </p:pic>
        <p:pic>
          <p:nvPicPr>
            <p:cNvPr id="187" name="object 187"/>
            <p:cNvPicPr/>
            <p:nvPr/>
          </p:nvPicPr>
          <p:blipFill>
            <a:blip r:embed="rId185" cstate="print"/>
            <a:stretch>
              <a:fillRect/>
            </a:stretch>
          </p:blipFill>
          <p:spPr>
            <a:xfrm>
              <a:off x="3983735" y="4703064"/>
              <a:ext cx="304800" cy="304800"/>
            </a:xfrm>
            <a:prstGeom prst="rect">
              <a:avLst/>
            </a:prstGeom>
          </p:spPr>
        </p:pic>
        <p:pic>
          <p:nvPicPr>
            <p:cNvPr id="188" name="object 188"/>
            <p:cNvPicPr/>
            <p:nvPr/>
          </p:nvPicPr>
          <p:blipFill>
            <a:blip r:embed="rId186" cstate="print"/>
            <a:stretch>
              <a:fillRect/>
            </a:stretch>
          </p:blipFill>
          <p:spPr>
            <a:xfrm>
              <a:off x="3599688" y="4703064"/>
              <a:ext cx="304800" cy="304800"/>
            </a:xfrm>
            <a:prstGeom prst="rect">
              <a:avLst/>
            </a:prstGeom>
          </p:spPr>
        </p:pic>
        <p:pic>
          <p:nvPicPr>
            <p:cNvPr id="189" name="object 189"/>
            <p:cNvPicPr/>
            <p:nvPr/>
          </p:nvPicPr>
          <p:blipFill>
            <a:blip r:embed="rId187" cstate="print"/>
            <a:stretch>
              <a:fillRect/>
            </a:stretch>
          </p:blipFill>
          <p:spPr>
            <a:xfrm>
              <a:off x="3218688" y="4703064"/>
              <a:ext cx="304800" cy="304800"/>
            </a:xfrm>
            <a:prstGeom prst="rect">
              <a:avLst/>
            </a:prstGeom>
          </p:spPr>
        </p:pic>
        <p:pic>
          <p:nvPicPr>
            <p:cNvPr id="190" name="object 190"/>
            <p:cNvPicPr/>
            <p:nvPr/>
          </p:nvPicPr>
          <p:blipFill>
            <a:blip r:embed="rId188" cstate="print"/>
            <a:stretch>
              <a:fillRect/>
            </a:stretch>
          </p:blipFill>
          <p:spPr>
            <a:xfrm>
              <a:off x="2834639" y="4703064"/>
              <a:ext cx="304800" cy="304800"/>
            </a:xfrm>
            <a:prstGeom prst="rect">
              <a:avLst/>
            </a:prstGeom>
          </p:spPr>
        </p:pic>
        <p:pic>
          <p:nvPicPr>
            <p:cNvPr id="191" name="object 191"/>
            <p:cNvPicPr/>
            <p:nvPr/>
          </p:nvPicPr>
          <p:blipFill>
            <a:blip r:embed="rId189" cstate="print"/>
            <a:stretch>
              <a:fillRect/>
            </a:stretch>
          </p:blipFill>
          <p:spPr>
            <a:xfrm>
              <a:off x="2453639" y="4703064"/>
              <a:ext cx="304800" cy="304800"/>
            </a:xfrm>
            <a:prstGeom prst="rect">
              <a:avLst/>
            </a:prstGeom>
          </p:spPr>
        </p:pic>
        <p:pic>
          <p:nvPicPr>
            <p:cNvPr id="192" name="object 192"/>
            <p:cNvPicPr/>
            <p:nvPr/>
          </p:nvPicPr>
          <p:blipFill>
            <a:blip r:embed="rId190" cstate="print"/>
            <a:stretch>
              <a:fillRect/>
            </a:stretch>
          </p:blipFill>
          <p:spPr>
            <a:xfrm>
              <a:off x="2069591" y="4703064"/>
              <a:ext cx="304800" cy="304800"/>
            </a:xfrm>
            <a:prstGeom prst="rect">
              <a:avLst/>
            </a:prstGeom>
          </p:spPr>
        </p:pic>
        <p:pic>
          <p:nvPicPr>
            <p:cNvPr id="193" name="object 193"/>
            <p:cNvPicPr/>
            <p:nvPr/>
          </p:nvPicPr>
          <p:blipFill>
            <a:blip r:embed="rId191" cstate="print"/>
            <a:stretch>
              <a:fillRect/>
            </a:stretch>
          </p:blipFill>
          <p:spPr>
            <a:xfrm>
              <a:off x="1685543" y="4703064"/>
              <a:ext cx="304800" cy="304800"/>
            </a:xfrm>
            <a:prstGeom prst="rect">
              <a:avLst/>
            </a:prstGeom>
          </p:spPr>
        </p:pic>
        <p:pic>
          <p:nvPicPr>
            <p:cNvPr id="194" name="object 194"/>
            <p:cNvPicPr/>
            <p:nvPr/>
          </p:nvPicPr>
          <p:blipFill>
            <a:blip r:embed="rId192" cstate="print"/>
            <a:stretch>
              <a:fillRect/>
            </a:stretch>
          </p:blipFill>
          <p:spPr>
            <a:xfrm>
              <a:off x="1304543" y="4703064"/>
              <a:ext cx="304800" cy="304800"/>
            </a:xfrm>
            <a:prstGeom prst="rect">
              <a:avLst/>
            </a:prstGeom>
          </p:spPr>
        </p:pic>
      </p:grpSp>
      <p:sp>
        <p:nvSpPr>
          <p:cNvPr id="195" name="object 195"/>
          <p:cNvSpPr txBox="1"/>
          <p:nvPr/>
        </p:nvSpPr>
        <p:spPr>
          <a:xfrm>
            <a:off x="5717794" y="2961512"/>
            <a:ext cx="831850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 spc="-40">
                <a:solidFill>
                  <a:srgbClr val="E3EAE9"/>
                </a:solidFill>
                <a:latin typeface="Microsoft Sans Serif"/>
                <a:cs typeface="Microsoft Sans Serif"/>
              </a:rPr>
              <a:t>Графики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196" name="object 196"/>
          <p:cNvSpPr txBox="1"/>
          <p:nvPr/>
        </p:nvSpPr>
        <p:spPr>
          <a:xfrm>
            <a:off x="5411470" y="4283710"/>
            <a:ext cx="1306830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 spc="-20">
                <a:solidFill>
                  <a:srgbClr val="E3EAE9"/>
                </a:solidFill>
                <a:latin typeface="Microsoft Sans Serif"/>
                <a:cs typeface="Microsoft Sans Serif"/>
              </a:rPr>
              <a:t>Мультимедиа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198" name="object 19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5415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fld id="{81D60167-4931-47E6-BA6A-407CBD079E47}" type="slidenum">
              <a:rPr dirty="0" spc="-25"/>
              <a:t>21</a:t>
            </a:fld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object 11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10"/>
              <a:t>ИКОНКИ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5609335" y="1283335"/>
            <a:ext cx="1358900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 spc="-10">
                <a:solidFill>
                  <a:srgbClr val="E3EAE9"/>
                </a:solidFill>
                <a:latin typeface="Microsoft Sans Serif"/>
                <a:cs typeface="Microsoft Sans Serif"/>
              </a:rPr>
              <a:t>Пользователи</a:t>
            </a:r>
            <a:endParaRPr sz="1600">
              <a:latin typeface="Microsoft Sans Serif"/>
              <a:cs typeface="Microsoft Sans Serif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58111" y="1648967"/>
            <a:ext cx="9220200" cy="3776979"/>
            <a:chOff x="1658111" y="1648967"/>
            <a:chExt cx="9220200" cy="377697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73511" y="1648967"/>
              <a:ext cx="304800" cy="3048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96911" y="1648967"/>
              <a:ext cx="304800" cy="3048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85543" y="1648967"/>
              <a:ext cx="304800" cy="3048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68383" y="1648967"/>
              <a:ext cx="304800" cy="3048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89704" y="1648967"/>
              <a:ext cx="304800" cy="3048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425440" y="1648967"/>
              <a:ext cx="304800" cy="3048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830567" y="1648967"/>
              <a:ext cx="304800" cy="3048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361176" y="1648967"/>
              <a:ext cx="304800" cy="3048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104119" y="1648967"/>
              <a:ext cx="304800" cy="3048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894832" y="1648967"/>
              <a:ext cx="304800" cy="3048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702040" y="1648967"/>
              <a:ext cx="304800" cy="3048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959096" y="1648967"/>
              <a:ext cx="304800" cy="3048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023360" y="1648967"/>
              <a:ext cx="304800" cy="3048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766303" y="1648967"/>
              <a:ext cx="304800" cy="3048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553967" y="1648967"/>
              <a:ext cx="304800" cy="3048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087623" y="1648967"/>
              <a:ext cx="304800" cy="3048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232647" y="1648967"/>
              <a:ext cx="304800" cy="3048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637776" y="1648967"/>
              <a:ext cx="304800" cy="3048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618231" y="1648967"/>
              <a:ext cx="304800" cy="3048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151887" y="1648967"/>
              <a:ext cx="304800" cy="3048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0503407" y="3581400"/>
              <a:ext cx="304800" cy="3048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9915143" y="3581400"/>
              <a:ext cx="304800" cy="3048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9326880" y="3581400"/>
              <a:ext cx="304800" cy="3048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8738616" y="3581400"/>
              <a:ext cx="304800" cy="3048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8150352" y="3581400"/>
              <a:ext cx="304800" cy="3048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562088" y="3581400"/>
              <a:ext cx="304800" cy="3048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973823" y="3581400"/>
              <a:ext cx="304800" cy="30480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385559" y="3581400"/>
              <a:ext cx="304799" cy="30480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797296" y="3581400"/>
              <a:ext cx="304800" cy="30480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209032" y="3581400"/>
              <a:ext cx="304800" cy="3048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4620767" y="3581400"/>
              <a:ext cx="304800" cy="30480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4032504" y="3581400"/>
              <a:ext cx="304800" cy="30480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3444239" y="3581400"/>
              <a:ext cx="304800" cy="30480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2852927" y="3581400"/>
              <a:ext cx="304800" cy="30480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2264663" y="3581400"/>
              <a:ext cx="304800" cy="30480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676399" y="3581400"/>
              <a:ext cx="304800" cy="3048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0177271" y="2624327"/>
              <a:ext cx="304800" cy="30480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0549128" y="2624327"/>
              <a:ext cx="304800" cy="30480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9808464" y="2624327"/>
              <a:ext cx="304800" cy="30480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9436607" y="2624327"/>
              <a:ext cx="304800" cy="30480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9067800" y="2624327"/>
              <a:ext cx="304800" cy="30480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8695943" y="2624327"/>
              <a:ext cx="304800" cy="304800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8327135" y="2624327"/>
              <a:ext cx="304800" cy="30480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7955279" y="2624327"/>
              <a:ext cx="304800" cy="30480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7586471" y="2624327"/>
              <a:ext cx="304800" cy="304800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7214615" y="2624327"/>
              <a:ext cx="304800" cy="30480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6845808" y="2624327"/>
              <a:ext cx="304800" cy="30480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6473952" y="2624327"/>
              <a:ext cx="304800" cy="30480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6102096" y="2624327"/>
              <a:ext cx="304800" cy="30480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5733288" y="2624327"/>
              <a:ext cx="304800" cy="30480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5361432" y="2624327"/>
              <a:ext cx="304800" cy="304800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4992623" y="2624327"/>
              <a:ext cx="304800" cy="304800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4620767" y="2624327"/>
              <a:ext cx="304800" cy="304800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4251960" y="2624327"/>
              <a:ext cx="304800" cy="304800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3880104" y="2624327"/>
              <a:ext cx="304800" cy="304800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3511295" y="2624327"/>
              <a:ext cx="304800" cy="304800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3139439" y="2624327"/>
              <a:ext cx="304800" cy="304800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2770631" y="2624327"/>
              <a:ext cx="304800" cy="304800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2398775" y="2624327"/>
              <a:ext cx="304800" cy="304800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2029967" y="2624327"/>
              <a:ext cx="304800" cy="304800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1658111" y="2624327"/>
              <a:ext cx="304800" cy="304800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10585704" y="5132832"/>
              <a:ext cx="280416" cy="280416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9957816" y="5120639"/>
              <a:ext cx="609600" cy="304800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9564623" y="5120639"/>
              <a:ext cx="304800" cy="304800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9171431" y="5120639"/>
              <a:ext cx="304800" cy="304800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8842247" y="5120639"/>
              <a:ext cx="304800" cy="304800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8503919" y="5120639"/>
              <a:ext cx="304800" cy="304800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8129015" y="5120639"/>
              <a:ext cx="304800" cy="304800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7741920" y="5120639"/>
              <a:ext cx="304800" cy="304800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7336535" y="5120639"/>
              <a:ext cx="304800" cy="304800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6702552" y="5120639"/>
              <a:ext cx="612648" cy="304800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6364223" y="5120639"/>
              <a:ext cx="304800" cy="304800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5980176" y="5120639"/>
              <a:ext cx="304800" cy="304800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5577840" y="5120639"/>
              <a:ext cx="304800" cy="304800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5157215" y="5120639"/>
              <a:ext cx="304800" cy="304800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4715255" y="5120639"/>
              <a:ext cx="304800" cy="304800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4334255" y="5120639"/>
              <a:ext cx="304800" cy="304800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3910583" y="5120639"/>
              <a:ext cx="304800" cy="304800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3459479" y="5120639"/>
              <a:ext cx="304800" cy="304800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3035808" y="5120639"/>
              <a:ext cx="304799" cy="304800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2538983" y="5120639"/>
              <a:ext cx="304800" cy="304800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2121407" y="5120639"/>
              <a:ext cx="304800" cy="304800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1737359" y="5120639"/>
              <a:ext cx="304800" cy="304800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10561319" y="4639055"/>
              <a:ext cx="304800" cy="304800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10158983" y="4639055"/>
              <a:ext cx="304800" cy="304800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9756647" y="4639055"/>
              <a:ext cx="304800" cy="304800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9354311" y="4639055"/>
              <a:ext cx="304800" cy="304800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8951976" y="4639055"/>
              <a:ext cx="304800" cy="304800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8549640" y="4639055"/>
              <a:ext cx="304800" cy="304800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8147303" y="4639055"/>
              <a:ext cx="304800" cy="304800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7744967" y="4639055"/>
              <a:ext cx="304800" cy="304800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7342632" y="4639055"/>
              <a:ext cx="304800" cy="304800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6943344" y="4639055"/>
              <a:ext cx="304800" cy="304800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6541008" y="4639055"/>
              <a:ext cx="304800" cy="304800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6138671" y="4639055"/>
              <a:ext cx="304800" cy="304800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5736335" y="4639055"/>
              <a:ext cx="304800" cy="304800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98" cstate="print"/>
            <a:stretch>
              <a:fillRect/>
            </a:stretch>
          </p:blipFill>
          <p:spPr>
            <a:xfrm>
              <a:off x="5334000" y="4639055"/>
              <a:ext cx="304800" cy="304800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99" cstate="print"/>
            <a:stretch>
              <a:fillRect/>
            </a:stretch>
          </p:blipFill>
          <p:spPr>
            <a:xfrm>
              <a:off x="4931664" y="4639055"/>
              <a:ext cx="304800" cy="304800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100" cstate="print"/>
            <a:stretch>
              <a:fillRect/>
            </a:stretch>
          </p:blipFill>
          <p:spPr>
            <a:xfrm>
              <a:off x="4553711" y="4651247"/>
              <a:ext cx="280415" cy="280415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101" cstate="print"/>
            <a:stretch>
              <a:fillRect/>
            </a:stretch>
          </p:blipFill>
          <p:spPr>
            <a:xfrm>
              <a:off x="4154423" y="4639055"/>
              <a:ext cx="304800" cy="304800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102" cstate="print"/>
            <a:stretch>
              <a:fillRect/>
            </a:stretch>
          </p:blipFill>
          <p:spPr>
            <a:xfrm>
              <a:off x="3752088" y="4639055"/>
              <a:ext cx="304800" cy="304800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3349751" y="4639055"/>
              <a:ext cx="304800" cy="304800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2947415" y="4639055"/>
              <a:ext cx="304800" cy="304800"/>
            </a:xfrm>
            <a:prstGeom prst="rect">
              <a:avLst/>
            </a:prstGeom>
          </p:spPr>
        </p:pic>
        <p:pic>
          <p:nvPicPr>
            <p:cNvPr id="107" name="object 107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2545079" y="4639055"/>
              <a:ext cx="304800" cy="304800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106" cstate="print"/>
            <a:stretch>
              <a:fillRect/>
            </a:stretch>
          </p:blipFill>
          <p:spPr>
            <a:xfrm>
              <a:off x="2142743" y="4639055"/>
              <a:ext cx="304800" cy="304800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107" cstate="print"/>
            <a:stretch>
              <a:fillRect/>
            </a:stretch>
          </p:blipFill>
          <p:spPr>
            <a:xfrm>
              <a:off x="1740407" y="4639055"/>
              <a:ext cx="304800" cy="304800"/>
            </a:xfrm>
            <a:prstGeom prst="rect">
              <a:avLst/>
            </a:prstGeom>
          </p:spPr>
        </p:pic>
      </p:grpSp>
      <p:sp>
        <p:nvSpPr>
          <p:cNvPr id="111" name="object 111"/>
          <p:cNvSpPr txBox="1"/>
          <p:nvPr/>
        </p:nvSpPr>
        <p:spPr>
          <a:xfrm>
            <a:off x="5444997" y="2233422"/>
            <a:ext cx="1873250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 spc="-10">
                <a:solidFill>
                  <a:srgbClr val="E3EAE9"/>
                </a:solidFill>
                <a:latin typeface="Microsoft Sans Serif"/>
                <a:cs typeface="Microsoft Sans Serif"/>
              </a:rPr>
              <a:t>Программирование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5837935" y="3185541"/>
            <a:ext cx="900430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 spc="-25">
                <a:solidFill>
                  <a:srgbClr val="E3EAE9"/>
                </a:solidFill>
                <a:latin typeface="Microsoft Sans Serif"/>
                <a:cs typeface="Microsoft Sans Serif"/>
              </a:rPr>
              <a:t>Доставка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5227701" y="4237482"/>
            <a:ext cx="1988820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 spc="-20">
                <a:solidFill>
                  <a:srgbClr val="E3EAE9"/>
                </a:solidFill>
                <a:latin typeface="Microsoft Sans Serif"/>
                <a:cs typeface="Microsoft Sans Serif"/>
              </a:rPr>
              <a:t>Креативный</a:t>
            </a:r>
            <a:r>
              <a:rPr dirty="0" sz="1600" spc="-30">
                <a:solidFill>
                  <a:srgbClr val="E3EAE9"/>
                </a:solidFill>
                <a:latin typeface="Microsoft Sans Serif"/>
                <a:cs typeface="Microsoft Sans Serif"/>
              </a:rPr>
              <a:t> </a:t>
            </a:r>
            <a:r>
              <a:rPr dirty="0" sz="1600" spc="-10">
                <a:solidFill>
                  <a:srgbClr val="E3EAE9"/>
                </a:solidFill>
                <a:latin typeface="Microsoft Sans Serif"/>
                <a:cs typeface="Microsoft Sans Serif"/>
              </a:rPr>
              <a:t>процесс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114" name="object 1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5415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fld id="{81D60167-4931-47E6-BA6A-407CBD079E47}" type="slidenum">
              <a:rPr dirty="0" spc="-25"/>
              <a:t>21</a:t>
            </a:fld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43216" y="3087623"/>
              <a:ext cx="304800" cy="3048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28176" y="3087623"/>
              <a:ext cx="304800" cy="3048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13135" y="3087623"/>
              <a:ext cx="304800" cy="3048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216895" y="3087623"/>
              <a:ext cx="304800" cy="3048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58255" y="3087623"/>
              <a:ext cx="304800" cy="3048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820656" y="3087623"/>
              <a:ext cx="304800" cy="3048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424416" y="3087623"/>
              <a:ext cx="304800" cy="3048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31935" y="3087623"/>
              <a:ext cx="304800" cy="3048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235695" y="3087623"/>
              <a:ext cx="304800" cy="3048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839456" y="3087623"/>
              <a:ext cx="304800" cy="3048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046976" y="3087623"/>
              <a:ext cx="304800" cy="3048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650735" y="3087623"/>
              <a:ext cx="304800" cy="3048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254496" y="3087623"/>
              <a:ext cx="304800" cy="3048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462015" y="3087623"/>
              <a:ext cx="304800" cy="3048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065776" y="3087623"/>
              <a:ext cx="304800" cy="3048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669535" y="3087623"/>
              <a:ext cx="304800" cy="3048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273296" y="3087623"/>
              <a:ext cx="304800" cy="3048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877055" y="3087623"/>
              <a:ext cx="304800" cy="3048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480815" y="3087623"/>
              <a:ext cx="304800" cy="3048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084576" y="3087623"/>
              <a:ext cx="304800" cy="3048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688335" y="3087623"/>
              <a:ext cx="304800" cy="3048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292095" y="3087623"/>
              <a:ext cx="304800" cy="3048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895855" y="3087623"/>
              <a:ext cx="304800" cy="3048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499616" y="3087623"/>
              <a:ext cx="304799" cy="304800"/>
            </a:xfrm>
            <a:prstGeom prst="rect">
              <a:avLst/>
            </a:prstGeom>
          </p:spPr>
        </p:pic>
      </p:grpSp>
      <p:sp>
        <p:nvSpPr>
          <p:cNvPr id="113" name="object 11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10"/>
              <a:t>ИКОНКИ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5648071" y="1175385"/>
            <a:ext cx="992505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 spc="-10">
                <a:solidFill>
                  <a:srgbClr val="E3EAE9"/>
                </a:solidFill>
                <a:latin typeface="Microsoft Sans Serif"/>
                <a:cs typeface="Microsoft Sans Serif"/>
              </a:rPr>
              <a:t>Медицина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539866" y="2672587"/>
            <a:ext cx="946150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 spc="-10">
                <a:solidFill>
                  <a:srgbClr val="E3EAE9"/>
                </a:solidFill>
                <a:latin typeface="Microsoft Sans Serif"/>
                <a:cs typeface="Microsoft Sans Serif"/>
              </a:rPr>
              <a:t>Рассылка</a:t>
            </a:r>
            <a:endParaRPr sz="1600">
              <a:latin typeface="Microsoft Sans Serif"/>
              <a:cs typeface="Microsoft Sans Serif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459991" y="1575816"/>
            <a:ext cx="9497695" cy="3121660"/>
            <a:chOff x="1459991" y="1575816"/>
            <a:chExt cx="9497695" cy="3121660"/>
          </a:xfrm>
        </p:grpSpPr>
        <p:pic>
          <p:nvPicPr>
            <p:cNvPr id="30" name="object 30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0576560" y="2051304"/>
              <a:ext cx="381000" cy="38100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0180320" y="2051304"/>
              <a:ext cx="377951" cy="38100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9784080" y="2051304"/>
              <a:ext cx="377951" cy="38100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9387839" y="2051304"/>
              <a:ext cx="377951" cy="3810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8991599" y="2051304"/>
              <a:ext cx="377951" cy="38100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8595360" y="2051304"/>
              <a:ext cx="377951" cy="38100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8199120" y="2051304"/>
              <a:ext cx="377951" cy="38100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7802880" y="2051304"/>
              <a:ext cx="377951" cy="38100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7406639" y="2051304"/>
              <a:ext cx="377951" cy="38100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7010400" y="2051304"/>
              <a:ext cx="377951" cy="3810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6614159" y="2051304"/>
              <a:ext cx="377951" cy="38100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6217920" y="2051304"/>
              <a:ext cx="377951" cy="38100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5818632" y="2051304"/>
              <a:ext cx="381000" cy="38100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5422391" y="2051304"/>
              <a:ext cx="381000" cy="38100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5026151" y="2051304"/>
              <a:ext cx="381000" cy="38100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4629912" y="2051304"/>
              <a:ext cx="381000" cy="381000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4233671" y="2051304"/>
              <a:ext cx="381000" cy="38100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3837431" y="2051304"/>
              <a:ext cx="377951" cy="38100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3441191" y="2051304"/>
              <a:ext cx="377951" cy="381000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3044952" y="2051304"/>
              <a:ext cx="377951" cy="38100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2648711" y="2051304"/>
              <a:ext cx="377951" cy="38100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2252472" y="2051304"/>
              <a:ext cx="377951" cy="38100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856231" y="2051304"/>
              <a:ext cx="377951" cy="38100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1459991" y="2051304"/>
              <a:ext cx="377952" cy="38100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459991" y="1575816"/>
              <a:ext cx="9497567" cy="377951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481327" y="3989832"/>
              <a:ext cx="243840" cy="246887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1993391" y="3980688"/>
              <a:ext cx="268224" cy="265175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2529839" y="3980688"/>
              <a:ext cx="265175" cy="265175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3063239" y="3974592"/>
              <a:ext cx="277367" cy="277368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3608831" y="3980688"/>
              <a:ext cx="262127" cy="265175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4139184" y="3977639"/>
              <a:ext cx="271272" cy="271272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4678680" y="3980688"/>
              <a:ext cx="262127" cy="265175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5212080" y="3989832"/>
              <a:ext cx="243839" cy="246887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5724144" y="3977639"/>
              <a:ext cx="271272" cy="271272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6263639" y="3971544"/>
              <a:ext cx="283463" cy="283463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6815327" y="3977639"/>
              <a:ext cx="271272" cy="271272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7354824" y="3977639"/>
              <a:ext cx="268224" cy="271272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7891271" y="3977639"/>
              <a:ext cx="271272" cy="271272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8430768" y="3977639"/>
              <a:ext cx="268224" cy="271272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8967215" y="3971544"/>
              <a:ext cx="286511" cy="283463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9521951" y="3983736"/>
              <a:ext cx="256031" cy="259080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10049256" y="3977639"/>
              <a:ext cx="268224" cy="271272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10049256" y="4401311"/>
              <a:ext cx="268224" cy="268224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10585703" y="3977639"/>
              <a:ext cx="271272" cy="271272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10594848" y="4392167"/>
              <a:ext cx="286511" cy="283463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1493519" y="4413504"/>
              <a:ext cx="246887" cy="243839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2017775" y="4407408"/>
              <a:ext cx="256031" cy="256031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2551175" y="4413504"/>
              <a:ext cx="240792" cy="240792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3069336" y="4401311"/>
              <a:ext cx="265175" cy="268224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3611880" y="4410455"/>
              <a:ext cx="249936" cy="249936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4139184" y="4419600"/>
              <a:ext cx="228600" cy="228600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4645152" y="4416551"/>
              <a:ext cx="240791" cy="237744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5163312" y="4410455"/>
              <a:ext cx="249936" cy="249936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5690615" y="4416551"/>
              <a:ext cx="240791" cy="237744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6208776" y="4392167"/>
              <a:ext cx="286512" cy="286512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6769607" y="4398264"/>
              <a:ext cx="277368" cy="274319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7324344" y="4398264"/>
              <a:ext cx="274320" cy="274319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7876032" y="4373880"/>
              <a:ext cx="323088" cy="323088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8476487" y="4401311"/>
              <a:ext cx="268224" cy="268224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9022080" y="4416551"/>
              <a:ext cx="234696" cy="237744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9534144" y="4416551"/>
              <a:ext cx="237744" cy="237744"/>
            </a:xfrm>
            <a:prstGeom prst="rect">
              <a:avLst/>
            </a:prstGeom>
          </p:spPr>
        </p:pic>
      </p:grpSp>
      <p:sp>
        <p:nvSpPr>
          <p:cNvPr id="91" name="object 91"/>
          <p:cNvSpPr txBox="1"/>
          <p:nvPr/>
        </p:nvSpPr>
        <p:spPr>
          <a:xfrm>
            <a:off x="5898896" y="3667125"/>
            <a:ext cx="395605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 spc="-25">
                <a:solidFill>
                  <a:srgbClr val="E3EAE9"/>
                </a:solidFill>
                <a:latin typeface="Microsoft Sans Serif"/>
                <a:cs typeface="Microsoft Sans Serif"/>
              </a:rPr>
              <a:t>Еда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5298185" y="4953380"/>
            <a:ext cx="1598930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 spc="-10">
                <a:solidFill>
                  <a:srgbClr val="E3EAE9"/>
                </a:solidFill>
                <a:latin typeface="Microsoft Sans Serif"/>
                <a:cs typeface="Microsoft Sans Serif"/>
              </a:rPr>
              <a:t>Инфраструктура</a:t>
            </a:r>
            <a:endParaRPr sz="1600">
              <a:latin typeface="Microsoft Sans Serif"/>
              <a:cs typeface="Microsoft Sans Serif"/>
            </a:endParaRPr>
          </a:p>
        </p:txBody>
      </p:sp>
      <p:grpSp>
        <p:nvGrpSpPr>
          <p:cNvPr id="92" name="object 92"/>
          <p:cNvGrpSpPr/>
          <p:nvPr/>
        </p:nvGrpSpPr>
        <p:grpSpPr>
          <a:xfrm>
            <a:off x="1481327" y="5324855"/>
            <a:ext cx="9418320" cy="304800"/>
            <a:chOff x="1481327" y="5324855"/>
            <a:chExt cx="9418320" cy="304800"/>
          </a:xfrm>
        </p:grpSpPr>
        <p:pic>
          <p:nvPicPr>
            <p:cNvPr id="93" name="object 93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10594847" y="5324855"/>
              <a:ext cx="304800" cy="304800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10088880" y="5324855"/>
              <a:ext cx="304800" cy="304800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9582911" y="5324855"/>
              <a:ext cx="304800" cy="304800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9076944" y="5324855"/>
              <a:ext cx="304800" cy="304800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8570975" y="5324855"/>
              <a:ext cx="304800" cy="304800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8065008" y="5324855"/>
              <a:ext cx="304800" cy="304800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7555992" y="5324855"/>
              <a:ext cx="304800" cy="304800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7050024" y="5324855"/>
              <a:ext cx="304800" cy="304800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6544056" y="5324855"/>
              <a:ext cx="304800" cy="304800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6038087" y="5324855"/>
              <a:ext cx="304800" cy="304800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5532119" y="5324855"/>
              <a:ext cx="304800" cy="304800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98" cstate="print"/>
            <a:stretch>
              <a:fillRect/>
            </a:stretch>
          </p:blipFill>
          <p:spPr>
            <a:xfrm>
              <a:off x="5026151" y="5324855"/>
              <a:ext cx="304800" cy="304800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99" cstate="print"/>
            <a:stretch>
              <a:fillRect/>
            </a:stretch>
          </p:blipFill>
          <p:spPr>
            <a:xfrm>
              <a:off x="4520183" y="5324855"/>
              <a:ext cx="304800" cy="304800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100" cstate="print"/>
            <a:stretch>
              <a:fillRect/>
            </a:stretch>
          </p:blipFill>
          <p:spPr>
            <a:xfrm>
              <a:off x="4011167" y="5324855"/>
              <a:ext cx="304800" cy="304800"/>
            </a:xfrm>
            <a:prstGeom prst="rect">
              <a:avLst/>
            </a:prstGeom>
          </p:spPr>
        </p:pic>
        <p:pic>
          <p:nvPicPr>
            <p:cNvPr id="107" name="object 107"/>
            <p:cNvPicPr/>
            <p:nvPr/>
          </p:nvPicPr>
          <p:blipFill>
            <a:blip r:embed="rId101" cstate="print"/>
            <a:stretch>
              <a:fillRect/>
            </a:stretch>
          </p:blipFill>
          <p:spPr>
            <a:xfrm>
              <a:off x="3505200" y="5324855"/>
              <a:ext cx="304800" cy="304800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102" cstate="print"/>
            <a:stretch>
              <a:fillRect/>
            </a:stretch>
          </p:blipFill>
          <p:spPr>
            <a:xfrm>
              <a:off x="2999231" y="5324855"/>
              <a:ext cx="304799" cy="304800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2493263" y="5324855"/>
              <a:ext cx="304800" cy="304800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1987295" y="5324855"/>
              <a:ext cx="304800" cy="304800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1481327" y="5324855"/>
              <a:ext cx="304799" cy="304800"/>
            </a:xfrm>
            <a:prstGeom prst="rect">
              <a:avLst/>
            </a:prstGeom>
          </p:spPr>
        </p:pic>
      </p:grpSp>
      <p:sp>
        <p:nvSpPr>
          <p:cNvPr id="114" name="object 1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5415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fld id="{81D60167-4931-47E6-BA6A-407CBD079E47}" type="slidenum">
              <a:rPr dirty="0" spc="-25"/>
              <a:t>21</a:t>
            </a:fld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30256" y="1527047"/>
              <a:ext cx="304800" cy="3048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15728" y="1527047"/>
              <a:ext cx="304800" cy="3048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01200" y="1527047"/>
              <a:ext cx="304800" cy="3048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86671" y="1527047"/>
              <a:ext cx="304800" cy="3048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72143" y="1527047"/>
              <a:ext cx="304800" cy="3048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57616" y="1527047"/>
              <a:ext cx="304800" cy="3048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943088" y="1527047"/>
              <a:ext cx="304800" cy="3048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28559" y="1527047"/>
              <a:ext cx="304800" cy="3048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114031" y="1527047"/>
              <a:ext cx="304800" cy="3048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699504" y="1527047"/>
              <a:ext cx="304800" cy="3048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284976" y="1527047"/>
              <a:ext cx="304800" cy="3048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870447" y="1527047"/>
              <a:ext cx="304800" cy="3048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452871" y="1527047"/>
              <a:ext cx="304800" cy="3048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038344" y="1527047"/>
              <a:ext cx="304800" cy="3048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623815" y="1527047"/>
              <a:ext cx="304800" cy="3048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209288" y="1527047"/>
              <a:ext cx="304800" cy="3048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794759" y="1527047"/>
              <a:ext cx="304800" cy="3048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380232" y="1527047"/>
              <a:ext cx="304800" cy="3048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965704" y="1527047"/>
              <a:ext cx="304799" cy="3048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136648" y="1527047"/>
              <a:ext cx="304800" cy="3048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551176" y="1527047"/>
              <a:ext cx="304800" cy="3048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722120" y="1527047"/>
              <a:ext cx="304800" cy="304800"/>
            </a:xfrm>
            <a:prstGeom prst="rect">
              <a:avLst/>
            </a:prstGeom>
          </p:spPr>
        </p:pic>
      </p:grpSp>
      <p:sp>
        <p:nvSpPr>
          <p:cNvPr id="121" name="object 121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10"/>
              <a:t>ИКОНКИ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5687948" y="1065022"/>
            <a:ext cx="815975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 spc="-25">
                <a:solidFill>
                  <a:srgbClr val="E3EAE9"/>
                </a:solidFill>
                <a:latin typeface="Microsoft Sans Serif"/>
                <a:cs typeface="Microsoft Sans Serif"/>
              </a:rPr>
              <a:t>Локация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5456046" y="2098293"/>
            <a:ext cx="1285240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 spc="-10">
                <a:solidFill>
                  <a:srgbClr val="E3EAE9"/>
                </a:solidFill>
                <a:latin typeface="Microsoft Sans Serif"/>
                <a:cs typeface="Microsoft Sans Serif"/>
              </a:rPr>
              <a:t>Образование</a:t>
            </a:r>
            <a:endParaRPr sz="1600">
              <a:latin typeface="Microsoft Sans Serif"/>
              <a:cs typeface="Microsoft Sans Serif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548383" y="2496311"/>
            <a:ext cx="9204960" cy="3035935"/>
            <a:chOff x="1548383" y="2496311"/>
            <a:chExt cx="9204960" cy="3035935"/>
          </a:xfrm>
        </p:grpSpPr>
        <p:pic>
          <p:nvPicPr>
            <p:cNvPr id="27" name="object 27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0430255" y="2496311"/>
              <a:ext cx="304800" cy="3048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9808464" y="2496311"/>
              <a:ext cx="304800" cy="3048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183624" y="2496311"/>
              <a:ext cx="304800" cy="3048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8561831" y="2496311"/>
              <a:ext cx="304800" cy="30480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940039" y="2496311"/>
              <a:ext cx="304800" cy="30480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315199" y="2496311"/>
              <a:ext cx="304800" cy="30480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693407" y="2496311"/>
              <a:ext cx="304800" cy="3048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6071616" y="2496311"/>
              <a:ext cx="304800" cy="30480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446775" y="2496311"/>
              <a:ext cx="304800" cy="30480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4824983" y="2496311"/>
              <a:ext cx="304800" cy="30480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4203191" y="2496311"/>
              <a:ext cx="304800" cy="30480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578351" y="2496311"/>
              <a:ext cx="304800" cy="30480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2956559" y="2496311"/>
              <a:ext cx="304800" cy="3048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2334767" y="2496311"/>
              <a:ext cx="304800" cy="30480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709927" y="2496311"/>
              <a:ext cx="304800" cy="30480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0430255" y="3889247"/>
              <a:ext cx="304800" cy="30480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9918191" y="3889247"/>
              <a:ext cx="304800" cy="30480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9406127" y="3889247"/>
              <a:ext cx="304800" cy="30480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8891015" y="3889247"/>
              <a:ext cx="304800" cy="304800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8378952" y="3889247"/>
              <a:ext cx="304800" cy="30480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7866887" y="3889247"/>
              <a:ext cx="304800" cy="30480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7351775" y="3889247"/>
              <a:ext cx="304800" cy="304800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6839712" y="3889247"/>
              <a:ext cx="304800" cy="30480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6327648" y="3889247"/>
              <a:ext cx="304800" cy="30480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5815583" y="3889247"/>
              <a:ext cx="304800" cy="30480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5300472" y="3889247"/>
              <a:ext cx="304800" cy="30480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4788407" y="3889247"/>
              <a:ext cx="304800" cy="30480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4276344" y="3889247"/>
              <a:ext cx="304800" cy="304800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3761232" y="3889247"/>
              <a:ext cx="304800" cy="304800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3249167" y="3889247"/>
              <a:ext cx="304800" cy="304800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2737103" y="3889247"/>
              <a:ext cx="304800" cy="304800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2221991" y="3889247"/>
              <a:ext cx="304800" cy="304800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1709927" y="3889247"/>
              <a:ext cx="304800" cy="304800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1722119" y="2941319"/>
              <a:ext cx="304800" cy="304800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2343911" y="2941319"/>
              <a:ext cx="304800" cy="304800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2968751" y="2941319"/>
              <a:ext cx="304800" cy="304800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3590544" y="2941319"/>
              <a:ext cx="304800" cy="304800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4215383" y="2941319"/>
              <a:ext cx="304800" cy="304800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4837175" y="2941319"/>
              <a:ext cx="304800" cy="304800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5462016" y="2941319"/>
              <a:ext cx="304800" cy="304800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6083807" y="2941319"/>
              <a:ext cx="304800" cy="304800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6708648" y="2941319"/>
              <a:ext cx="304800" cy="304800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7330439" y="2941319"/>
              <a:ext cx="304800" cy="304800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7955280" y="2941319"/>
              <a:ext cx="304800" cy="304800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8577072" y="2941319"/>
              <a:ext cx="304800" cy="304800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9201912" y="2941319"/>
              <a:ext cx="304800" cy="304800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9823703" y="2941319"/>
              <a:ext cx="304800" cy="304800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10448543" y="2941319"/>
              <a:ext cx="304800" cy="304800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1709927" y="4294632"/>
              <a:ext cx="304800" cy="304800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2286000" y="4294632"/>
              <a:ext cx="304800" cy="304800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2865119" y="4294632"/>
              <a:ext cx="304800" cy="304800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3441191" y="4319016"/>
              <a:ext cx="256032" cy="256031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3968495" y="4319016"/>
              <a:ext cx="256032" cy="256031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4495800" y="4309872"/>
              <a:ext cx="277367" cy="277368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5044439" y="4309872"/>
              <a:ext cx="277367" cy="277368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5593080" y="4309872"/>
              <a:ext cx="277367" cy="277368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6141719" y="4309872"/>
              <a:ext cx="277367" cy="277368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6690360" y="4309872"/>
              <a:ext cx="277368" cy="277368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7238999" y="4309872"/>
              <a:ext cx="277368" cy="277368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7787639" y="4325111"/>
              <a:ext cx="249935" cy="246887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8308848" y="4325111"/>
              <a:ext cx="246888" cy="246887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8830055" y="4309872"/>
              <a:ext cx="274320" cy="277368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9378695" y="4325111"/>
              <a:ext cx="246888" cy="246887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9896855" y="4325111"/>
              <a:ext cx="249935" cy="246887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10418064" y="4309872"/>
              <a:ext cx="277368" cy="277368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10433303" y="5227319"/>
              <a:ext cx="304800" cy="304800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10076688" y="5227319"/>
              <a:ext cx="304800" cy="304800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9720072" y="5227319"/>
              <a:ext cx="304800" cy="304800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9366503" y="5227319"/>
              <a:ext cx="304800" cy="304800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9009888" y="5227319"/>
              <a:ext cx="304800" cy="304800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8656319" y="5227319"/>
              <a:ext cx="304800" cy="304800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8299703" y="5227319"/>
              <a:ext cx="304800" cy="304800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7946136" y="5227319"/>
              <a:ext cx="304800" cy="304800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7589519" y="5227319"/>
              <a:ext cx="304800" cy="304800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98" cstate="print"/>
            <a:stretch>
              <a:fillRect/>
            </a:stretch>
          </p:blipFill>
          <p:spPr>
            <a:xfrm>
              <a:off x="7232904" y="5227319"/>
              <a:ext cx="304800" cy="304800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99" cstate="print"/>
            <a:stretch>
              <a:fillRect/>
            </a:stretch>
          </p:blipFill>
          <p:spPr>
            <a:xfrm>
              <a:off x="6879336" y="5227319"/>
              <a:ext cx="304800" cy="304800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100" cstate="print"/>
            <a:stretch>
              <a:fillRect/>
            </a:stretch>
          </p:blipFill>
          <p:spPr>
            <a:xfrm>
              <a:off x="6522719" y="5227319"/>
              <a:ext cx="304800" cy="304800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101" cstate="print"/>
            <a:stretch>
              <a:fillRect/>
            </a:stretch>
          </p:blipFill>
          <p:spPr>
            <a:xfrm>
              <a:off x="6169151" y="5227319"/>
              <a:ext cx="304800" cy="304800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102" cstate="print"/>
            <a:stretch>
              <a:fillRect/>
            </a:stretch>
          </p:blipFill>
          <p:spPr>
            <a:xfrm>
              <a:off x="5812536" y="5227319"/>
              <a:ext cx="304800" cy="304800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5458968" y="5227319"/>
              <a:ext cx="304800" cy="304800"/>
            </a:xfrm>
            <a:prstGeom prst="rect">
              <a:avLst/>
            </a:prstGeom>
          </p:spPr>
        </p:pic>
        <p:pic>
          <p:nvPicPr>
            <p:cNvPr id="107" name="object 107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5102351" y="5227319"/>
              <a:ext cx="304800" cy="304800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4745735" y="5227319"/>
              <a:ext cx="304800" cy="304800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106" cstate="print"/>
            <a:stretch>
              <a:fillRect/>
            </a:stretch>
          </p:blipFill>
          <p:spPr>
            <a:xfrm>
              <a:off x="4392167" y="5227319"/>
              <a:ext cx="304800" cy="304800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107" cstate="print"/>
            <a:stretch>
              <a:fillRect/>
            </a:stretch>
          </p:blipFill>
          <p:spPr>
            <a:xfrm>
              <a:off x="4035551" y="5227319"/>
              <a:ext cx="304800" cy="304800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108" cstate="print"/>
            <a:stretch>
              <a:fillRect/>
            </a:stretch>
          </p:blipFill>
          <p:spPr>
            <a:xfrm>
              <a:off x="3681983" y="5227319"/>
              <a:ext cx="304800" cy="304800"/>
            </a:xfrm>
            <a:prstGeom prst="rect">
              <a:avLst/>
            </a:prstGeom>
          </p:spPr>
        </p:pic>
        <p:pic>
          <p:nvPicPr>
            <p:cNvPr id="112" name="object 112"/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3325367" y="5227319"/>
              <a:ext cx="304800" cy="304800"/>
            </a:xfrm>
            <a:prstGeom prst="rect">
              <a:avLst/>
            </a:prstGeom>
          </p:spPr>
        </p:pic>
        <p:pic>
          <p:nvPicPr>
            <p:cNvPr id="113" name="object 113"/>
            <p:cNvPicPr/>
            <p:nvPr/>
          </p:nvPicPr>
          <p:blipFill>
            <a:blip r:embed="rId110" cstate="print"/>
            <a:stretch>
              <a:fillRect/>
            </a:stretch>
          </p:blipFill>
          <p:spPr>
            <a:xfrm>
              <a:off x="2968751" y="5227319"/>
              <a:ext cx="304800" cy="304800"/>
            </a:xfrm>
            <a:prstGeom prst="rect">
              <a:avLst/>
            </a:prstGeom>
          </p:spPr>
        </p:pic>
        <p:pic>
          <p:nvPicPr>
            <p:cNvPr id="114" name="object 114"/>
            <p:cNvPicPr/>
            <p:nvPr/>
          </p:nvPicPr>
          <p:blipFill>
            <a:blip r:embed="rId111" cstate="print"/>
            <a:stretch>
              <a:fillRect/>
            </a:stretch>
          </p:blipFill>
          <p:spPr>
            <a:xfrm>
              <a:off x="2615183" y="5227319"/>
              <a:ext cx="304800" cy="304800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112" cstate="print"/>
            <a:stretch>
              <a:fillRect/>
            </a:stretch>
          </p:blipFill>
          <p:spPr>
            <a:xfrm>
              <a:off x="2258567" y="5227319"/>
              <a:ext cx="304800" cy="304800"/>
            </a:xfrm>
            <a:prstGeom prst="rect">
              <a:avLst/>
            </a:prstGeom>
          </p:spPr>
        </p:pic>
        <p:pic>
          <p:nvPicPr>
            <p:cNvPr id="116" name="object 116"/>
            <p:cNvPicPr/>
            <p:nvPr/>
          </p:nvPicPr>
          <p:blipFill>
            <a:blip r:embed="rId113" cstate="print"/>
            <a:stretch>
              <a:fillRect/>
            </a:stretch>
          </p:blipFill>
          <p:spPr>
            <a:xfrm>
              <a:off x="1904999" y="5227319"/>
              <a:ext cx="304800" cy="304800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114" cstate="print"/>
            <a:stretch>
              <a:fillRect/>
            </a:stretch>
          </p:blipFill>
          <p:spPr>
            <a:xfrm>
              <a:off x="1548383" y="5227319"/>
              <a:ext cx="304800" cy="304800"/>
            </a:xfrm>
            <a:prstGeom prst="rect">
              <a:avLst/>
            </a:prstGeom>
          </p:spPr>
        </p:pic>
      </p:grpSp>
      <p:sp>
        <p:nvSpPr>
          <p:cNvPr id="119" name="object 119"/>
          <p:cNvSpPr txBox="1"/>
          <p:nvPr/>
        </p:nvSpPr>
        <p:spPr>
          <a:xfrm>
            <a:off x="5669407" y="3519932"/>
            <a:ext cx="852805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 spc="-10">
                <a:solidFill>
                  <a:srgbClr val="E3EAE9"/>
                </a:solidFill>
                <a:latin typeface="Microsoft Sans Serif"/>
                <a:cs typeface="Microsoft Sans Serif"/>
              </a:rPr>
              <a:t>Природа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5748909" y="4844618"/>
            <a:ext cx="1087120" cy="2711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600" spc="-20">
                <a:solidFill>
                  <a:srgbClr val="E3EAE9"/>
                </a:solidFill>
                <a:latin typeface="Microsoft Sans Serif"/>
                <a:cs typeface="Microsoft Sans Serif"/>
              </a:rPr>
              <a:t>Поддержка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122" name="object 12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5415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fld id="{81D60167-4931-47E6-BA6A-407CBD079E47}" type="slidenum">
              <a:rPr dirty="0" spc="-25"/>
              <a:t>21</a:t>
            </a:fld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5071" y="2487167"/>
              <a:ext cx="304800" cy="3048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24071" y="2487167"/>
              <a:ext cx="304800" cy="3048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46120" y="2487167"/>
              <a:ext cx="304800" cy="3048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65120" y="2487167"/>
              <a:ext cx="304800" cy="3048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87167" y="2487167"/>
              <a:ext cx="304800" cy="3048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09216" y="2487167"/>
              <a:ext cx="304800" cy="3048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28216" y="2487167"/>
              <a:ext cx="304800" cy="3048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50263" y="2487167"/>
              <a:ext cx="304800" cy="3048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451592" y="2014727"/>
              <a:ext cx="304800" cy="3048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085831" y="2014727"/>
              <a:ext cx="304800" cy="3048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723119" y="2014727"/>
              <a:ext cx="304800" cy="3048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357359" y="2014727"/>
              <a:ext cx="304800" cy="3048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991600" y="2014727"/>
              <a:ext cx="304800" cy="3048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625840" y="2014727"/>
              <a:ext cx="304800" cy="3048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260080" y="2014727"/>
              <a:ext cx="304800" cy="3048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897368" y="2014727"/>
              <a:ext cx="304800" cy="3048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531607" y="2014727"/>
              <a:ext cx="304800" cy="3048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165847" y="2014727"/>
              <a:ext cx="304800" cy="3048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800088" y="2014727"/>
              <a:ext cx="304800" cy="3048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434328" y="2014727"/>
              <a:ext cx="304800" cy="3048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071615" y="2014727"/>
              <a:ext cx="304800" cy="3048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730240" y="2029967"/>
              <a:ext cx="280415" cy="277367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364479" y="2014727"/>
              <a:ext cx="304800" cy="3048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001767" y="2014727"/>
              <a:ext cx="304800" cy="3048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636008" y="2014727"/>
              <a:ext cx="304800" cy="3048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270247" y="2014727"/>
              <a:ext cx="304800" cy="3048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904488" y="2014727"/>
              <a:ext cx="304800" cy="3048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538728" y="2014727"/>
              <a:ext cx="304800" cy="30480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176016" y="2014727"/>
              <a:ext cx="304800" cy="30480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810255" y="2014727"/>
              <a:ext cx="304800" cy="30480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444495" y="2014727"/>
              <a:ext cx="304800" cy="3048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2078735" y="2014727"/>
              <a:ext cx="304800" cy="30480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712976" y="2014727"/>
              <a:ext cx="304800" cy="30480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350263" y="2014727"/>
              <a:ext cx="304800" cy="30480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7098792" y="2926079"/>
              <a:ext cx="304800" cy="30480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6714743" y="2926079"/>
              <a:ext cx="304800" cy="30480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6333744" y="2926079"/>
              <a:ext cx="304800" cy="3048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5949696" y="2926079"/>
              <a:ext cx="304800" cy="30480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5565647" y="2926079"/>
              <a:ext cx="304800" cy="30480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5181600" y="2926079"/>
              <a:ext cx="304800" cy="30480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4797552" y="2926079"/>
              <a:ext cx="304800" cy="30480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4416552" y="2926079"/>
              <a:ext cx="304800" cy="30480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4032503" y="2926079"/>
              <a:ext cx="304800" cy="304800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3648455" y="2926079"/>
              <a:ext cx="304800" cy="30480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3264408" y="2926079"/>
              <a:ext cx="304800" cy="30480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2883407" y="2926079"/>
              <a:ext cx="304800" cy="304800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2499360" y="2926079"/>
              <a:ext cx="304800" cy="30480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2115311" y="2926079"/>
              <a:ext cx="304800" cy="30480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731264" y="2926079"/>
              <a:ext cx="304800" cy="30480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350263" y="2926079"/>
              <a:ext cx="304800" cy="30480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10451592" y="2487167"/>
              <a:ext cx="304800" cy="30480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10073640" y="2487167"/>
              <a:ext cx="304800" cy="304800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9692640" y="2487167"/>
              <a:ext cx="304800" cy="304800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9314688" y="2487167"/>
              <a:ext cx="304800" cy="304800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8933688" y="2487167"/>
              <a:ext cx="304800" cy="304800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8555735" y="2487167"/>
              <a:ext cx="304800" cy="304800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8177783" y="2487167"/>
              <a:ext cx="304800" cy="304800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7796783" y="2487167"/>
              <a:ext cx="304800" cy="304800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7418831" y="2487167"/>
              <a:ext cx="304800" cy="304800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7037831" y="2487167"/>
              <a:ext cx="304800" cy="304800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6659880" y="2487167"/>
              <a:ext cx="304800" cy="304800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6278879" y="2487167"/>
              <a:ext cx="304800" cy="304800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5900928" y="2487167"/>
              <a:ext cx="304800" cy="304800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5519928" y="2487167"/>
              <a:ext cx="304800" cy="304800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5141976" y="2487167"/>
              <a:ext cx="304800" cy="304800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4764023" y="2487167"/>
              <a:ext cx="304800" cy="304800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4383023" y="2487167"/>
              <a:ext cx="304800" cy="304800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6300215" y="3334511"/>
              <a:ext cx="304799" cy="304800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5919215" y="3334511"/>
              <a:ext cx="304800" cy="304800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5538215" y="3334511"/>
              <a:ext cx="304800" cy="304800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5157215" y="3334511"/>
              <a:ext cx="304800" cy="304800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4776215" y="3334511"/>
              <a:ext cx="304800" cy="304800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4395215" y="3334511"/>
              <a:ext cx="304800" cy="304800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4014215" y="3334511"/>
              <a:ext cx="304800" cy="304800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3633215" y="3334511"/>
              <a:ext cx="304800" cy="304800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3252215" y="3334511"/>
              <a:ext cx="304800" cy="304800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2871216" y="3334511"/>
              <a:ext cx="304800" cy="304800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2490216" y="3334511"/>
              <a:ext cx="304800" cy="304800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2112264" y="3334511"/>
              <a:ext cx="304800" cy="304800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1731264" y="3334511"/>
              <a:ext cx="304800" cy="304800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1350263" y="3334511"/>
              <a:ext cx="304800" cy="304800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10472928" y="2926079"/>
              <a:ext cx="304800" cy="304800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10088880" y="2926079"/>
              <a:ext cx="304800" cy="304800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9704831" y="2926079"/>
              <a:ext cx="304800" cy="304800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9323831" y="2926079"/>
              <a:ext cx="304800" cy="304800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8939783" y="2926079"/>
              <a:ext cx="304800" cy="304800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8555735" y="2926079"/>
              <a:ext cx="304800" cy="304800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8171688" y="2926079"/>
              <a:ext cx="304800" cy="304800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7790688" y="2926079"/>
              <a:ext cx="304800" cy="304800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7482840" y="2938272"/>
              <a:ext cx="228600" cy="280415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4133088" y="3755135"/>
              <a:ext cx="304800" cy="304800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3736847" y="3755135"/>
              <a:ext cx="304800" cy="304800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3337559" y="3755135"/>
              <a:ext cx="304800" cy="304800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2941320" y="3755135"/>
              <a:ext cx="304800" cy="304800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2545079" y="3755135"/>
              <a:ext cx="304800" cy="304800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2145792" y="3755135"/>
              <a:ext cx="304800" cy="304800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98" cstate="print"/>
            <a:stretch>
              <a:fillRect/>
            </a:stretch>
          </p:blipFill>
          <p:spPr>
            <a:xfrm>
              <a:off x="1749551" y="3755135"/>
              <a:ext cx="304800" cy="304800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99" cstate="print"/>
            <a:stretch>
              <a:fillRect/>
            </a:stretch>
          </p:blipFill>
          <p:spPr>
            <a:xfrm>
              <a:off x="1353311" y="3755135"/>
              <a:ext cx="304800" cy="304800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100" cstate="print"/>
            <a:stretch>
              <a:fillRect/>
            </a:stretch>
          </p:blipFill>
          <p:spPr>
            <a:xfrm>
              <a:off x="10488168" y="3334511"/>
              <a:ext cx="304800" cy="304800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101" cstate="print"/>
            <a:stretch>
              <a:fillRect/>
            </a:stretch>
          </p:blipFill>
          <p:spPr>
            <a:xfrm>
              <a:off x="10107168" y="3334511"/>
              <a:ext cx="304800" cy="304800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102" cstate="print"/>
            <a:stretch>
              <a:fillRect/>
            </a:stretch>
          </p:blipFill>
          <p:spPr>
            <a:xfrm>
              <a:off x="9726168" y="3334511"/>
              <a:ext cx="304800" cy="304800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9345168" y="3334511"/>
              <a:ext cx="304800" cy="304800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8964168" y="3334511"/>
              <a:ext cx="304800" cy="304800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8583168" y="3334511"/>
              <a:ext cx="304800" cy="304800"/>
            </a:xfrm>
            <a:prstGeom prst="rect">
              <a:avLst/>
            </a:prstGeom>
          </p:spPr>
        </p:pic>
        <p:pic>
          <p:nvPicPr>
            <p:cNvPr id="107" name="object 107"/>
            <p:cNvPicPr/>
            <p:nvPr/>
          </p:nvPicPr>
          <p:blipFill>
            <a:blip r:embed="rId106" cstate="print"/>
            <a:stretch>
              <a:fillRect/>
            </a:stretch>
          </p:blipFill>
          <p:spPr>
            <a:xfrm>
              <a:off x="8202168" y="3334511"/>
              <a:ext cx="304800" cy="304800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107" cstate="print"/>
            <a:stretch>
              <a:fillRect/>
            </a:stretch>
          </p:blipFill>
          <p:spPr>
            <a:xfrm>
              <a:off x="7821168" y="3334511"/>
              <a:ext cx="304800" cy="304800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108" cstate="print"/>
            <a:stretch>
              <a:fillRect/>
            </a:stretch>
          </p:blipFill>
          <p:spPr>
            <a:xfrm>
              <a:off x="7443216" y="3334511"/>
              <a:ext cx="304800" cy="304800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7062216" y="3334511"/>
              <a:ext cx="304800" cy="304800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110" cstate="print"/>
            <a:stretch>
              <a:fillRect/>
            </a:stretch>
          </p:blipFill>
          <p:spPr>
            <a:xfrm>
              <a:off x="6681216" y="3334511"/>
              <a:ext cx="304800" cy="304800"/>
            </a:xfrm>
            <a:prstGeom prst="rect">
              <a:avLst/>
            </a:prstGeom>
          </p:spPr>
        </p:pic>
        <p:pic>
          <p:nvPicPr>
            <p:cNvPr id="112" name="object 112"/>
            <p:cNvPicPr/>
            <p:nvPr/>
          </p:nvPicPr>
          <p:blipFill>
            <a:blip r:embed="rId111" cstate="print"/>
            <a:stretch>
              <a:fillRect/>
            </a:stretch>
          </p:blipFill>
          <p:spPr>
            <a:xfrm>
              <a:off x="10488168" y="3755135"/>
              <a:ext cx="304800" cy="304800"/>
            </a:xfrm>
            <a:prstGeom prst="rect">
              <a:avLst/>
            </a:prstGeom>
          </p:spPr>
        </p:pic>
        <p:pic>
          <p:nvPicPr>
            <p:cNvPr id="113" name="object 113"/>
            <p:cNvPicPr/>
            <p:nvPr/>
          </p:nvPicPr>
          <p:blipFill>
            <a:blip r:embed="rId112" cstate="print"/>
            <a:stretch>
              <a:fillRect/>
            </a:stretch>
          </p:blipFill>
          <p:spPr>
            <a:xfrm>
              <a:off x="10091928" y="3755135"/>
              <a:ext cx="304800" cy="304800"/>
            </a:xfrm>
            <a:prstGeom prst="rect">
              <a:avLst/>
            </a:prstGeom>
          </p:spPr>
        </p:pic>
        <p:pic>
          <p:nvPicPr>
            <p:cNvPr id="114" name="object 114"/>
            <p:cNvPicPr/>
            <p:nvPr/>
          </p:nvPicPr>
          <p:blipFill>
            <a:blip r:embed="rId113" cstate="print"/>
            <a:stretch>
              <a:fillRect/>
            </a:stretch>
          </p:blipFill>
          <p:spPr>
            <a:xfrm>
              <a:off x="9692640" y="3755135"/>
              <a:ext cx="304800" cy="304800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114" cstate="print"/>
            <a:stretch>
              <a:fillRect/>
            </a:stretch>
          </p:blipFill>
          <p:spPr>
            <a:xfrm>
              <a:off x="9296400" y="3755135"/>
              <a:ext cx="304800" cy="304800"/>
            </a:xfrm>
            <a:prstGeom prst="rect">
              <a:avLst/>
            </a:prstGeom>
          </p:spPr>
        </p:pic>
        <p:pic>
          <p:nvPicPr>
            <p:cNvPr id="116" name="object 116"/>
            <p:cNvPicPr/>
            <p:nvPr/>
          </p:nvPicPr>
          <p:blipFill>
            <a:blip r:embed="rId115" cstate="print"/>
            <a:stretch>
              <a:fillRect/>
            </a:stretch>
          </p:blipFill>
          <p:spPr>
            <a:xfrm>
              <a:off x="8900159" y="3755135"/>
              <a:ext cx="304800" cy="304800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116" cstate="print"/>
            <a:stretch>
              <a:fillRect/>
            </a:stretch>
          </p:blipFill>
          <p:spPr>
            <a:xfrm>
              <a:off x="8500871" y="3755135"/>
              <a:ext cx="304800" cy="304800"/>
            </a:xfrm>
            <a:prstGeom prst="rect">
              <a:avLst/>
            </a:prstGeom>
          </p:spPr>
        </p:pic>
        <p:pic>
          <p:nvPicPr>
            <p:cNvPr id="118" name="object 118"/>
            <p:cNvPicPr/>
            <p:nvPr/>
          </p:nvPicPr>
          <p:blipFill>
            <a:blip r:embed="rId117" cstate="print"/>
            <a:stretch>
              <a:fillRect/>
            </a:stretch>
          </p:blipFill>
          <p:spPr>
            <a:xfrm>
              <a:off x="8104631" y="3755135"/>
              <a:ext cx="304800" cy="304800"/>
            </a:xfrm>
            <a:prstGeom prst="rect">
              <a:avLst/>
            </a:prstGeom>
          </p:spPr>
        </p:pic>
        <p:pic>
          <p:nvPicPr>
            <p:cNvPr id="119" name="object 119"/>
            <p:cNvPicPr/>
            <p:nvPr/>
          </p:nvPicPr>
          <p:blipFill>
            <a:blip r:embed="rId118" cstate="print"/>
            <a:stretch>
              <a:fillRect/>
            </a:stretch>
          </p:blipFill>
          <p:spPr>
            <a:xfrm>
              <a:off x="7708392" y="3755135"/>
              <a:ext cx="304800" cy="304800"/>
            </a:xfrm>
            <a:prstGeom prst="rect">
              <a:avLst/>
            </a:prstGeom>
          </p:spPr>
        </p:pic>
        <p:pic>
          <p:nvPicPr>
            <p:cNvPr id="120" name="object 120"/>
            <p:cNvPicPr/>
            <p:nvPr/>
          </p:nvPicPr>
          <p:blipFill>
            <a:blip r:embed="rId119" cstate="print"/>
            <a:stretch>
              <a:fillRect/>
            </a:stretch>
          </p:blipFill>
          <p:spPr>
            <a:xfrm>
              <a:off x="7330440" y="3755135"/>
              <a:ext cx="304800" cy="304800"/>
            </a:xfrm>
            <a:prstGeom prst="rect">
              <a:avLst/>
            </a:prstGeom>
          </p:spPr>
        </p:pic>
        <p:pic>
          <p:nvPicPr>
            <p:cNvPr id="121" name="object 121"/>
            <p:cNvPicPr/>
            <p:nvPr/>
          </p:nvPicPr>
          <p:blipFill>
            <a:blip r:embed="rId120" cstate="print"/>
            <a:stretch>
              <a:fillRect/>
            </a:stretch>
          </p:blipFill>
          <p:spPr>
            <a:xfrm>
              <a:off x="6912864" y="3755135"/>
              <a:ext cx="304800" cy="304800"/>
            </a:xfrm>
            <a:prstGeom prst="rect">
              <a:avLst/>
            </a:prstGeom>
          </p:spPr>
        </p:pic>
        <p:pic>
          <p:nvPicPr>
            <p:cNvPr id="122" name="object 122"/>
            <p:cNvPicPr/>
            <p:nvPr/>
          </p:nvPicPr>
          <p:blipFill>
            <a:blip r:embed="rId121" cstate="print"/>
            <a:stretch>
              <a:fillRect/>
            </a:stretch>
          </p:blipFill>
          <p:spPr>
            <a:xfrm>
              <a:off x="6516623" y="3755135"/>
              <a:ext cx="304800" cy="304800"/>
            </a:xfrm>
            <a:prstGeom prst="rect">
              <a:avLst/>
            </a:prstGeom>
          </p:spPr>
        </p:pic>
        <p:pic>
          <p:nvPicPr>
            <p:cNvPr id="123" name="object 123"/>
            <p:cNvPicPr/>
            <p:nvPr/>
          </p:nvPicPr>
          <p:blipFill>
            <a:blip r:embed="rId122" cstate="print"/>
            <a:stretch>
              <a:fillRect/>
            </a:stretch>
          </p:blipFill>
          <p:spPr>
            <a:xfrm>
              <a:off x="6120384" y="3755135"/>
              <a:ext cx="304800" cy="304800"/>
            </a:xfrm>
            <a:prstGeom prst="rect">
              <a:avLst/>
            </a:prstGeom>
          </p:spPr>
        </p:pic>
        <p:pic>
          <p:nvPicPr>
            <p:cNvPr id="124" name="object 124"/>
            <p:cNvPicPr/>
            <p:nvPr/>
          </p:nvPicPr>
          <p:blipFill>
            <a:blip r:embed="rId123" cstate="print"/>
            <a:stretch>
              <a:fillRect/>
            </a:stretch>
          </p:blipFill>
          <p:spPr>
            <a:xfrm>
              <a:off x="5721096" y="3755135"/>
              <a:ext cx="304800" cy="304800"/>
            </a:xfrm>
            <a:prstGeom prst="rect">
              <a:avLst/>
            </a:prstGeom>
          </p:spPr>
        </p:pic>
        <p:pic>
          <p:nvPicPr>
            <p:cNvPr id="125" name="object 125"/>
            <p:cNvPicPr/>
            <p:nvPr/>
          </p:nvPicPr>
          <p:blipFill>
            <a:blip r:embed="rId124" cstate="print"/>
            <a:stretch>
              <a:fillRect/>
            </a:stretch>
          </p:blipFill>
          <p:spPr>
            <a:xfrm>
              <a:off x="5324855" y="3755135"/>
              <a:ext cx="304800" cy="304800"/>
            </a:xfrm>
            <a:prstGeom prst="rect">
              <a:avLst/>
            </a:prstGeom>
          </p:spPr>
        </p:pic>
        <p:pic>
          <p:nvPicPr>
            <p:cNvPr id="126" name="object 126"/>
            <p:cNvPicPr/>
            <p:nvPr/>
          </p:nvPicPr>
          <p:blipFill>
            <a:blip r:embed="rId125" cstate="print"/>
            <a:stretch>
              <a:fillRect/>
            </a:stretch>
          </p:blipFill>
          <p:spPr>
            <a:xfrm>
              <a:off x="4928615" y="3755135"/>
              <a:ext cx="304800" cy="304800"/>
            </a:xfrm>
            <a:prstGeom prst="rect">
              <a:avLst/>
            </a:prstGeom>
          </p:spPr>
        </p:pic>
        <p:pic>
          <p:nvPicPr>
            <p:cNvPr id="127" name="object 127"/>
            <p:cNvPicPr/>
            <p:nvPr/>
          </p:nvPicPr>
          <p:blipFill>
            <a:blip r:embed="rId126" cstate="print"/>
            <a:stretch>
              <a:fillRect/>
            </a:stretch>
          </p:blipFill>
          <p:spPr>
            <a:xfrm>
              <a:off x="4529328" y="3755135"/>
              <a:ext cx="304800" cy="304800"/>
            </a:xfrm>
            <a:prstGeom prst="rect">
              <a:avLst/>
            </a:prstGeom>
          </p:spPr>
        </p:pic>
      </p:grpSp>
      <p:sp>
        <p:nvSpPr>
          <p:cNvPr id="227" name="object 22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10"/>
              <a:t>ИКОНКИ</a:t>
            </a:r>
          </a:p>
        </p:txBody>
      </p:sp>
      <p:sp>
        <p:nvSpPr>
          <p:cNvPr id="128" name="object 128"/>
          <p:cNvSpPr txBox="1"/>
          <p:nvPr/>
        </p:nvSpPr>
        <p:spPr>
          <a:xfrm>
            <a:off x="5791327" y="1482089"/>
            <a:ext cx="699770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 spc="-10">
                <a:solidFill>
                  <a:srgbClr val="E3EAE9"/>
                </a:solidFill>
                <a:latin typeface="Microsoft Sans Serif"/>
                <a:cs typeface="Microsoft Sans Serif"/>
              </a:rPr>
              <a:t>Разное</a:t>
            </a:r>
            <a:endParaRPr sz="1600">
              <a:latin typeface="Microsoft Sans Serif"/>
              <a:cs typeface="Microsoft Sans Serif"/>
            </a:endParaRPr>
          </a:p>
        </p:txBody>
      </p:sp>
      <p:grpSp>
        <p:nvGrpSpPr>
          <p:cNvPr id="129" name="object 129"/>
          <p:cNvGrpSpPr/>
          <p:nvPr/>
        </p:nvGrpSpPr>
        <p:grpSpPr>
          <a:xfrm>
            <a:off x="1350263" y="3599688"/>
            <a:ext cx="9491980" cy="2131060"/>
            <a:chOff x="1350263" y="3599688"/>
            <a:chExt cx="9491980" cy="2131060"/>
          </a:xfrm>
        </p:grpSpPr>
        <p:pic>
          <p:nvPicPr>
            <p:cNvPr id="130" name="object 130"/>
            <p:cNvPicPr/>
            <p:nvPr/>
          </p:nvPicPr>
          <p:blipFill>
            <a:blip r:embed="rId127" cstate="print"/>
            <a:stretch>
              <a:fillRect/>
            </a:stretch>
          </p:blipFill>
          <p:spPr>
            <a:xfrm>
              <a:off x="2548127" y="4639055"/>
              <a:ext cx="304800" cy="304800"/>
            </a:xfrm>
            <a:prstGeom prst="rect">
              <a:avLst/>
            </a:prstGeom>
          </p:spPr>
        </p:pic>
        <p:pic>
          <p:nvPicPr>
            <p:cNvPr id="131" name="object 131"/>
            <p:cNvPicPr/>
            <p:nvPr/>
          </p:nvPicPr>
          <p:blipFill>
            <a:blip r:embed="rId128" cstate="print"/>
            <a:stretch>
              <a:fillRect/>
            </a:stretch>
          </p:blipFill>
          <p:spPr>
            <a:xfrm>
              <a:off x="2148840" y="4639055"/>
              <a:ext cx="304800" cy="304800"/>
            </a:xfrm>
            <a:prstGeom prst="rect">
              <a:avLst/>
            </a:prstGeom>
          </p:spPr>
        </p:pic>
        <p:pic>
          <p:nvPicPr>
            <p:cNvPr id="132" name="object 132"/>
            <p:cNvPicPr/>
            <p:nvPr/>
          </p:nvPicPr>
          <p:blipFill>
            <a:blip r:embed="rId129" cstate="print"/>
            <a:stretch>
              <a:fillRect/>
            </a:stretch>
          </p:blipFill>
          <p:spPr>
            <a:xfrm>
              <a:off x="1752600" y="4639055"/>
              <a:ext cx="304800" cy="304800"/>
            </a:xfrm>
            <a:prstGeom prst="rect">
              <a:avLst/>
            </a:prstGeom>
          </p:spPr>
        </p:pic>
        <p:pic>
          <p:nvPicPr>
            <p:cNvPr id="133" name="object 133"/>
            <p:cNvPicPr/>
            <p:nvPr/>
          </p:nvPicPr>
          <p:blipFill>
            <a:blip r:embed="rId130" cstate="print"/>
            <a:stretch>
              <a:fillRect/>
            </a:stretch>
          </p:blipFill>
          <p:spPr>
            <a:xfrm>
              <a:off x="1353311" y="4639055"/>
              <a:ext cx="304800" cy="304800"/>
            </a:xfrm>
            <a:prstGeom prst="rect">
              <a:avLst/>
            </a:prstGeom>
          </p:spPr>
        </p:pic>
        <p:pic>
          <p:nvPicPr>
            <p:cNvPr id="134" name="object 134"/>
            <p:cNvPicPr/>
            <p:nvPr/>
          </p:nvPicPr>
          <p:blipFill>
            <a:blip r:embed="rId131" cstate="print"/>
            <a:stretch>
              <a:fillRect/>
            </a:stretch>
          </p:blipFill>
          <p:spPr>
            <a:xfrm>
              <a:off x="10491216" y="4209288"/>
              <a:ext cx="304800" cy="304800"/>
            </a:xfrm>
            <a:prstGeom prst="rect">
              <a:avLst/>
            </a:prstGeom>
          </p:spPr>
        </p:pic>
        <p:pic>
          <p:nvPicPr>
            <p:cNvPr id="135" name="object 135"/>
            <p:cNvPicPr/>
            <p:nvPr/>
          </p:nvPicPr>
          <p:blipFill>
            <a:blip r:embed="rId132" cstate="print"/>
            <a:stretch>
              <a:fillRect/>
            </a:stretch>
          </p:blipFill>
          <p:spPr>
            <a:xfrm>
              <a:off x="10094975" y="4209288"/>
              <a:ext cx="304800" cy="304800"/>
            </a:xfrm>
            <a:prstGeom prst="rect">
              <a:avLst/>
            </a:prstGeom>
          </p:spPr>
        </p:pic>
        <p:pic>
          <p:nvPicPr>
            <p:cNvPr id="136" name="object 136"/>
            <p:cNvPicPr/>
            <p:nvPr/>
          </p:nvPicPr>
          <p:blipFill>
            <a:blip r:embed="rId133" cstate="print"/>
            <a:stretch>
              <a:fillRect/>
            </a:stretch>
          </p:blipFill>
          <p:spPr>
            <a:xfrm>
              <a:off x="9698735" y="4209288"/>
              <a:ext cx="304800" cy="304800"/>
            </a:xfrm>
            <a:prstGeom prst="rect">
              <a:avLst/>
            </a:prstGeom>
          </p:spPr>
        </p:pic>
        <p:pic>
          <p:nvPicPr>
            <p:cNvPr id="137" name="object 137"/>
            <p:cNvPicPr/>
            <p:nvPr/>
          </p:nvPicPr>
          <p:blipFill>
            <a:blip r:embed="rId134" cstate="print"/>
            <a:stretch>
              <a:fillRect/>
            </a:stretch>
          </p:blipFill>
          <p:spPr>
            <a:xfrm>
              <a:off x="9299447" y="4209288"/>
              <a:ext cx="304800" cy="304800"/>
            </a:xfrm>
            <a:prstGeom prst="rect">
              <a:avLst/>
            </a:prstGeom>
          </p:spPr>
        </p:pic>
        <p:pic>
          <p:nvPicPr>
            <p:cNvPr id="138" name="object 138"/>
            <p:cNvPicPr/>
            <p:nvPr/>
          </p:nvPicPr>
          <p:blipFill>
            <a:blip r:embed="rId135" cstate="print"/>
            <a:stretch>
              <a:fillRect/>
            </a:stretch>
          </p:blipFill>
          <p:spPr>
            <a:xfrm>
              <a:off x="8903207" y="4209288"/>
              <a:ext cx="304800" cy="304800"/>
            </a:xfrm>
            <a:prstGeom prst="rect">
              <a:avLst/>
            </a:prstGeom>
          </p:spPr>
        </p:pic>
        <p:pic>
          <p:nvPicPr>
            <p:cNvPr id="139" name="object 139"/>
            <p:cNvPicPr/>
            <p:nvPr/>
          </p:nvPicPr>
          <p:blipFill>
            <a:blip r:embed="rId136" cstate="print"/>
            <a:stretch>
              <a:fillRect/>
            </a:stretch>
          </p:blipFill>
          <p:spPr>
            <a:xfrm>
              <a:off x="8503920" y="4209288"/>
              <a:ext cx="304800" cy="304800"/>
            </a:xfrm>
            <a:prstGeom prst="rect">
              <a:avLst/>
            </a:prstGeom>
          </p:spPr>
        </p:pic>
        <p:pic>
          <p:nvPicPr>
            <p:cNvPr id="140" name="object 140"/>
            <p:cNvPicPr/>
            <p:nvPr/>
          </p:nvPicPr>
          <p:blipFill>
            <a:blip r:embed="rId137" cstate="print"/>
            <a:stretch>
              <a:fillRect/>
            </a:stretch>
          </p:blipFill>
          <p:spPr>
            <a:xfrm>
              <a:off x="8107680" y="4209288"/>
              <a:ext cx="304800" cy="304800"/>
            </a:xfrm>
            <a:prstGeom prst="rect">
              <a:avLst/>
            </a:prstGeom>
          </p:spPr>
        </p:pic>
        <p:pic>
          <p:nvPicPr>
            <p:cNvPr id="141" name="object 141"/>
            <p:cNvPicPr/>
            <p:nvPr/>
          </p:nvPicPr>
          <p:blipFill>
            <a:blip r:embed="rId138" cstate="print"/>
            <a:stretch>
              <a:fillRect/>
            </a:stretch>
          </p:blipFill>
          <p:spPr>
            <a:xfrm>
              <a:off x="7708392" y="4209288"/>
              <a:ext cx="304800" cy="304800"/>
            </a:xfrm>
            <a:prstGeom prst="rect">
              <a:avLst/>
            </a:prstGeom>
          </p:spPr>
        </p:pic>
        <p:pic>
          <p:nvPicPr>
            <p:cNvPr id="142" name="object 142"/>
            <p:cNvPicPr/>
            <p:nvPr/>
          </p:nvPicPr>
          <p:blipFill>
            <a:blip r:embed="rId139" cstate="print"/>
            <a:stretch>
              <a:fillRect/>
            </a:stretch>
          </p:blipFill>
          <p:spPr>
            <a:xfrm>
              <a:off x="7312152" y="4209288"/>
              <a:ext cx="304800" cy="304800"/>
            </a:xfrm>
            <a:prstGeom prst="rect">
              <a:avLst/>
            </a:prstGeom>
          </p:spPr>
        </p:pic>
        <p:pic>
          <p:nvPicPr>
            <p:cNvPr id="143" name="object 143"/>
            <p:cNvPicPr/>
            <p:nvPr/>
          </p:nvPicPr>
          <p:blipFill>
            <a:blip r:embed="rId140" cstate="print"/>
            <a:stretch>
              <a:fillRect/>
            </a:stretch>
          </p:blipFill>
          <p:spPr>
            <a:xfrm>
              <a:off x="6915911" y="4209288"/>
              <a:ext cx="304800" cy="304800"/>
            </a:xfrm>
            <a:prstGeom prst="rect">
              <a:avLst/>
            </a:prstGeom>
          </p:spPr>
        </p:pic>
        <p:pic>
          <p:nvPicPr>
            <p:cNvPr id="144" name="object 144"/>
            <p:cNvPicPr/>
            <p:nvPr/>
          </p:nvPicPr>
          <p:blipFill>
            <a:blip r:embed="rId141" cstate="print"/>
            <a:stretch>
              <a:fillRect/>
            </a:stretch>
          </p:blipFill>
          <p:spPr>
            <a:xfrm>
              <a:off x="6516623" y="4209288"/>
              <a:ext cx="304800" cy="304800"/>
            </a:xfrm>
            <a:prstGeom prst="rect">
              <a:avLst/>
            </a:prstGeom>
          </p:spPr>
        </p:pic>
        <p:pic>
          <p:nvPicPr>
            <p:cNvPr id="145" name="object 145"/>
            <p:cNvPicPr/>
            <p:nvPr/>
          </p:nvPicPr>
          <p:blipFill>
            <a:blip r:embed="rId142" cstate="print"/>
            <a:stretch>
              <a:fillRect/>
            </a:stretch>
          </p:blipFill>
          <p:spPr>
            <a:xfrm>
              <a:off x="6120384" y="4209288"/>
              <a:ext cx="304800" cy="304800"/>
            </a:xfrm>
            <a:prstGeom prst="rect">
              <a:avLst/>
            </a:prstGeom>
          </p:spPr>
        </p:pic>
        <p:pic>
          <p:nvPicPr>
            <p:cNvPr id="146" name="object 146"/>
            <p:cNvPicPr/>
            <p:nvPr/>
          </p:nvPicPr>
          <p:blipFill>
            <a:blip r:embed="rId143" cstate="print"/>
            <a:stretch>
              <a:fillRect/>
            </a:stretch>
          </p:blipFill>
          <p:spPr>
            <a:xfrm>
              <a:off x="5721096" y="4209288"/>
              <a:ext cx="304800" cy="304800"/>
            </a:xfrm>
            <a:prstGeom prst="rect">
              <a:avLst/>
            </a:prstGeom>
          </p:spPr>
        </p:pic>
        <p:pic>
          <p:nvPicPr>
            <p:cNvPr id="147" name="object 147"/>
            <p:cNvPicPr/>
            <p:nvPr/>
          </p:nvPicPr>
          <p:blipFill>
            <a:blip r:embed="rId144" cstate="print"/>
            <a:stretch>
              <a:fillRect/>
            </a:stretch>
          </p:blipFill>
          <p:spPr>
            <a:xfrm>
              <a:off x="5324855" y="4209288"/>
              <a:ext cx="304800" cy="304800"/>
            </a:xfrm>
            <a:prstGeom prst="rect">
              <a:avLst/>
            </a:prstGeom>
          </p:spPr>
        </p:pic>
        <p:pic>
          <p:nvPicPr>
            <p:cNvPr id="148" name="object 148"/>
            <p:cNvPicPr/>
            <p:nvPr/>
          </p:nvPicPr>
          <p:blipFill>
            <a:blip r:embed="rId145" cstate="print"/>
            <a:stretch>
              <a:fillRect/>
            </a:stretch>
          </p:blipFill>
          <p:spPr>
            <a:xfrm>
              <a:off x="4925567" y="4209288"/>
              <a:ext cx="304800" cy="304800"/>
            </a:xfrm>
            <a:prstGeom prst="rect">
              <a:avLst/>
            </a:prstGeom>
          </p:spPr>
        </p:pic>
        <p:pic>
          <p:nvPicPr>
            <p:cNvPr id="149" name="object 149"/>
            <p:cNvPicPr/>
            <p:nvPr/>
          </p:nvPicPr>
          <p:blipFill>
            <a:blip r:embed="rId146" cstate="print"/>
            <a:stretch>
              <a:fillRect/>
            </a:stretch>
          </p:blipFill>
          <p:spPr>
            <a:xfrm>
              <a:off x="4529328" y="4209288"/>
              <a:ext cx="304800" cy="304800"/>
            </a:xfrm>
            <a:prstGeom prst="rect">
              <a:avLst/>
            </a:prstGeom>
          </p:spPr>
        </p:pic>
        <p:pic>
          <p:nvPicPr>
            <p:cNvPr id="150" name="object 150"/>
            <p:cNvPicPr/>
            <p:nvPr/>
          </p:nvPicPr>
          <p:blipFill>
            <a:blip r:embed="rId147" cstate="print"/>
            <a:stretch>
              <a:fillRect/>
            </a:stretch>
          </p:blipFill>
          <p:spPr>
            <a:xfrm>
              <a:off x="4133087" y="4209288"/>
              <a:ext cx="304800" cy="304800"/>
            </a:xfrm>
            <a:prstGeom prst="rect">
              <a:avLst/>
            </a:prstGeom>
          </p:spPr>
        </p:pic>
        <p:pic>
          <p:nvPicPr>
            <p:cNvPr id="151" name="object 151"/>
            <p:cNvPicPr/>
            <p:nvPr/>
          </p:nvPicPr>
          <p:blipFill>
            <a:blip r:embed="rId148" cstate="print"/>
            <a:stretch>
              <a:fillRect/>
            </a:stretch>
          </p:blipFill>
          <p:spPr>
            <a:xfrm>
              <a:off x="3733799" y="4209288"/>
              <a:ext cx="304800" cy="304800"/>
            </a:xfrm>
            <a:prstGeom prst="rect">
              <a:avLst/>
            </a:prstGeom>
          </p:spPr>
        </p:pic>
        <p:pic>
          <p:nvPicPr>
            <p:cNvPr id="152" name="object 152"/>
            <p:cNvPicPr/>
            <p:nvPr/>
          </p:nvPicPr>
          <p:blipFill>
            <a:blip r:embed="rId149" cstate="print"/>
            <a:stretch>
              <a:fillRect/>
            </a:stretch>
          </p:blipFill>
          <p:spPr>
            <a:xfrm>
              <a:off x="3337559" y="4209288"/>
              <a:ext cx="304800" cy="304800"/>
            </a:xfrm>
            <a:prstGeom prst="rect">
              <a:avLst/>
            </a:prstGeom>
          </p:spPr>
        </p:pic>
        <p:pic>
          <p:nvPicPr>
            <p:cNvPr id="153" name="object 153"/>
            <p:cNvPicPr/>
            <p:nvPr/>
          </p:nvPicPr>
          <p:blipFill>
            <a:blip r:embed="rId150" cstate="print"/>
            <a:stretch>
              <a:fillRect/>
            </a:stretch>
          </p:blipFill>
          <p:spPr>
            <a:xfrm>
              <a:off x="2938272" y="4209288"/>
              <a:ext cx="304800" cy="304800"/>
            </a:xfrm>
            <a:prstGeom prst="rect">
              <a:avLst/>
            </a:prstGeom>
          </p:spPr>
        </p:pic>
        <p:pic>
          <p:nvPicPr>
            <p:cNvPr id="154" name="object 154"/>
            <p:cNvPicPr/>
            <p:nvPr/>
          </p:nvPicPr>
          <p:blipFill>
            <a:blip r:embed="rId151" cstate="print"/>
            <a:stretch>
              <a:fillRect/>
            </a:stretch>
          </p:blipFill>
          <p:spPr>
            <a:xfrm>
              <a:off x="2542031" y="4209288"/>
              <a:ext cx="304800" cy="304800"/>
            </a:xfrm>
            <a:prstGeom prst="rect">
              <a:avLst/>
            </a:prstGeom>
          </p:spPr>
        </p:pic>
        <p:pic>
          <p:nvPicPr>
            <p:cNvPr id="155" name="object 155"/>
            <p:cNvPicPr/>
            <p:nvPr/>
          </p:nvPicPr>
          <p:blipFill>
            <a:blip r:embed="rId152" cstate="print"/>
            <a:stretch>
              <a:fillRect/>
            </a:stretch>
          </p:blipFill>
          <p:spPr>
            <a:xfrm>
              <a:off x="2145791" y="4209288"/>
              <a:ext cx="304800" cy="304800"/>
            </a:xfrm>
            <a:prstGeom prst="rect">
              <a:avLst/>
            </a:prstGeom>
          </p:spPr>
        </p:pic>
        <p:pic>
          <p:nvPicPr>
            <p:cNvPr id="156" name="object 156"/>
            <p:cNvPicPr/>
            <p:nvPr/>
          </p:nvPicPr>
          <p:blipFill>
            <a:blip r:embed="rId153" cstate="print"/>
            <a:stretch>
              <a:fillRect/>
            </a:stretch>
          </p:blipFill>
          <p:spPr>
            <a:xfrm>
              <a:off x="1746504" y="4209288"/>
              <a:ext cx="304800" cy="304800"/>
            </a:xfrm>
            <a:prstGeom prst="rect">
              <a:avLst/>
            </a:prstGeom>
          </p:spPr>
        </p:pic>
        <p:pic>
          <p:nvPicPr>
            <p:cNvPr id="157" name="object 157"/>
            <p:cNvPicPr/>
            <p:nvPr/>
          </p:nvPicPr>
          <p:blipFill>
            <a:blip r:embed="rId154" cstate="print"/>
            <a:stretch>
              <a:fillRect/>
            </a:stretch>
          </p:blipFill>
          <p:spPr>
            <a:xfrm>
              <a:off x="1350263" y="4209288"/>
              <a:ext cx="304800" cy="304800"/>
            </a:xfrm>
            <a:prstGeom prst="rect">
              <a:avLst/>
            </a:prstGeom>
          </p:spPr>
        </p:pic>
        <p:pic>
          <p:nvPicPr>
            <p:cNvPr id="158" name="object 158"/>
            <p:cNvPicPr/>
            <p:nvPr/>
          </p:nvPicPr>
          <p:blipFill>
            <a:blip r:embed="rId155" cstate="print"/>
            <a:stretch>
              <a:fillRect/>
            </a:stretch>
          </p:blipFill>
          <p:spPr>
            <a:xfrm>
              <a:off x="6016752" y="3599688"/>
              <a:ext cx="304800" cy="304800"/>
            </a:xfrm>
            <a:prstGeom prst="rect">
              <a:avLst/>
            </a:prstGeom>
          </p:spPr>
        </p:pic>
        <p:pic>
          <p:nvPicPr>
            <p:cNvPr id="159" name="object 159"/>
            <p:cNvPicPr/>
            <p:nvPr/>
          </p:nvPicPr>
          <p:blipFill>
            <a:blip r:embed="rId156" cstate="print"/>
            <a:stretch>
              <a:fillRect/>
            </a:stretch>
          </p:blipFill>
          <p:spPr>
            <a:xfrm>
              <a:off x="4544568" y="5425439"/>
              <a:ext cx="304800" cy="304800"/>
            </a:xfrm>
            <a:prstGeom prst="rect">
              <a:avLst/>
            </a:prstGeom>
          </p:spPr>
        </p:pic>
        <p:pic>
          <p:nvPicPr>
            <p:cNvPr id="160" name="object 160"/>
            <p:cNvPicPr/>
            <p:nvPr/>
          </p:nvPicPr>
          <p:blipFill>
            <a:blip r:embed="rId157" cstate="print"/>
            <a:stretch>
              <a:fillRect/>
            </a:stretch>
          </p:blipFill>
          <p:spPr>
            <a:xfrm>
              <a:off x="4145280" y="5425439"/>
              <a:ext cx="304800" cy="304800"/>
            </a:xfrm>
            <a:prstGeom prst="rect">
              <a:avLst/>
            </a:prstGeom>
          </p:spPr>
        </p:pic>
        <p:pic>
          <p:nvPicPr>
            <p:cNvPr id="161" name="object 161"/>
            <p:cNvPicPr/>
            <p:nvPr/>
          </p:nvPicPr>
          <p:blipFill>
            <a:blip r:embed="rId158" cstate="print"/>
            <a:stretch>
              <a:fillRect/>
            </a:stretch>
          </p:blipFill>
          <p:spPr>
            <a:xfrm>
              <a:off x="3745991" y="5425439"/>
              <a:ext cx="304800" cy="304800"/>
            </a:xfrm>
            <a:prstGeom prst="rect">
              <a:avLst/>
            </a:prstGeom>
          </p:spPr>
        </p:pic>
        <p:pic>
          <p:nvPicPr>
            <p:cNvPr id="162" name="object 162"/>
            <p:cNvPicPr/>
            <p:nvPr/>
          </p:nvPicPr>
          <p:blipFill>
            <a:blip r:embed="rId159" cstate="print"/>
            <a:stretch>
              <a:fillRect/>
            </a:stretch>
          </p:blipFill>
          <p:spPr>
            <a:xfrm>
              <a:off x="10536935" y="5425439"/>
              <a:ext cx="304800" cy="304800"/>
            </a:xfrm>
            <a:prstGeom prst="rect">
              <a:avLst/>
            </a:prstGeom>
          </p:spPr>
        </p:pic>
        <p:pic>
          <p:nvPicPr>
            <p:cNvPr id="163" name="object 163"/>
            <p:cNvPicPr/>
            <p:nvPr/>
          </p:nvPicPr>
          <p:blipFill>
            <a:blip r:embed="rId160" cstate="print"/>
            <a:stretch>
              <a:fillRect/>
            </a:stretch>
          </p:blipFill>
          <p:spPr>
            <a:xfrm>
              <a:off x="10137647" y="5425439"/>
              <a:ext cx="304800" cy="304800"/>
            </a:xfrm>
            <a:prstGeom prst="rect">
              <a:avLst/>
            </a:prstGeom>
          </p:spPr>
        </p:pic>
        <p:pic>
          <p:nvPicPr>
            <p:cNvPr id="164" name="object 164"/>
            <p:cNvPicPr/>
            <p:nvPr/>
          </p:nvPicPr>
          <p:blipFill>
            <a:blip r:embed="rId161" cstate="print"/>
            <a:stretch>
              <a:fillRect/>
            </a:stretch>
          </p:blipFill>
          <p:spPr>
            <a:xfrm>
              <a:off x="9738359" y="5425439"/>
              <a:ext cx="304800" cy="304800"/>
            </a:xfrm>
            <a:prstGeom prst="rect">
              <a:avLst/>
            </a:prstGeom>
          </p:spPr>
        </p:pic>
        <p:pic>
          <p:nvPicPr>
            <p:cNvPr id="165" name="object 165"/>
            <p:cNvPicPr/>
            <p:nvPr/>
          </p:nvPicPr>
          <p:blipFill>
            <a:blip r:embed="rId162" cstate="print"/>
            <a:stretch>
              <a:fillRect/>
            </a:stretch>
          </p:blipFill>
          <p:spPr>
            <a:xfrm>
              <a:off x="9339071" y="5425439"/>
              <a:ext cx="304800" cy="304800"/>
            </a:xfrm>
            <a:prstGeom prst="rect">
              <a:avLst/>
            </a:prstGeom>
          </p:spPr>
        </p:pic>
        <p:pic>
          <p:nvPicPr>
            <p:cNvPr id="166" name="object 166"/>
            <p:cNvPicPr/>
            <p:nvPr/>
          </p:nvPicPr>
          <p:blipFill>
            <a:blip r:embed="rId163" cstate="print"/>
            <a:stretch>
              <a:fillRect/>
            </a:stretch>
          </p:blipFill>
          <p:spPr>
            <a:xfrm>
              <a:off x="8939783" y="5425439"/>
              <a:ext cx="304800" cy="304800"/>
            </a:xfrm>
            <a:prstGeom prst="rect">
              <a:avLst/>
            </a:prstGeom>
          </p:spPr>
        </p:pic>
        <p:pic>
          <p:nvPicPr>
            <p:cNvPr id="167" name="object 167"/>
            <p:cNvPicPr/>
            <p:nvPr/>
          </p:nvPicPr>
          <p:blipFill>
            <a:blip r:embed="rId164" cstate="print"/>
            <a:stretch>
              <a:fillRect/>
            </a:stretch>
          </p:blipFill>
          <p:spPr>
            <a:xfrm>
              <a:off x="8540495" y="5425439"/>
              <a:ext cx="304800" cy="304800"/>
            </a:xfrm>
            <a:prstGeom prst="rect">
              <a:avLst/>
            </a:prstGeom>
          </p:spPr>
        </p:pic>
        <p:pic>
          <p:nvPicPr>
            <p:cNvPr id="168" name="object 168"/>
            <p:cNvPicPr/>
            <p:nvPr/>
          </p:nvPicPr>
          <p:blipFill>
            <a:blip r:embed="rId165" cstate="print"/>
            <a:stretch>
              <a:fillRect/>
            </a:stretch>
          </p:blipFill>
          <p:spPr>
            <a:xfrm>
              <a:off x="8141207" y="5425439"/>
              <a:ext cx="304800" cy="304800"/>
            </a:xfrm>
            <a:prstGeom prst="rect">
              <a:avLst/>
            </a:prstGeom>
          </p:spPr>
        </p:pic>
        <p:pic>
          <p:nvPicPr>
            <p:cNvPr id="169" name="object 169"/>
            <p:cNvPicPr/>
            <p:nvPr/>
          </p:nvPicPr>
          <p:blipFill>
            <a:blip r:embed="rId166" cstate="print"/>
            <a:stretch>
              <a:fillRect/>
            </a:stretch>
          </p:blipFill>
          <p:spPr>
            <a:xfrm>
              <a:off x="7741919" y="5425439"/>
              <a:ext cx="304800" cy="304800"/>
            </a:xfrm>
            <a:prstGeom prst="rect">
              <a:avLst/>
            </a:prstGeom>
          </p:spPr>
        </p:pic>
        <p:pic>
          <p:nvPicPr>
            <p:cNvPr id="170" name="object 170"/>
            <p:cNvPicPr/>
            <p:nvPr/>
          </p:nvPicPr>
          <p:blipFill>
            <a:blip r:embed="rId167" cstate="print"/>
            <a:stretch>
              <a:fillRect/>
            </a:stretch>
          </p:blipFill>
          <p:spPr>
            <a:xfrm>
              <a:off x="7342631" y="5425439"/>
              <a:ext cx="304800" cy="304800"/>
            </a:xfrm>
            <a:prstGeom prst="rect">
              <a:avLst/>
            </a:prstGeom>
          </p:spPr>
        </p:pic>
        <p:pic>
          <p:nvPicPr>
            <p:cNvPr id="171" name="object 171"/>
            <p:cNvPicPr/>
            <p:nvPr/>
          </p:nvPicPr>
          <p:blipFill>
            <a:blip r:embed="rId168" cstate="print"/>
            <a:stretch>
              <a:fillRect/>
            </a:stretch>
          </p:blipFill>
          <p:spPr>
            <a:xfrm>
              <a:off x="6943343" y="5425439"/>
              <a:ext cx="304800" cy="304800"/>
            </a:xfrm>
            <a:prstGeom prst="rect">
              <a:avLst/>
            </a:prstGeom>
          </p:spPr>
        </p:pic>
        <p:pic>
          <p:nvPicPr>
            <p:cNvPr id="172" name="object 172"/>
            <p:cNvPicPr/>
            <p:nvPr/>
          </p:nvPicPr>
          <p:blipFill>
            <a:blip r:embed="rId169" cstate="print"/>
            <a:stretch>
              <a:fillRect/>
            </a:stretch>
          </p:blipFill>
          <p:spPr>
            <a:xfrm>
              <a:off x="6541008" y="5425439"/>
              <a:ext cx="304800" cy="304800"/>
            </a:xfrm>
            <a:prstGeom prst="rect">
              <a:avLst/>
            </a:prstGeom>
          </p:spPr>
        </p:pic>
        <p:pic>
          <p:nvPicPr>
            <p:cNvPr id="173" name="object 173"/>
            <p:cNvPicPr/>
            <p:nvPr/>
          </p:nvPicPr>
          <p:blipFill>
            <a:blip r:embed="rId170" cstate="print"/>
            <a:stretch>
              <a:fillRect/>
            </a:stretch>
          </p:blipFill>
          <p:spPr>
            <a:xfrm>
              <a:off x="6141719" y="5425439"/>
              <a:ext cx="304800" cy="304800"/>
            </a:xfrm>
            <a:prstGeom prst="rect">
              <a:avLst/>
            </a:prstGeom>
          </p:spPr>
        </p:pic>
        <p:pic>
          <p:nvPicPr>
            <p:cNvPr id="174" name="object 174"/>
            <p:cNvPicPr/>
            <p:nvPr/>
          </p:nvPicPr>
          <p:blipFill>
            <a:blip r:embed="rId171" cstate="print"/>
            <a:stretch>
              <a:fillRect/>
            </a:stretch>
          </p:blipFill>
          <p:spPr>
            <a:xfrm>
              <a:off x="5742431" y="5425439"/>
              <a:ext cx="304800" cy="304800"/>
            </a:xfrm>
            <a:prstGeom prst="rect">
              <a:avLst/>
            </a:prstGeom>
          </p:spPr>
        </p:pic>
        <p:pic>
          <p:nvPicPr>
            <p:cNvPr id="175" name="object 175"/>
            <p:cNvPicPr/>
            <p:nvPr/>
          </p:nvPicPr>
          <p:blipFill>
            <a:blip r:embed="rId172" cstate="print"/>
            <a:stretch>
              <a:fillRect/>
            </a:stretch>
          </p:blipFill>
          <p:spPr>
            <a:xfrm>
              <a:off x="5343143" y="5425439"/>
              <a:ext cx="304800" cy="304800"/>
            </a:xfrm>
            <a:prstGeom prst="rect">
              <a:avLst/>
            </a:prstGeom>
          </p:spPr>
        </p:pic>
        <p:pic>
          <p:nvPicPr>
            <p:cNvPr id="176" name="object 176"/>
            <p:cNvPicPr/>
            <p:nvPr/>
          </p:nvPicPr>
          <p:blipFill>
            <a:blip r:embed="rId173" cstate="print"/>
            <a:stretch>
              <a:fillRect/>
            </a:stretch>
          </p:blipFill>
          <p:spPr>
            <a:xfrm>
              <a:off x="4943855" y="5425439"/>
              <a:ext cx="304800" cy="304800"/>
            </a:xfrm>
            <a:prstGeom prst="rect">
              <a:avLst/>
            </a:prstGeom>
          </p:spPr>
        </p:pic>
        <p:pic>
          <p:nvPicPr>
            <p:cNvPr id="177" name="object 177"/>
            <p:cNvPicPr/>
            <p:nvPr/>
          </p:nvPicPr>
          <p:blipFill>
            <a:blip r:embed="rId174" cstate="print"/>
            <a:stretch>
              <a:fillRect/>
            </a:stretch>
          </p:blipFill>
          <p:spPr>
            <a:xfrm>
              <a:off x="3346703" y="5425439"/>
              <a:ext cx="304800" cy="304800"/>
            </a:xfrm>
            <a:prstGeom prst="rect">
              <a:avLst/>
            </a:prstGeom>
          </p:spPr>
        </p:pic>
        <p:pic>
          <p:nvPicPr>
            <p:cNvPr id="178" name="object 178"/>
            <p:cNvPicPr/>
            <p:nvPr/>
          </p:nvPicPr>
          <p:blipFill>
            <a:blip r:embed="rId175" cstate="print"/>
            <a:stretch>
              <a:fillRect/>
            </a:stretch>
          </p:blipFill>
          <p:spPr>
            <a:xfrm>
              <a:off x="2947416" y="5425439"/>
              <a:ext cx="304800" cy="304800"/>
            </a:xfrm>
            <a:prstGeom prst="rect">
              <a:avLst/>
            </a:prstGeom>
          </p:spPr>
        </p:pic>
        <p:pic>
          <p:nvPicPr>
            <p:cNvPr id="179" name="object 179"/>
            <p:cNvPicPr/>
            <p:nvPr/>
          </p:nvPicPr>
          <p:blipFill>
            <a:blip r:embed="rId176" cstate="print"/>
            <a:stretch>
              <a:fillRect/>
            </a:stretch>
          </p:blipFill>
          <p:spPr>
            <a:xfrm>
              <a:off x="2548127" y="5425439"/>
              <a:ext cx="304800" cy="304800"/>
            </a:xfrm>
            <a:prstGeom prst="rect">
              <a:avLst/>
            </a:prstGeom>
          </p:spPr>
        </p:pic>
        <p:pic>
          <p:nvPicPr>
            <p:cNvPr id="180" name="object 180"/>
            <p:cNvPicPr/>
            <p:nvPr/>
          </p:nvPicPr>
          <p:blipFill>
            <a:blip r:embed="rId177" cstate="print"/>
            <a:stretch>
              <a:fillRect/>
            </a:stretch>
          </p:blipFill>
          <p:spPr>
            <a:xfrm>
              <a:off x="2148840" y="5425439"/>
              <a:ext cx="304800" cy="304800"/>
            </a:xfrm>
            <a:prstGeom prst="rect">
              <a:avLst/>
            </a:prstGeom>
          </p:spPr>
        </p:pic>
        <p:pic>
          <p:nvPicPr>
            <p:cNvPr id="181" name="object 181"/>
            <p:cNvPicPr/>
            <p:nvPr/>
          </p:nvPicPr>
          <p:blipFill>
            <a:blip r:embed="rId178" cstate="print"/>
            <a:stretch>
              <a:fillRect/>
            </a:stretch>
          </p:blipFill>
          <p:spPr>
            <a:xfrm>
              <a:off x="1749552" y="5425439"/>
              <a:ext cx="304800" cy="304800"/>
            </a:xfrm>
            <a:prstGeom prst="rect">
              <a:avLst/>
            </a:prstGeom>
          </p:spPr>
        </p:pic>
        <p:pic>
          <p:nvPicPr>
            <p:cNvPr id="182" name="object 182"/>
            <p:cNvPicPr/>
            <p:nvPr/>
          </p:nvPicPr>
          <p:blipFill>
            <a:blip r:embed="rId179" cstate="print"/>
            <a:stretch>
              <a:fillRect/>
            </a:stretch>
          </p:blipFill>
          <p:spPr>
            <a:xfrm>
              <a:off x="1350263" y="5425439"/>
              <a:ext cx="304800" cy="304800"/>
            </a:xfrm>
            <a:prstGeom prst="rect">
              <a:avLst/>
            </a:prstGeom>
          </p:spPr>
        </p:pic>
        <p:pic>
          <p:nvPicPr>
            <p:cNvPr id="183" name="object 183"/>
            <p:cNvPicPr/>
            <p:nvPr/>
          </p:nvPicPr>
          <p:blipFill>
            <a:blip r:embed="rId180" cstate="print"/>
            <a:stretch>
              <a:fillRect/>
            </a:stretch>
          </p:blipFill>
          <p:spPr>
            <a:xfrm>
              <a:off x="10536935" y="5010912"/>
              <a:ext cx="304800" cy="304800"/>
            </a:xfrm>
            <a:prstGeom prst="rect">
              <a:avLst/>
            </a:prstGeom>
          </p:spPr>
        </p:pic>
        <p:pic>
          <p:nvPicPr>
            <p:cNvPr id="184" name="object 184"/>
            <p:cNvPicPr/>
            <p:nvPr/>
          </p:nvPicPr>
          <p:blipFill>
            <a:blip r:embed="rId181" cstate="print"/>
            <a:stretch>
              <a:fillRect/>
            </a:stretch>
          </p:blipFill>
          <p:spPr>
            <a:xfrm>
              <a:off x="10137647" y="5010912"/>
              <a:ext cx="304800" cy="304800"/>
            </a:xfrm>
            <a:prstGeom prst="rect">
              <a:avLst/>
            </a:prstGeom>
          </p:spPr>
        </p:pic>
        <p:pic>
          <p:nvPicPr>
            <p:cNvPr id="185" name="object 185"/>
            <p:cNvPicPr/>
            <p:nvPr/>
          </p:nvPicPr>
          <p:blipFill>
            <a:blip r:embed="rId182" cstate="print"/>
            <a:stretch>
              <a:fillRect/>
            </a:stretch>
          </p:blipFill>
          <p:spPr>
            <a:xfrm>
              <a:off x="9738359" y="5010912"/>
              <a:ext cx="304800" cy="304800"/>
            </a:xfrm>
            <a:prstGeom prst="rect">
              <a:avLst/>
            </a:prstGeom>
          </p:spPr>
        </p:pic>
        <p:pic>
          <p:nvPicPr>
            <p:cNvPr id="186" name="object 186"/>
            <p:cNvPicPr/>
            <p:nvPr/>
          </p:nvPicPr>
          <p:blipFill>
            <a:blip r:embed="rId183" cstate="print"/>
            <a:stretch>
              <a:fillRect/>
            </a:stretch>
          </p:blipFill>
          <p:spPr>
            <a:xfrm>
              <a:off x="9339071" y="5010912"/>
              <a:ext cx="304800" cy="304800"/>
            </a:xfrm>
            <a:prstGeom prst="rect">
              <a:avLst/>
            </a:prstGeom>
          </p:spPr>
        </p:pic>
        <p:pic>
          <p:nvPicPr>
            <p:cNvPr id="187" name="object 187"/>
            <p:cNvPicPr/>
            <p:nvPr/>
          </p:nvPicPr>
          <p:blipFill>
            <a:blip r:embed="rId184" cstate="print"/>
            <a:stretch>
              <a:fillRect/>
            </a:stretch>
          </p:blipFill>
          <p:spPr>
            <a:xfrm>
              <a:off x="8939783" y="5010912"/>
              <a:ext cx="304800" cy="304800"/>
            </a:xfrm>
            <a:prstGeom prst="rect">
              <a:avLst/>
            </a:prstGeom>
          </p:spPr>
        </p:pic>
        <p:pic>
          <p:nvPicPr>
            <p:cNvPr id="188" name="object 188"/>
            <p:cNvPicPr/>
            <p:nvPr/>
          </p:nvPicPr>
          <p:blipFill>
            <a:blip r:embed="rId185" cstate="print"/>
            <a:stretch>
              <a:fillRect/>
            </a:stretch>
          </p:blipFill>
          <p:spPr>
            <a:xfrm>
              <a:off x="8540495" y="5010912"/>
              <a:ext cx="304800" cy="304800"/>
            </a:xfrm>
            <a:prstGeom prst="rect">
              <a:avLst/>
            </a:prstGeom>
          </p:spPr>
        </p:pic>
        <p:pic>
          <p:nvPicPr>
            <p:cNvPr id="189" name="object 189"/>
            <p:cNvPicPr/>
            <p:nvPr/>
          </p:nvPicPr>
          <p:blipFill>
            <a:blip r:embed="rId186" cstate="print"/>
            <a:stretch>
              <a:fillRect/>
            </a:stretch>
          </p:blipFill>
          <p:spPr>
            <a:xfrm>
              <a:off x="8141207" y="5010912"/>
              <a:ext cx="304800" cy="304800"/>
            </a:xfrm>
            <a:prstGeom prst="rect">
              <a:avLst/>
            </a:prstGeom>
          </p:spPr>
        </p:pic>
        <p:pic>
          <p:nvPicPr>
            <p:cNvPr id="190" name="object 190"/>
            <p:cNvPicPr/>
            <p:nvPr/>
          </p:nvPicPr>
          <p:blipFill>
            <a:blip r:embed="rId187" cstate="print"/>
            <a:stretch>
              <a:fillRect/>
            </a:stretch>
          </p:blipFill>
          <p:spPr>
            <a:xfrm>
              <a:off x="7741919" y="5010912"/>
              <a:ext cx="304800" cy="304800"/>
            </a:xfrm>
            <a:prstGeom prst="rect">
              <a:avLst/>
            </a:prstGeom>
          </p:spPr>
        </p:pic>
        <p:pic>
          <p:nvPicPr>
            <p:cNvPr id="191" name="object 191"/>
            <p:cNvPicPr/>
            <p:nvPr/>
          </p:nvPicPr>
          <p:blipFill>
            <a:blip r:embed="rId188" cstate="print"/>
            <a:stretch>
              <a:fillRect/>
            </a:stretch>
          </p:blipFill>
          <p:spPr>
            <a:xfrm>
              <a:off x="7342631" y="5010912"/>
              <a:ext cx="304800" cy="304800"/>
            </a:xfrm>
            <a:prstGeom prst="rect">
              <a:avLst/>
            </a:prstGeom>
          </p:spPr>
        </p:pic>
        <p:pic>
          <p:nvPicPr>
            <p:cNvPr id="192" name="object 192"/>
            <p:cNvPicPr/>
            <p:nvPr/>
          </p:nvPicPr>
          <p:blipFill>
            <a:blip r:embed="rId189" cstate="print"/>
            <a:stretch>
              <a:fillRect/>
            </a:stretch>
          </p:blipFill>
          <p:spPr>
            <a:xfrm>
              <a:off x="6943343" y="5010912"/>
              <a:ext cx="304800" cy="304800"/>
            </a:xfrm>
            <a:prstGeom prst="rect">
              <a:avLst/>
            </a:prstGeom>
          </p:spPr>
        </p:pic>
        <p:pic>
          <p:nvPicPr>
            <p:cNvPr id="193" name="object 193"/>
            <p:cNvPicPr/>
            <p:nvPr/>
          </p:nvPicPr>
          <p:blipFill>
            <a:blip r:embed="rId190" cstate="print"/>
            <a:stretch>
              <a:fillRect/>
            </a:stretch>
          </p:blipFill>
          <p:spPr>
            <a:xfrm>
              <a:off x="6541008" y="5010912"/>
              <a:ext cx="304800" cy="304800"/>
            </a:xfrm>
            <a:prstGeom prst="rect">
              <a:avLst/>
            </a:prstGeom>
          </p:spPr>
        </p:pic>
        <p:pic>
          <p:nvPicPr>
            <p:cNvPr id="194" name="object 194"/>
            <p:cNvPicPr/>
            <p:nvPr/>
          </p:nvPicPr>
          <p:blipFill>
            <a:blip r:embed="rId191" cstate="print"/>
            <a:stretch>
              <a:fillRect/>
            </a:stretch>
          </p:blipFill>
          <p:spPr>
            <a:xfrm>
              <a:off x="6141719" y="5010912"/>
              <a:ext cx="304800" cy="304800"/>
            </a:xfrm>
            <a:prstGeom prst="rect">
              <a:avLst/>
            </a:prstGeom>
          </p:spPr>
        </p:pic>
        <p:pic>
          <p:nvPicPr>
            <p:cNvPr id="195" name="object 195"/>
            <p:cNvPicPr/>
            <p:nvPr/>
          </p:nvPicPr>
          <p:blipFill>
            <a:blip r:embed="rId192" cstate="print"/>
            <a:stretch>
              <a:fillRect/>
            </a:stretch>
          </p:blipFill>
          <p:spPr>
            <a:xfrm>
              <a:off x="5742431" y="5010912"/>
              <a:ext cx="304800" cy="304800"/>
            </a:xfrm>
            <a:prstGeom prst="rect">
              <a:avLst/>
            </a:prstGeom>
          </p:spPr>
        </p:pic>
        <p:pic>
          <p:nvPicPr>
            <p:cNvPr id="196" name="object 196"/>
            <p:cNvPicPr/>
            <p:nvPr/>
          </p:nvPicPr>
          <p:blipFill>
            <a:blip r:embed="rId193" cstate="print"/>
            <a:stretch>
              <a:fillRect/>
            </a:stretch>
          </p:blipFill>
          <p:spPr>
            <a:xfrm>
              <a:off x="5343143" y="5010912"/>
              <a:ext cx="304800" cy="304800"/>
            </a:xfrm>
            <a:prstGeom prst="rect">
              <a:avLst/>
            </a:prstGeom>
          </p:spPr>
        </p:pic>
        <p:pic>
          <p:nvPicPr>
            <p:cNvPr id="197" name="object 197"/>
            <p:cNvPicPr/>
            <p:nvPr/>
          </p:nvPicPr>
          <p:blipFill>
            <a:blip r:embed="rId194" cstate="print"/>
            <a:stretch>
              <a:fillRect/>
            </a:stretch>
          </p:blipFill>
          <p:spPr>
            <a:xfrm>
              <a:off x="4943855" y="5010912"/>
              <a:ext cx="304800" cy="304800"/>
            </a:xfrm>
            <a:prstGeom prst="rect">
              <a:avLst/>
            </a:prstGeom>
          </p:spPr>
        </p:pic>
        <p:pic>
          <p:nvPicPr>
            <p:cNvPr id="198" name="object 198"/>
            <p:cNvPicPr/>
            <p:nvPr/>
          </p:nvPicPr>
          <p:blipFill>
            <a:blip r:embed="rId195" cstate="print"/>
            <a:stretch>
              <a:fillRect/>
            </a:stretch>
          </p:blipFill>
          <p:spPr>
            <a:xfrm>
              <a:off x="4544568" y="5010912"/>
              <a:ext cx="304800" cy="304800"/>
            </a:xfrm>
            <a:prstGeom prst="rect">
              <a:avLst/>
            </a:prstGeom>
          </p:spPr>
        </p:pic>
        <p:pic>
          <p:nvPicPr>
            <p:cNvPr id="199" name="object 199"/>
            <p:cNvPicPr/>
            <p:nvPr/>
          </p:nvPicPr>
          <p:blipFill>
            <a:blip r:embed="rId196" cstate="print"/>
            <a:stretch>
              <a:fillRect/>
            </a:stretch>
          </p:blipFill>
          <p:spPr>
            <a:xfrm>
              <a:off x="4145280" y="5010912"/>
              <a:ext cx="304800" cy="304800"/>
            </a:xfrm>
            <a:prstGeom prst="rect">
              <a:avLst/>
            </a:prstGeom>
          </p:spPr>
        </p:pic>
        <p:pic>
          <p:nvPicPr>
            <p:cNvPr id="200" name="object 200"/>
            <p:cNvPicPr/>
            <p:nvPr/>
          </p:nvPicPr>
          <p:blipFill>
            <a:blip r:embed="rId197" cstate="print"/>
            <a:stretch>
              <a:fillRect/>
            </a:stretch>
          </p:blipFill>
          <p:spPr>
            <a:xfrm>
              <a:off x="3745991" y="5010912"/>
              <a:ext cx="304800" cy="304800"/>
            </a:xfrm>
            <a:prstGeom prst="rect">
              <a:avLst/>
            </a:prstGeom>
          </p:spPr>
        </p:pic>
        <p:pic>
          <p:nvPicPr>
            <p:cNvPr id="201" name="object 201"/>
            <p:cNvPicPr/>
            <p:nvPr/>
          </p:nvPicPr>
          <p:blipFill>
            <a:blip r:embed="rId198" cstate="print"/>
            <a:stretch>
              <a:fillRect/>
            </a:stretch>
          </p:blipFill>
          <p:spPr>
            <a:xfrm>
              <a:off x="3346703" y="5010912"/>
              <a:ext cx="304800" cy="304800"/>
            </a:xfrm>
            <a:prstGeom prst="rect">
              <a:avLst/>
            </a:prstGeom>
          </p:spPr>
        </p:pic>
        <p:pic>
          <p:nvPicPr>
            <p:cNvPr id="202" name="object 202"/>
            <p:cNvPicPr/>
            <p:nvPr/>
          </p:nvPicPr>
          <p:blipFill>
            <a:blip r:embed="rId199" cstate="print"/>
            <a:stretch>
              <a:fillRect/>
            </a:stretch>
          </p:blipFill>
          <p:spPr>
            <a:xfrm>
              <a:off x="2947416" y="5010912"/>
              <a:ext cx="304800" cy="304800"/>
            </a:xfrm>
            <a:prstGeom prst="rect">
              <a:avLst/>
            </a:prstGeom>
          </p:spPr>
        </p:pic>
        <p:pic>
          <p:nvPicPr>
            <p:cNvPr id="203" name="object 203"/>
            <p:cNvPicPr/>
            <p:nvPr/>
          </p:nvPicPr>
          <p:blipFill>
            <a:blip r:embed="rId200" cstate="print"/>
            <a:stretch>
              <a:fillRect/>
            </a:stretch>
          </p:blipFill>
          <p:spPr>
            <a:xfrm>
              <a:off x="2548127" y="5010912"/>
              <a:ext cx="304800" cy="304800"/>
            </a:xfrm>
            <a:prstGeom prst="rect">
              <a:avLst/>
            </a:prstGeom>
          </p:spPr>
        </p:pic>
        <p:pic>
          <p:nvPicPr>
            <p:cNvPr id="204" name="object 204"/>
            <p:cNvPicPr/>
            <p:nvPr/>
          </p:nvPicPr>
          <p:blipFill>
            <a:blip r:embed="rId201" cstate="print"/>
            <a:stretch>
              <a:fillRect/>
            </a:stretch>
          </p:blipFill>
          <p:spPr>
            <a:xfrm>
              <a:off x="2148840" y="5010912"/>
              <a:ext cx="304800" cy="304800"/>
            </a:xfrm>
            <a:prstGeom prst="rect">
              <a:avLst/>
            </a:prstGeom>
          </p:spPr>
        </p:pic>
        <p:pic>
          <p:nvPicPr>
            <p:cNvPr id="205" name="object 205"/>
            <p:cNvPicPr/>
            <p:nvPr/>
          </p:nvPicPr>
          <p:blipFill>
            <a:blip r:embed="rId202" cstate="print"/>
            <a:stretch>
              <a:fillRect/>
            </a:stretch>
          </p:blipFill>
          <p:spPr>
            <a:xfrm>
              <a:off x="1749552" y="5010912"/>
              <a:ext cx="304800" cy="304800"/>
            </a:xfrm>
            <a:prstGeom prst="rect">
              <a:avLst/>
            </a:prstGeom>
          </p:spPr>
        </p:pic>
        <p:pic>
          <p:nvPicPr>
            <p:cNvPr id="206" name="object 206"/>
            <p:cNvPicPr/>
            <p:nvPr/>
          </p:nvPicPr>
          <p:blipFill>
            <a:blip r:embed="rId203" cstate="print"/>
            <a:stretch>
              <a:fillRect/>
            </a:stretch>
          </p:blipFill>
          <p:spPr>
            <a:xfrm>
              <a:off x="1350263" y="5010912"/>
              <a:ext cx="304800" cy="304800"/>
            </a:xfrm>
            <a:prstGeom prst="rect">
              <a:avLst/>
            </a:prstGeom>
          </p:spPr>
        </p:pic>
        <p:pic>
          <p:nvPicPr>
            <p:cNvPr id="207" name="object 207"/>
            <p:cNvPicPr/>
            <p:nvPr/>
          </p:nvPicPr>
          <p:blipFill>
            <a:blip r:embed="rId204" cstate="print"/>
            <a:stretch>
              <a:fillRect/>
            </a:stretch>
          </p:blipFill>
          <p:spPr>
            <a:xfrm>
              <a:off x="10506456" y="4639055"/>
              <a:ext cx="304800" cy="304800"/>
            </a:xfrm>
            <a:prstGeom prst="rect">
              <a:avLst/>
            </a:prstGeom>
          </p:spPr>
        </p:pic>
        <p:pic>
          <p:nvPicPr>
            <p:cNvPr id="208" name="object 208"/>
            <p:cNvPicPr/>
            <p:nvPr/>
          </p:nvPicPr>
          <p:blipFill>
            <a:blip r:embed="rId205" cstate="print"/>
            <a:stretch>
              <a:fillRect/>
            </a:stretch>
          </p:blipFill>
          <p:spPr>
            <a:xfrm>
              <a:off x="10107168" y="4639055"/>
              <a:ext cx="304800" cy="304800"/>
            </a:xfrm>
            <a:prstGeom prst="rect">
              <a:avLst/>
            </a:prstGeom>
          </p:spPr>
        </p:pic>
        <p:pic>
          <p:nvPicPr>
            <p:cNvPr id="209" name="object 209"/>
            <p:cNvPicPr/>
            <p:nvPr/>
          </p:nvPicPr>
          <p:blipFill>
            <a:blip r:embed="rId206" cstate="print"/>
            <a:stretch>
              <a:fillRect/>
            </a:stretch>
          </p:blipFill>
          <p:spPr>
            <a:xfrm>
              <a:off x="9710928" y="4639055"/>
              <a:ext cx="304800" cy="304800"/>
            </a:xfrm>
            <a:prstGeom prst="rect">
              <a:avLst/>
            </a:prstGeom>
          </p:spPr>
        </p:pic>
        <p:pic>
          <p:nvPicPr>
            <p:cNvPr id="210" name="object 210"/>
            <p:cNvPicPr/>
            <p:nvPr/>
          </p:nvPicPr>
          <p:blipFill>
            <a:blip r:embed="rId207" cstate="print"/>
            <a:stretch>
              <a:fillRect/>
            </a:stretch>
          </p:blipFill>
          <p:spPr>
            <a:xfrm>
              <a:off x="9311640" y="4639055"/>
              <a:ext cx="304800" cy="304800"/>
            </a:xfrm>
            <a:prstGeom prst="rect">
              <a:avLst/>
            </a:prstGeom>
          </p:spPr>
        </p:pic>
        <p:pic>
          <p:nvPicPr>
            <p:cNvPr id="211" name="object 211"/>
            <p:cNvPicPr/>
            <p:nvPr/>
          </p:nvPicPr>
          <p:blipFill>
            <a:blip r:embed="rId208" cstate="print"/>
            <a:stretch>
              <a:fillRect/>
            </a:stretch>
          </p:blipFill>
          <p:spPr>
            <a:xfrm>
              <a:off x="8915399" y="4639055"/>
              <a:ext cx="304800" cy="304800"/>
            </a:xfrm>
            <a:prstGeom prst="rect">
              <a:avLst/>
            </a:prstGeom>
          </p:spPr>
        </p:pic>
        <p:pic>
          <p:nvPicPr>
            <p:cNvPr id="212" name="object 212"/>
            <p:cNvPicPr/>
            <p:nvPr/>
          </p:nvPicPr>
          <p:blipFill>
            <a:blip r:embed="rId209" cstate="print"/>
            <a:stretch>
              <a:fillRect/>
            </a:stretch>
          </p:blipFill>
          <p:spPr>
            <a:xfrm>
              <a:off x="8516111" y="4639055"/>
              <a:ext cx="304800" cy="304800"/>
            </a:xfrm>
            <a:prstGeom prst="rect">
              <a:avLst/>
            </a:prstGeom>
          </p:spPr>
        </p:pic>
        <p:pic>
          <p:nvPicPr>
            <p:cNvPr id="213" name="object 213"/>
            <p:cNvPicPr/>
            <p:nvPr/>
          </p:nvPicPr>
          <p:blipFill>
            <a:blip r:embed="rId210" cstate="print"/>
            <a:stretch>
              <a:fillRect/>
            </a:stretch>
          </p:blipFill>
          <p:spPr>
            <a:xfrm>
              <a:off x="8119871" y="4639055"/>
              <a:ext cx="304800" cy="304800"/>
            </a:xfrm>
            <a:prstGeom prst="rect">
              <a:avLst/>
            </a:prstGeom>
          </p:spPr>
        </p:pic>
        <p:pic>
          <p:nvPicPr>
            <p:cNvPr id="214" name="object 214"/>
            <p:cNvPicPr/>
            <p:nvPr/>
          </p:nvPicPr>
          <p:blipFill>
            <a:blip r:embed="rId211" cstate="print"/>
            <a:stretch>
              <a:fillRect/>
            </a:stretch>
          </p:blipFill>
          <p:spPr>
            <a:xfrm>
              <a:off x="7720584" y="4639055"/>
              <a:ext cx="304800" cy="304800"/>
            </a:xfrm>
            <a:prstGeom prst="rect">
              <a:avLst/>
            </a:prstGeom>
          </p:spPr>
        </p:pic>
        <p:pic>
          <p:nvPicPr>
            <p:cNvPr id="215" name="object 215"/>
            <p:cNvPicPr/>
            <p:nvPr/>
          </p:nvPicPr>
          <p:blipFill>
            <a:blip r:embed="rId212" cstate="print"/>
            <a:stretch>
              <a:fillRect/>
            </a:stretch>
          </p:blipFill>
          <p:spPr>
            <a:xfrm>
              <a:off x="7324343" y="4639055"/>
              <a:ext cx="304800" cy="304800"/>
            </a:xfrm>
            <a:prstGeom prst="rect">
              <a:avLst/>
            </a:prstGeom>
          </p:spPr>
        </p:pic>
        <p:pic>
          <p:nvPicPr>
            <p:cNvPr id="216" name="object 216"/>
            <p:cNvPicPr/>
            <p:nvPr/>
          </p:nvPicPr>
          <p:blipFill>
            <a:blip r:embed="rId213" cstate="print"/>
            <a:stretch>
              <a:fillRect/>
            </a:stretch>
          </p:blipFill>
          <p:spPr>
            <a:xfrm>
              <a:off x="6925055" y="4639055"/>
              <a:ext cx="304800" cy="304800"/>
            </a:xfrm>
            <a:prstGeom prst="rect">
              <a:avLst/>
            </a:prstGeom>
          </p:spPr>
        </p:pic>
        <p:pic>
          <p:nvPicPr>
            <p:cNvPr id="217" name="object 217"/>
            <p:cNvPicPr/>
            <p:nvPr/>
          </p:nvPicPr>
          <p:blipFill>
            <a:blip r:embed="rId214" cstate="print"/>
            <a:stretch>
              <a:fillRect/>
            </a:stretch>
          </p:blipFill>
          <p:spPr>
            <a:xfrm>
              <a:off x="6525767" y="4639055"/>
              <a:ext cx="304800" cy="304800"/>
            </a:xfrm>
            <a:prstGeom prst="rect">
              <a:avLst/>
            </a:prstGeom>
          </p:spPr>
        </p:pic>
        <p:pic>
          <p:nvPicPr>
            <p:cNvPr id="218" name="object 218"/>
            <p:cNvPicPr/>
            <p:nvPr/>
          </p:nvPicPr>
          <p:blipFill>
            <a:blip r:embed="rId215" cstate="print"/>
            <a:stretch>
              <a:fillRect/>
            </a:stretch>
          </p:blipFill>
          <p:spPr>
            <a:xfrm>
              <a:off x="6129528" y="4639055"/>
              <a:ext cx="304800" cy="304800"/>
            </a:xfrm>
            <a:prstGeom prst="rect">
              <a:avLst/>
            </a:prstGeom>
          </p:spPr>
        </p:pic>
        <p:pic>
          <p:nvPicPr>
            <p:cNvPr id="219" name="object 219"/>
            <p:cNvPicPr/>
            <p:nvPr/>
          </p:nvPicPr>
          <p:blipFill>
            <a:blip r:embed="rId216" cstate="print"/>
            <a:stretch>
              <a:fillRect/>
            </a:stretch>
          </p:blipFill>
          <p:spPr>
            <a:xfrm>
              <a:off x="5730240" y="4639055"/>
              <a:ext cx="304800" cy="304800"/>
            </a:xfrm>
            <a:prstGeom prst="rect">
              <a:avLst/>
            </a:prstGeom>
          </p:spPr>
        </p:pic>
        <p:pic>
          <p:nvPicPr>
            <p:cNvPr id="220" name="object 220"/>
            <p:cNvPicPr/>
            <p:nvPr/>
          </p:nvPicPr>
          <p:blipFill>
            <a:blip r:embed="rId217" cstate="print"/>
            <a:stretch>
              <a:fillRect/>
            </a:stretch>
          </p:blipFill>
          <p:spPr>
            <a:xfrm>
              <a:off x="5333999" y="4639055"/>
              <a:ext cx="304800" cy="304800"/>
            </a:xfrm>
            <a:prstGeom prst="rect">
              <a:avLst/>
            </a:prstGeom>
          </p:spPr>
        </p:pic>
        <p:pic>
          <p:nvPicPr>
            <p:cNvPr id="221" name="object 221"/>
            <p:cNvPicPr/>
            <p:nvPr/>
          </p:nvPicPr>
          <p:blipFill>
            <a:blip r:embed="rId218" cstate="print"/>
            <a:stretch>
              <a:fillRect/>
            </a:stretch>
          </p:blipFill>
          <p:spPr>
            <a:xfrm>
              <a:off x="4934711" y="4639055"/>
              <a:ext cx="304800" cy="304800"/>
            </a:xfrm>
            <a:prstGeom prst="rect">
              <a:avLst/>
            </a:prstGeom>
          </p:spPr>
        </p:pic>
        <p:pic>
          <p:nvPicPr>
            <p:cNvPr id="222" name="object 222"/>
            <p:cNvPicPr/>
            <p:nvPr/>
          </p:nvPicPr>
          <p:blipFill>
            <a:blip r:embed="rId219" cstate="print"/>
            <a:stretch>
              <a:fillRect/>
            </a:stretch>
          </p:blipFill>
          <p:spPr>
            <a:xfrm>
              <a:off x="4538471" y="4639055"/>
              <a:ext cx="304800" cy="304800"/>
            </a:xfrm>
            <a:prstGeom prst="rect">
              <a:avLst/>
            </a:prstGeom>
          </p:spPr>
        </p:pic>
        <p:pic>
          <p:nvPicPr>
            <p:cNvPr id="223" name="object 223"/>
            <p:cNvPicPr/>
            <p:nvPr/>
          </p:nvPicPr>
          <p:blipFill>
            <a:blip r:embed="rId220" cstate="print"/>
            <a:stretch>
              <a:fillRect/>
            </a:stretch>
          </p:blipFill>
          <p:spPr>
            <a:xfrm>
              <a:off x="4139184" y="4639055"/>
              <a:ext cx="304800" cy="304800"/>
            </a:xfrm>
            <a:prstGeom prst="rect">
              <a:avLst/>
            </a:prstGeom>
          </p:spPr>
        </p:pic>
        <p:pic>
          <p:nvPicPr>
            <p:cNvPr id="224" name="object 224"/>
            <p:cNvPicPr/>
            <p:nvPr/>
          </p:nvPicPr>
          <p:blipFill>
            <a:blip r:embed="rId221" cstate="print"/>
            <a:stretch>
              <a:fillRect/>
            </a:stretch>
          </p:blipFill>
          <p:spPr>
            <a:xfrm>
              <a:off x="3742943" y="4639055"/>
              <a:ext cx="304800" cy="304800"/>
            </a:xfrm>
            <a:prstGeom prst="rect">
              <a:avLst/>
            </a:prstGeom>
          </p:spPr>
        </p:pic>
        <p:pic>
          <p:nvPicPr>
            <p:cNvPr id="225" name="object 225"/>
            <p:cNvPicPr/>
            <p:nvPr/>
          </p:nvPicPr>
          <p:blipFill>
            <a:blip r:embed="rId222" cstate="print"/>
            <a:stretch>
              <a:fillRect/>
            </a:stretch>
          </p:blipFill>
          <p:spPr>
            <a:xfrm>
              <a:off x="3343656" y="4639055"/>
              <a:ext cx="304800" cy="304800"/>
            </a:xfrm>
            <a:prstGeom prst="rect">
              <a:avLst/>
            </a:prstGeom>
          </p:spPr>
        </p:pic>
        <p:pic>
          <p:nvPicPr>
            <p:cNvPr id="226" name="object 226"/>
            <p:cNvPicPr/>
            <p:nvPr/>
          </p:nvPicPr>
          <p:blipFill>
            <a:blip r:embed="rId223" cstate="print"/>
            <a:stretch>
              <a:fillRect/>
            </a:stretch>
          </p:blipFill>
          <p:spPr>
            <a:xfrm>
              <a:off x="2947416" y="4639055"/>
              <a:ext cx="304800" cy="304800"/>
            </a:xfrm>
            <a:prstGeom prst="rect">
              <a:avLst/>
            </a:prstGeom>
          </p:spPr>
        </p:pic>
      </p:grpSp>
      <p:sp>
        <p:nvSpPr>
          <p:cNvPr id="228" name="object 22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5415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fld id="{81D60167-4931-47E6-BA6A-407CBD079E47}" type="slidenum">
              <a:rPr dirty="0" spc="-25"/>
              <a:t>21</a:t>
            </a:fld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15744" y="1648967"/>
              <a:ext cx="543814" cy="52425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08611" y="2362200"/>
              <a:ext cx="545762" cy="5242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71624" y="1648967"/>
              <a:ext cx="539216" cy="51816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60801" y="2362200"/>
              <a:ext cx="545288" cy="52425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24071" y="1603247"/>
              <a:ext cx="115824" cy="32918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256788" y="1604772"/>
              <a:ext cx="192405" cy="329565"/>
            </a:xfrm>
            <a:custGeom>
              <a:avLst/>
              <a:gdLst/>
              <a:ahLst/>
              <a:cxnLst/>
              <a:rect l="l" t="t" r="r" b="b"/>
              <a:pathLst>
                <a:path w="192404" h="329564">
                  <a:moveTo>
                    <a:pt x="96012" y="0"/>
                  </a:moveTo>
                  <a:lnTo>
                    <a:pt x="96012" y="0"/>
                  </a:lnTo>
                  <a:lnTo>
                    <a:pt x="96012" y="0"/>
                  </a:lnTo>
                  <a:close/>
                </a:path>
                <a:path w="192404" h="329564">
                  <a:moveTo>
                    <a:pt x="96012" y="0"/>
                  </a:moveTo>
                  <a:lnTo>
                    <a:pt x="58668" y="6842"/>
                  </a:lnTo>
                  <a:lnTo>
                    <a:pt x="28146" y="25495"/>
                  </a:lnTo>
                  <a:lnTo>
                    <a:pt x="7554" y="53149"/>
                  </a:lnTo>
                  <a:lnTo>
                    <a:pt x="0" y="86994"/>
                  </a:lnTo>
                  <a:lnTo>
                    <a:pt x="2728" y="107656"/>
                  </a:lnTo>
                  <a:lnTo>
                    <a:pt x="10493" y="126555"/>
                  </a:lnTo>
                  <a:lnTo>
                    <a:pt x="22663" y="143073"/>
                  </a:lnTo>
                  <a:lnTo>
                    <a:pt x="38608" y="156590"/>
                  </a:lnTo>
                  <a:lnTo>
                    <a:pt x="96520" y="329183"/>
                  </a:lnTo>
                  <a:lnTo>
                    <a:pt x="151637" y="157733"/>
                  </a:lnTo>
                  <a:lnTo>
                    <a:pt x="168288" y="144144"/>
                  </a:lnTo>
                  <a:lnTo>
                    <a:pt x="181022" y="127412"/>
                  </a:lnTo>
                  <a:lnTo>
                    <a:pt x="189160" y="108156"/>
                  </a:lnTo>
                  <a:lnTo>
                    <a:pt x="192024" y="86994"/>
                  </a:lnTo>
                  <a:lnTo>
                    <a:pt x="184469" y="53149"/>
                  </a:lnTo>
                  <a:lnTo>
                    <a:pt x="163877" y="25495"/>
                  </a:lnTo>
                  <a:lnTo>
                    <a:pt x="133355" y="6842"/>
                  </a:lnTo>
                  <a:lnTo>
                    <a:pt x="96012" y="0"/>
                  </a:lnTo>
                  <a:close/>
                </a:path>
              </a:pathLst>
            </a:custGeom>
            <a:ln w="9144">
              <a:solidFill>
                <a:srgbClr val="E3EAE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73552" y="1621536"/>
              <a:ext cx="155448" cy="14020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601211" y="2132076"/>
              <a:ext cx="972819" cy="749935"/>
            </a:xfrm>
            <a:custGeom>
              <a:avLst/>
              <a:gdLst/>
              <a:ahLst/>
              <a:cxnLst/>
              <a:rect l="l" t="t" r="r" b="b"/>
              <a:pathLst>
                <a:path w="972820" h="749935">
                  <a:moveTo>
                    <a:pt x="928497" y="0"/>
                  </a:moveTo>
                  <a:lnTo>
                    <a:pt x="699135" y="0"/>
                  </a:lnTo>
                  <a:lnTo>
                    <a:pt x="682109" y="3361"/>
                  </a:lnTo>
                  <a:lnTo>
                    <a:pt x="668178" y="12509"/>
                  </a:lnTo>
                  <a:lnTo>
                    <a:pt x="658772" y="26038"/>
                  </a:lnTo>
                  <a:lnTo>
                    <a:pt x="655320" y="42545"/>
                  </a:lnTo>
                  <a:lnTo>
                    <a:pt x="655320" y="127381"/>
                  </a:lnTo>
                  <a:lnTo>
                    <a:pt x="658772" y="143887"/>
                  </a:lnTo>
                  <a:lnTo>
                    <a:pt x="668178" y="157416"/>
                  </a:lnTo>
                  <a:lnTo>
                    <a:pt x="682109" y="166564"/>
                  </a:lnTo>
                  <a:lnTo>
                    <a:pt x="699135" y="169925"/>
                  </a:lnTo>
                  <a:lnTo>
                    <a:pt x="791972" y="169925"/>
                  </a:lnTo>
                  <a:lnTo>
                    <a:pt x="794892" y="169925"/>
                  </a:lnTo>
                  <a:lnTo>
                    <a:pt x="797940" y="172847"/>
                  </a:lnTo>
                  <a:lnTo>
                    <a:pt x="798449" y="175640"/>
                  </a:lnTo>
                  <a:lnTo>
                    <a:pt x="813815" y="265175"/>
                  </a:lnTo>
                  <a:lnTo>
                    <a:pt x="829183" y="175640"/>
                  </a:lnTo>
                  <a:lnTo>
                    <a:pt x="829690" y="172720"/>
                  </a:lnTo>
                  <a:lnTo>
                    <a:pt x="833120" y="169925"/>
                  </a:lnTo>
                  <a:lnTo>
                    <a:pt x="836167" y="169925"/>
                  </a:lnTo>
                  <a:lnTo>
                    <a:pt x="928497" y="169925"/>
                  </a:lnTo>
                  <a:lnTo>
                    <a:pt x="945522" y="166564"/>
                  </a:lnTo>
                  <a:lnTo>
                    <a:pt x="959453" y="157416"/>
                  </a:lnTo>
                  <a:lnTo>
                    <a:pt x="968859" y="143887"/>
                  </a:lnTo>
                  <a:lnTo>
                    <a:pt x="972312" y="127381"/>
                  </a:lnTo>
                  <a:lnTo>
                    <a:pt x="972312" y="42545"/>
                  </a:lnTo>
                  <a:lnTo>
                    <a:pt x="968859" y="26038"/>
                  </a:lnTo>
                  <a:lnTo>
                    <a:pt x="959453" y="12509"/>
                  </a:lnTo>
                  <a:lnTo>
                    <a:pt x="945522" y="3361"/>
                  </a:lnTo>
                  <a:lnTo>
                    <a:pt x="928497" y="0"/>
                  </a:lnTo>
                  <a:close/>
                </a:path>
                <a:path w="972820" h="749935">
                  <a:moveTo>
                    <a:pt x="700532" y="15239"/>
                  </a:moveTo>
                  <a:lnTo>
                    <a:pt x="926973" y="15239"/>
                  </a:lnTo>
                  <a:lnTo>
                    <a:pt x="937504" y="17387"/>
                  </a:lnTo>
                  <a:lnTo>
                    <a:pt x="946070" y="23082"/>
                  </a:lnTo>
                  <a:lnTo>
                    <a:pt x="951851" y="31492"/>
                  </a:lnTo>
                  <a:lnTo>
                    <a:pt x="954024" y="41783"/>
                  </a:lnTo>
                  <a:lnTo>
                    <a:pt x="954024" y="125857"/>
                  </a:lnTo>
                  <a:lnTo>
                    <a:pt x="951851" y="136219"/>
                  </a:lnTo>
                  <a:lnTo>
                    <a:pt x="946070" y="144652"/>
                  </a:lnTo>
                  <a:lnTo>
                    <a:pt x="937504" y="150324"/>
                  </a:lnTo>
                  <a:lnTo>
                    <a:pt x="926973" y="152400"/>
                  </a:lnTo>
                  <a:lnTo>
                    <a:pt x="700532" y="152400"/>
                  </a:lnTo>
                  <a:lnTo>
                    <a:pt x="690056" y="150324"/>
                  </a:lnTo>
                  <a:lnTo>
                    <a:pt x="681497" y="144652"/>
                  </a:lnTo>
                  <a:lnTo>
                    <a:pt x="675725" y="136219"/>
                  </a:lnTo>
                  <a:lnTo>
                    <a:pt x="673608" y="125857"/>
                  </a:lnTo>
                  <a:lnTo>
                    <a:pt x="673608" y="41783"/>
                  </a:lnTo>
                  <a:lnTo>
                    <a:pt x="675725" y="31492"/>
                  </a:lnTo>
                  <a:lnTo>
                    <a:pt x="681497" y="23082"/>
                  </a:lnTo>
                  <a:lnTo>
                    <a:pt x="690056" y="17387"/>
                  </a:lnTo>
                  <a:lnTo>
                    <a:pt x="700532" y="15239"/>
                  </a:lnTo>
                  <a:close/>
                </a:path>
                <a:path w="972820" h="749935">
                  <a:moveTo>
                    <a:pt x="142493" y="472566"/>
                  </a:moveTo>
                  <a:lnTo>
                    <a:pt x="46482" y="472439"/>
                  </a:lnTo>
                  <a:lnTo>
                    <a:pt x="3673" y="499657"/>
                  </a:lnTo>
                  <a:lnTo>
                    <a:pt x="0" y="516889"/>
                  </a:lnTo>
                  <a:lnTo>
                    <a:pt x="0" y="605789"/>
                  </a:lnTo>
                  <a:lnTo>
                    <a:pt x="5169" y="636373"/>
                  </a:lnTo>
                  <a:lnTo>
                    <a:pt x="19226" y="652918"/>
                  </a:lnTo>
                  <a:lnTo>
                    <a:pt x="39995" y="668572"/>
                  </a:lnTo>
                  <a:lnTo>
                    <a:pt x="65300" y="696486"/>
                  </a:lnTo>
                  <a:lnTo>
                    <a:pt x="92963" y="749808"/>
                  </a:lnTo>
                  <a:lnTo>
                    <a:pt x="120627" y="696486"/>
                  </a:lnTo>
                  <a:lnTo>
                    <a:pt x="145932" y="668572"/>
                  </a:lnTo>
                  <a:lnTo>
                    <a:pt x="166701" y="652918"/>
                  </a:lnTo>
                  <a:lnTo>
                    <a:pt x="180758" y="636373"/>
                  </a:lnTo>
                  <a:lnTo>
                    <a:pt x="185927" y="605789"/>
                  </a:lnTo>
                  <a:lnTo>
                    <a:pt x="185927" y="516889"/>
                  </a:lnTo>
                  <a:lnTo>
                    <a:pt x="182749" y="499677"/>
                  </a:lnTo>
                  <a:lnTo>
                    <a:pt x="173831" y="485584"/>
                  </a:lnTo>
                  <a:lnTo>
                    <a:pt x="160103" y="476063"/>
                  </a:lnTo>
                  <a:lnTo>
                    <a:pt x="142493" y="472566"/>
                  </a:lnTo>
                  <a:close/>
                </a:path>
              </a:pathLst>
            </a:custGeom>
            <a:ln w="9144">
              <a:solidFill>
                <a:srgbClr val="E3EAE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14928" y="2618232"/>
              <a:ext cx="158496" cy="1524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924300" y="2125979"/>
              <a:ext cx="165100" cy="277495"/>
            </a:xfrm>
            <a:custGeom>
              <a:avLst/>
              <a:gdLst/>
              <a:ahLst/>
              <a:cxnLst/>
              <a:rect l="l" t="t" r="r" b="b"/>
              <a:pathLst>
                <a:path w="165100" h="277494">
                  <a:moveTo>
                    <a:pt x="82296" y="0"/>
                  </a:moveTo>
                  <a:lnTo>
                    <a:pt x="50256" y="6175"/>
                  </a:lnTo>
                  <a:lnTo>
                    <a:pt x="24098" y="23018"/>
                  </a:lnTo>
                  <a:lnTo>
                    <a:pt x="6465" y="48005"/>
                  </a:lnTo>
                  <a:lnTo>
                    <a:pt x="0" y="78612"/>
                  </a:lnTo>
                  <a:lnTo>
                    <a:pt x="4859" y="105350"/>
                  </a:lnTo>
                  <a:lnTo>
                    <a:pt x="18303" y="128111"/>
                  </a:lnTo>
                  <a:lnTo>
                    <a:pt x="38629" y="145299"/>
                  </a:lnTo>
                  <a:lnTo>
                    <a:pt x="64135" y="155321"/>
                  </a:lnTo>
                  <a:lnTo>
                    <a:pt x="68834" y="156464"/>
                  </a:lnTo>
                  <a:lnTo>
                    <a:pt x="68579" y="159639"/>
                  </a:lnTo>
                  <a:lnTo>
                    <a:pt x="69087" y="164465"/>
                  </a:lnTo>
                  <a:lnTo>
                    <a:pt x="82296" y="277368"/>
                  </a:lnTo>
                  <a:lnTo>
                    <a:pt x="95376" y="165989"/>
                  </a:lnTo>
                  <a:lnTo>
                    <a:pt x="95885" y="161544"/>
                  </a:lnTo>
                  <a:lnTo>
                    <a:pt x="95630" y="156337"/>
                  </a:lnTo>
                  <a:lnTo>
                    <a:pt x="100202" y="155448"/>
                  </a:lnTo>
                  <a:lnTo>
                    <a:pt x="125801" y="145460"/>
                  </a:lnTo>
                  <a:lnTo>
                    <a:pt x="146208" y="128222"/>
                  </a:lnTo>
                  <a:lnTo>
                    <a:pt x="159710" y="105388"/>
                  </a:lnTo>
                  <a:lnTo>
                    <a:pt x="164591" y="78612"/>
                  </a:lnTo>
                  <a:lnTo>
                    <a:pt x="158126" y="48006"/>
                  </a:lnTo>
                  <a:lnTo>
                    <a:pt x="140493" y="23018"/>
                  </a:lnTo>
                  <a:lnTo>
                    <a:pt x="114335" y="6175"/>
                  </a:lnTo>
                  <a:lnTo>
                    <a:pt x="82296" y="0"/>
                  </a:lnTo>
                  <a:close/>
                </a:path>
              </a:pathLst>
            </a:custGeom>
            <a:ln w="9144">
              <a:solidFill>
                <a:srgbClr val="E3EAE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934967" y="2136648"/>
              <a:ext cx="146304" cy="13716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253740" y="1616963"/>
              <a:ext cx="878840" cy="783590"/>
            </a:xfrm>
            <a:custGeom>
              <a:avLst/>
              <a:gdLst/>
              <a:ahLst/>
              <a:cxnLst/>
              <a:rect l="l" t="t" r="r" b="b"/>
              <a:pathLst>
                <a:path w="878839" h="783589">
                  <a:moveTo>
                    <a:pt x="723646" y="0"/>
                  </a:moveTo>
                  <a:lnTo>
                    <a:pt x="712398" y="2303"/>
                  </a:lnTo>
                  <a:lnTo>
                    <a:pt x="703008" y="8524"/>
                  </a:lnTo>
                  <a:lnTo>
                    <a:pt x="696571" y="17627"/>
                  </a:lnTo>
                  <a:lnTo>
                    <a:pt x="694182" y="28575"/>
                  </a:lnTo>
                  <a:lnTo>
                    <a:pt x="694182" y="32638"/>
                  </a:lnTo>
                  <a:lnTo>
                    <a:pt x="695071" y="36575"/>
                  </a:lnTo>
                  <a:lnTo>
                    <a:pt x="696340" y="39243"/>
                  </a:lnTo>
                  <a:lnTo>
                    <a:pt x="700793" y="53746"/>
                  </a:lnTo>
                  <a:lnTo>
                    <a:pt x="703103" y="66786"/>
                  </a:lnTo>
                  <a:lnTo>
                    <a:pt x="703270" y="78658"/>
                  </a:lnTo>
                  <a:lnTo>
                    <a:pt x="701294" y="89662"/>
                  </a:lnTo>
                  <a:lnTo>
                    <a:pt x="677148" y="133397"/>
                  </a:lnTo>
                  <a:lnTo>
                    <a:pt x="661035" y="150749"/>
                  </a:lnTo>
                  <a:lnTo>
                    <a:pt x="653522" y="162998"/>
                  </a:lnTo>
                  <a:lnTo>
                    <a:pt x="670560" y="197485"/>
                  </a:lnTo>
                  <a:lnTo>
                    <a:pt x="677926" y="199644"/>
                  </a:lnTo>
                  <a:lnTo>
                    <a:pt x="681736" y="199644"/>
                  </a:lnTo>
                  <a:lnTo>
                    <a:pt x="681989" y="199644"/>
                  </a:lnTo>
                  <a:lnTo>
                    <a:pt x="749426" y="199644"/>
                  </a:lnTo>
                  <a:lnTo>
                    <a:pt x="765556" y="292608"/>
                  </a:lnTo>
                  <a:lnTo>
                    <a:pt x="781431" y="199644"/>
                  </a:lnTo>
                  <a:lnTo>
                    <a:pt x="848868" y="199644"/>
                  </a:lnTo>
                  <a:lnTo>
                    <a:pt x="849122" y="199644"/>
                  </a:lnTo>
                  <a:lnTo>
                    <a:pt x="852932" y="199644"/>
                  </a:lnTo>
                  <a:lnTo>
                    <a:pt x="856742" y="198882"/>
                  </a:lnTo>
                  <a:lnTo>
                    <a:pt x="878415" y="173751"/>
                  </a:lnTo>
                  <a:lnTo>
                    <a:pt x="877982" y="165417"/>
                  </a:lnTo>
                  <a:lnTo>
                    <a:pt x="875121" y="157559"/>
                  </a:lnTo>
                  <a:lnTo>
                    <a:pt x="869950" y="150749"/>
                  </a:lnTo>
                  <a:lnTo>
                    <a:pt x="853836" y="133397"/>
                  </a:lnTo>
                  <a:lnTo>
                    <a:pt x="842772" y="118141"/>
                  </a:lnTo>
                  <a:lnTo>
                    <a:pt x="835517" y="104743"/>
                  </a:lnTo>
                  <a:lnTo>
                    <a:pt x="830834" y="92963"/>
                  </a:lnTo>
                  <a:lnTo>
                    <a:pt x="828139" y="81323"/>
                  </a:lnTo>
                  <a:lnTo>
                    <a:pt x="827849" y="68897"/>
                  </a:lnTo>
                  <a:lnTo>
                    <a:pt x="829941" y="55423"/>
                  </a:lnTo>
                  <a:lnTo>
                    <a:pt x="834389" y="40639"/>
                  </a:lnTo>
                  <a:lnTo>
                    <a:pt x="836168" y="36830"/>
                  </a:lnTo>
                  <a:lnTo>
                    <a:pt x="837057" y="32893"/>
                  </a:lnTo>
                  <a:lnTo>
                    <a:pt x="837057" y="28828"/>
                  </a:lnTo>
                  <a:lnTo>
                    <a:pt x="834667" y="17666"/>
                  </a:lnTo>
                  <a:lnTo>
                    <a:pt x="828325" y="8588"/>
                  </a:lnTo>
                  <a:lnTo>
                    <a:pt x="818983" y="2486"/>
                  </a:lnTo>
                  <a:lnTo>
                    <a:pt x="807593" y="253"/>
                  </a:lnTo>
                  <a:lnTo>
                    <a:pt x="807465" y="253"/>
                  </a:lnTo>
                  <a:lnTo>
                    <a:pt x="723773" y="0"/>
                  </a:lnTo>
                  <a:close/>
                </a:path>
                <a:path w="878839" h="783589">
                  <a:moveTo>
                    <a:pt x="33527" y="774191"/>
                  </a:moveTo>
                  <a:lnTo>
                    <a:pt x="33527" y="512076"/>
                  </a:lnTo>
                  <a:lnTo>
                    <a:pt x="33527" y="774191"/>
                  </a:lnTo>
                  <a:close/>
                </a:path>
                <a:path w="878839" h="783589">
                  <a:moveTo>
                    <a:pt x="30480" y="512063"/>
                  </a:moveTo>
                  <a:lnTo>
                    <a:pt x="33909" y="585215"/>
                  </a:lnTo>
                  <a:lnTo>
                    <a:pt x="198120" y="585215"/>
                  </a:lnTo>
                  <a:lnTo>
                    <a:pt x="170687" y="546988"/>
                  </a:lnTo>
                  <a:lnTo>
                    <a:pt x="198120" y="512063"/>
                  </a:lnTo>
                  <a:lnTo>
                    <a:pt x="30480" y="512063"/>
                  </a:lnTo>
                  <a:close/>
                </a:path>
                <a:path w="878839" h="783589">
                  <a:moveTo>
                    <a:pt x="33527" y="771144"/>
                  </a:moveTo>
                  <a:lnTo>
                    <a:pt x="20466" y="771614"/>
                  </a:lnTo>
                  <a:lnTo>
                    <a:pt x="9810" y="772906"/>
                  </a:lnTo>
                  <a:lnTo>
                    <a:pt x="2631" y="774840"/>
                  </a:lnTo>
                  <a:lnTo>
                    <a:pt x="0" y="777239"/>
                  </a:lnTo>
                  <a:lnTo>
                    <a:pt x="2631" y="779639"/>
                  </a:lnTo>
                  <a:lnTo>
                    <a:pt x="9810" y="781573"/>
                  </a:lnTo>
                  <a:lnTo>
                    <a:pt x="20466" y="782865"/>
                  </a:lnTo>
                  <a:lnTo>
                    <a:pt x="33527" y="783336"/>
                  </a:lnTo>
                  <a:lnTo>
                    <a:pt x="46589" y="782865"/>
                  </a:lnTo>
                  <a:lnTo>
                    <a:pt x="57245" y="781573"/>
                  </a:lnTo>
                  <a:lnTo>
                    <a:pt x="64424" y="779639"/>
                  </a:lnTo>
                  <a:lnTo>
                    <a:pt x="67056" y="777239"/>
                  </a:lnTo>
                  <a:lnTo>
                    <a:pt x="64424" y="774840"/>
                  </a:lnTo>
                  <a:lnTo>
                    <a:pt x="57245" y="772906"/>
                  </a:lnTo>
                  <a:lnTo>
                    <a:pt x="46589" y="771614"/>
                  </a:lnTo>
                  <a:lnTo>
                    <a:pt x="33527" y="771144"/>
                  </a:lnTo>
                  <a:close/>
                </a:path>
                <a:path w="878839" h="783589">
                  <a:moveTo>
                    <a:pt x="390144" y="774191"/>
                  </a:moveTo>
                  <a:lnTo>
                    <a:pt x="393191" y="774191"/>
                  </a:lnTo>
                  <a:lnTo>
                    <a:pt x="393191" y="512076"/>
                  </a:lnTo>
                  <a:lnTo>
                    <a:pt x="390144" y="512076"/>
                  </a:lnTo>
                  <a:lnTo>
                    <a:pt x="390144" y="774191"/>
                  </a:lnTo>
                  <a:close/>
                </a:path>
                <a:path w="878839" h="783589">
                  <a:moveTo>
                    <a:pt x="393192" y="771144"/>
                  </a:moveTo>
                  <a:lnTo>
                    <a:pt x="380130" y="771614"/>
                  </a:lnTo>
                  <a:lnTo>
                    <a:pt x="369474" y="772906"/>
                  </a:lnTo>
                  <a:lnTo>
                    <a:pt x="362295" y="774840"/>
                  </a:lnTo>
                  <a:lnTo>
                    <a:pt x="359663" y="777239"/>
                  </a:lnTo>
                  <a:lnTo>
                    <a:pt x="362295" y="779639"/>
                  </a:lnTo>
                  <a:lnTo>
                    <a:pt x="369474" y="781573"/>
                  </a:lnTo>
                  <a:lnTo>
                    <a:pt x="380130" y="782865"/>
                  </a:lnTo>
                  <a:lnTo>
                    <a:pt x="393192" y="783336"/>
                  </a:lnTo>
                  <a:lnTo>
                    <a:pt x="406253" y="782865"/>
                  </a:lnTo>
                  <a:lnTo>
                    <a:pt x="416909" y="781573"/>
                  </a:lnTo>
                  <a:lnTo>
                    <a:pt x="424088" y="779639"/>
                  </a:lnTo>
                  <a:lnTo>
                    <a:pt x="426720" y="777239"/>
                  </a:lnTo>
                  <a:lnTo>
                    <a:pt x="424088" y="774840"/>
                  </a:lnTo>
                  <a:lnTo>
                    <a:pt x="416909" y="772906"/>
                  </a:lnTo>
                  <a:lnTo>
                    <a:pt x="406253" y="771614"/>
                  </a:lnTo>
                  <a:lnTo>
                    <a:pt x="393192" y="771144"/>
                  </a:lnTo>
                  <a:close/>
                </a:path>
                <a:path w="878839" h="783589">
                  <a:moveTo>
                    <a:pt x="395732" y="512063"/>
                  </a:moveTo>
                  <a:lnTo>
                    <a:pt x="390144" y="597408"/>
                  </a:lnTo>
                  <a:lnTo>
                    <a:pt x="539496" y="545973"/>
                  </a:lnTo>
                  <a:lnTo>
                    <a:pt x="395732" y="512063"/>
                  </a:lnTo>
                  <a:close/>
                </a:path>
              </a:pathLst>
            </a:custGeom>
            <a:ln w="9144">
              <a:solidFill>
                <a:srgbClr val="E3EAE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304538" y="1600835"/>
              <a:ext cx="184688" cy="17995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287011" y="1586611"/>
              <a:ext cx="220979" cy="286385"/>
            </a:xfrm>
            <a:custGeom>
              <a:avLst/>
              <a:gdLst/>
              <a:ahLst/>
              <a:cxnLst/>
              <a:rect l="l" t="t" r="r" b="b"/>
              <a:pathLst>
                <a:path w="220979" h="286385">
                  <a:moveTo>
                    <a:pt x="110362" y="0"/>
                  </a:moveTo>
                  <a:lnTo>
                    <a:pt x="67294" y="8324"/>
                  </a:lnTo>
                  <a:lnTo>
                    <a:pt x="32226" y="31067"/>
                  </a:lnTo>
                  <a:lnTo>
                    <a:pt x="8635" y="64883"/>
                  </a:lnTo>
                  <a:lnTo>
                    <a:pt x="0" y="106425"/>
                  </a:lnTo>
                  <a:lnTo>
                    <a:pt x="15230" y="167334"/>
                  </a:lnTo>
                  <a:lnTo>
                    <a:pt x="49641" y="222884"/>
                  </a:lnTo>
                  <a:lnTo>
                    <a:pt x="86314" y="265195"/>
                  </a:lnTo>
                  <a:lnTo>
                    <a:pt x="108330" y="286385"/>
                  </a:lnTo>
                  <a:lnTo>
                    <a:pt x="111251" y="286385"/>
                  </a:lnTo>
                  <a:lnTo>
                    <a:pt x="155393" y="243229"/>
                  </a:lnTo>
                  <a:lnTo>
                    <a:pt x="185876" y="203896"/>
                  </a:lnTo>
                  <a:lnTo>
                    <a:pt x="210482" y="157182"/>
                  </a:lnTo>
                  <a:lnTo>
                    <a:pt x="220599" y="106425"/>
                  </a:lnTo>
                  <a:lnTo>
                    <a:pt x="211822" y="64883"/>
                  </a:lnTo>
                  <a:lnTo>
                    <a:pt x="188007" y="31067"/>
                  </a:lnTo>
                  <a:lnTo>
                    <a:pt x="152929" y="8324"/>
                  </a:lnTo>
                  <a:lnTo>
                    <a:pt x="110362" y="0"/>
                  </a:lnTo>
                  <a:close/>
                </a:path>
              </a:pathLst>
            </a:custGeom>
            <a:ln w="9144">
              <a:solidFill>
                <a:srgbClr val="E3EAE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904488" y="2624327"/>
              <a:ext cx="210312" cy="20421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294632" y="2627376"/>
              <a:ext cx="204216" cy="20421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294379" y="2640838"/>
              <a:ext cx="112014" cy="10972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259835" y="2610611"/>
              <a:ext cx="180340" cy="259079"/>
            </a:xfrm>
            <a:custGeom>
              <a:avLst/>
              <a:gdLst/>
              <a:ahLst/>
              <a:cxnLst/>
              <a:rect l="l" t="t" r="r" b="b"/>
              <a:pathLst>
                <a:path w="180339" h="259080">
                  <a:moveTo>
                    <a:pt x="90169" y="0"/>
                  </a:moveTo>
                  <a:lnTo>
                    <a:pt x="125021" y="6925"/>
                  </a:lnTo>
                  <a:lnTo>
                    <a:pt x="153527" y="25781"/>
                  </a:lnTo>
                  <a:lnTo>
                    <a:pt x="172769" y="53685"/>
                  </a:lnTo>
                  <a:lnTo>
                    <a:pt x="179831" y="87757"/>
                  </a:lnTo>
                  <a:lnTo>
                    <a:pt x="175982" y="108960"/>
                  </a:lnTo>
                  <a:lnTo>
                    <a:pt x="167512" y="131460"/>
                  </a:lnTo>
                  <a:lnTo>
                    <a:pt x="159043" y="149318"/>
                  </a:lnTo>
                  <a:lnTo>
                    <a:pt x="155193" y="156590"/>
                  </a:lnTo>
                  <a:lnTo>
                    <a:pt x="93217" y="259079"/>
                  </a:lnTo>
                  <a:lnTo>
                    <a:pt x="28828" y="157861"/>
                  </a:lnTo>
                  <a:lnTo>
                    <a:pt x="24324" y="150800"/>
                  </a:lnTo>
                  <a:lnTo>
                    <a:pt x="14414" y="133191"/>
                  </a:lnTo>
                  <a:lnTo>
                    <a:pt x="4504" y="110390"/>
                  </a:lnTo>
                  <a:lnTo>
                    <a:pt x="0" y="87757"/>
                  </a:lnTo>
                  <a:lnTo>
                    <a:pt x="7070" y="53685"/>
                  </a:lnTo>
                  <a:lnTo>
                    <a:pt x="26368" y="25781"/>
                  </a:lnTo>
                  <a:lnTo>
                    <a:pt x="55024" y="6925"/>
                  </a:lnTo>
                  <a:lnTo>
                    <a:pt x="90169" y="0"/>
                  </a:lnTo>
                  <a:close/>
                </a:path>
              </a:pathLst>
            </a:custGeom>
            <a:ln w="9143">
              <a:solidFill>
                <a:srgbClr val="E3EAE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029200" y="1581911"/>
              <a:ext cx="2816352" cy="719201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8846946" y="4939284"/>
              <a:ext cx="414655" cy="457200"/>
            </a:xfrm>
            <a:custGeom>
              <a:avLst/>
              <a:gdLst/>
              <a:ahLst/>
              <a:cxnLst/>
              <a:rect l="l" t="t" r="r" b="b"/>
              <a:pathLst>
                <a:path w="414654" h="457200">
                  <a:moveTo>
                    <a:pt x="384175" y="0"/>
                  </a:moveTo>
                  <a:lnTo>
                    <a:pt x="30225" y="0"/>
                  </a:lnTo>
                  <a:lnTo>
                    <a:pt x="18162" y="2276"/>
                  </a:lnTo>
                  <a:lnTo>
                    <a:pt x="8588" y="8493"/>
                  </a:lnTo>
                  <a:lnTo>
                    <a:pt x="2276" y="17734"/>
                  </a:lnTo>
                  <a:lnTo>
                    <a:pt x="0" y="29083"/>
                  </a:lnTo>
                  <a:lnTo>
                    <a:pt x="0" y="386969"/>
                  </a:lnTo>
                  <a:lnTo>
                    <a:pt x="2276" y="398391"/>
                  </a:lnTo>
                  <a:lnTo>
                    <a:pt x="8588" y="407670"/>
                  </a:lnTo>
                  <a:lnTo>
                    <a:pt x="18162" y="413900"/>
                  </a:lnTo>
                  <a:lnTo>
                    <a:pt x="30225" y="416179"/>
                  </a:lnTo>
                  <a:lnTo>
                    <a:pt x="179070" y="416179"/>
                  </a:lnTo>
                  <a:lnTo>
                    <a:pt x="207136" y="457073"/>
                  </a:lnTo>
                  <a:lnTo>
                    <a:pt x="235203" y="416179"/>
                  </a:lnTo>
                  <a:lnTo>
                    <a:pt x="384175" y="416179"/>
                  </a:lnTo>
                  <a:lnTo>
                    <a:pt x="395755" y="413900"/>
                  </a:lnTo>
                  <a:lnTo>
                    <a:pt x="405383" y="407670"/>
                  </a:lnTo>
                  <a:lnTo>
                    <a:pt x="411964" y="398391"/>
                  </a:lnTo>
                  <a:lnTo>
                    <a:pt x="414400" y="386969"/>
                  </a:lnTo>
                  <a:lnTo>
                    <a:pt x="414400" y="29083"/>
                  </a:lnTo>
                  <a:lnTo>
                    <a:pt x="412107" y="17734"/>
                  </a:lnTo>
                  <a:lnTo>
                    <a:pt x="405765" y="8493"/>
                  </a:lnTo>
                  <a:lnTo>
                    <a:pt x="396184" y="2276"/>
                  </a:lnTo>
                  <a:lnTo>
                    <a:pt x="384175" y="0"/>
                  </a:lnTo>
                  <a:close/>
                </a:path>
              </a:pathLst>
            </a:custGeom>
            <a:solidFill>
              <a:srgbClr val="2C15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8846946" y="4939284"/>
              <a:ext cx="414655" cy="457200"/>
            </a:xfrm>
            <a:custGeom>
              <a:avLst/>
              <a:gdLst/>
              <a:ahLst/>
              <a:cxnLst/>
              <a:rect l="l" t="t" r="r" b="b"/>
              <a:pathLst>
                <a:path w="414654" h="457200">
                  <a:moveTo>
                    <a:pt x="30225" y="0"/>
                  </a:moveTo>
                  <a:lnTo>
                    <a:pt x="18162" y="2276"/>
                  </a:lnTo>
                  <a:lnTo>
                    <a:pt x="8588" y="8493"/>
                  </a:lnTo>
                  <a:lnTo>
                    <a:pt x="2276" y="17734"/>
                  </a:lnTo>
                  <a:lnTo>
                    <a:pt x="0" y="29083"/>
                  </a:lnTo>
                  <a:lnTo>
                    <a:pt x="0" y="386969"/>
                  </a:lnTo>
                  <a:lnTo>
                    <a:pt x="2276" y="398391"/>
                  </a:lnTo>
                  <a:lnTo>
                    <a:pt x="8588" y="407670"/>
                  </a:lnTo>
                  <a:lnTo>
                    <a:pt x="18162" y="413900"/>
                  </a:lnTo>
                  <a:lnTo>
                    <a:pt x="30225" y="416179"/>
                  </a:lnTo>
                  <a:lnTo>
                    <a:pt x="179070" y="416179"/>
                  </a:lnTo>
                  <a:lnTo>
                    <a:pt x="207136" y="457073"/>
                  </a:lnTo>
                  <a:lnTo>
                    <a:pt x="235203" y="416179"/>
                  </a:lnTo>
                  <a:lnTo>
                    <a:pt x="384175" y="416179"/>
                  </a:lnTo>
                  <a:lnTo>
                    <a:pt x="395755" y="413900"/>
                  </a:lnTo>
                  <a:lnTo>
                    <a:pt x="405383" y="407670"/>
                  </a:lnTo>
                  <a:lnTo>
                    <a:pt x="411964" y="398391"/>
                  </a:lnTo>
                  <a:lnTo>
                    <a:pt x="414400" y="386969"/>
                  </a:lnTo>
                  <a:lnTo>
                    <a:pt x="414400" y="29083"/>
                  </a:lnTo>
                  <a:lnTo>
                    <a:pt x="412107" y="17734"/>
                  </a:lnTo>
                  <a:lnTo>
                    <a:pt x="405765" y="8493"/>
                  </a:lnTo>
                  <a:lnTo>
                    <a:pt x="396184" y="2276"/>
                  </a:lnTo>
                  <a:lnTo>
                    <a:pt x="384175" y="0"/>
                  </a:lnTo>
                  <a:lnTo>
                    <a:pt x="30225" y="0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9621139" y="4939284"/>
              <a:ext cx="411480" cy="457200"/>
            </a:xfrm>
            <a:custGeom>
              <a:avLst/>
              <a:gdLst/>
              <a:ahLst/>
              <a:cxnLst/>
              <a:rect l="l" t="t" r="r" b="b"/>
              <a:pathLst>
                <a:path w="411479" h="457200">
                  <a:moveTo>
                    <a:pt x="382269" y="0"/>
                  </a:moveTo>
                  <a:lnTo>
                    <a:pt x="28955" y="0"/>
                  </a:lnTo>
                  <a:lnTo>
                    <a:pt x="17627" y="2276"/>
                  </a:lnTo>
                  <a:lnTo>
                    <a:pt x="8429" y="8493"/>
                  </a:lnTo>
                  <a:lnTo>
                    <a:pt x="2256" y="17734"/>
                  </a:lnTo>
                  <a:lnTo>
                    <a:pt x="0" y="29083"/>
                  </a:lnTo>
                  <a:lnTo>
                    <a:pt x="0" y="386969"/>
                  </a:lnTo>
                  <a:lnTo>
                    <a:pt x="2256" y="398391"/>
                  </a:lnTo>
                  <a:lnTo>
                    <a:pt x="8429" y="407670"/>
                  </a:lnTo>
                  <a:lnTo>
                    <a:pt x="17627" y="413900"/>
                  </a:lnTo>
                  <a:lnTo>
                    <a:pt x="28955" y="416179"/>
                  </a:lnTo>
                  <a:lnTo>
                    <a:pt x="178180" y="416179"/>
                  </a:lnTo>
                  <a:lnTo>
                    <a:pt x="205104" y="457073"/>
                  </a:lnTo>
                  <a:lnTo>
                    <a:pt x="233044" y="416179"/>
                  </a:lnTo>
                  <a:lnTo>
                    <a:pt x="382269" y="416179"/>
                  </a:lnTo>
                  <a:lnTo>
                    <a:pt x="393618" y="413900"/>
                  </a:lnTo>
                  <a:lnTo>
                    <a:pt x="402859" y="407670"/>
                  </a:lnTo>
                  <a:lnTo>
                    <a:pt x="409076" y="398391"/>
                  </a:lnTo>
                  <a:lnTo>
                    <a:pt x="411352" y="386969"/>
                  </a:lnTo>
                  <a:lnTo>
                    <a:pt x="411352" y="29083"/>
                  </a:lnTo>
                  <a:lnTo>
                    <a:pt x="409076" y="17734"/>
                  </a:lnTo>
                  <a:lnTo>
                    <a:pt x="402859" y="8493"/>
                  </a:lnTo>
                  <a:lnTo>
                    <a:pt x="393618" y="2276"/>
                  </a:lnTo>
                  <a:lnTo>
                    <a:pt x="382269" y="0"/>
                  </a:lnTo>
                  <a:close/>
                </a:path>
              </a:pathLst>
            </a:custGeom>
            <a:solidFill>
              <a:srgbClr val="2C15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9621139" y="4939284"/>
              <a:ext cx="411480" cy="457200"/>
            </a:xfrm>
            <a:custGeom>
              <a:avLst/>
              <a:gdLst/>
              <a:ahLst/>
              <a:cxnLst/>
              <a:rect l="l" t="t" r="r" b="b"/>
              <a:pathLst>
                <a:path w="411479" h="457200">
                  <a:moveTo>
                    <a:pt x="28955" y="0"/>
                  </a:moveTo>
                  <a:lnTo>
                    <a:pt x="17627" y="2276"/>
                  </a:lnTo>
                  <a:lnTo>
                    <a:pt x="8429" y="8493"/>
                  </a:lnTo>
                  <a:lnTo>
                    <a:pt x="2256" y="17734"/>
                  </a:lnTo>
                  <a:lnTo>
                    <a:pt x="0" y="29083"/>
                  </a:lnTo>
                  <a:lnTo>
                    <a:pt x="0" y="386969"/>
                  </a:lnTo>
                  <a:lnTo>
                    <a:pt x="2256" y="398391"/>
                  </a:lnTo>
                  <a:lnTo>
                    <a:pt x="8429" y="407670"/>
                  </a:lnTo>
                  <a:lnTo>
                    <a:pt x="17627" y="413900"/>
                  </a:lnTo>
                  <a:lnTo>
                    <a:pt x="28955" y="416179"/>
                  </a:lnTo>
                  <a:lnTo>
                    <a:pt x="178180" y="416179"/>
                  </a:lnTo>
                  <a:lnTo>
                    <a:pt x="205104" y="457073"/>
                  </a:lnTo>
                  <a:lnTo>
                    <a:pt x="233044" y="416179"/>
                  </a:lnTo>
                  <a:lnTo>
                    <a:pt x="382269" y="416179"/>
                  </a:lnTo>
                  <a:lnTo>
                    <a:pt x="393618" y="413900"/>
                  </a:lnTo>
                  <a:lnTo>
                    <a:pt x="402859" y="407670"/>
                  </a:lnTo>
                  <a:lnTo>
                    <a:pt x="409076" y="398391"/>
                  </a:lnTo>
                  <a:lnTo>
                    <a:pt x="411352" y="386969"/>
                  </a:lnTo>
                  <a:lnTo>
                    <a:pt x="411352" y="29083"/>
                  </a:lnTo>
                  <a:lnTo>
                    <a:pt x="409076" y="17734"/>
                  </a:lnTo>
                  <a:lnTo>
                    <a:pt x="402859" y="8493"/>
                  </a:lnTo>
                  <a:lnTo>
                    <a:pt x="393618" y="2276"/>
                  </a:lnTo>
                  <a:lnTo>
                    <a:pt x="382269" y="0"/>
                  </a:lnTo>
                  <a:lnTo>
                    <a:pt x="28955" y="0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9227946" y="5551932"/>
              <a:ext cx="411480" cy="457200"/>
            </a:xfrm>
            <a:custGeom>
              <a:avLst/>
              <a:gdLst/>
              <a:ahLst/>
              <a:cxnLst/>
              <a:rect l="l" t="t" r="r" b="b"/>
              <a:pathLst>
                <a:path w="411479" h="457200">
                  <a:moveTo>
                    <a:pt x="205612" y="0"/>
                  </a:moveTo>
                  <a:lnTo>
                    <a:pt x="178816" y="41033"/>
                  </a:lnTo>
                  <a:lnTo>
                    <a:pt x="29972" y="41033"/>
                  </a:lnTo>
                  <a:lnTo>
                    <a:pt x="18484" y="43296"/>
                  </a:lnTo>
                  <a:lnTo>
                    <a:pt x="8937" y="49490"/>
                  </a:lnTo>
                  <a:lnTo>
                    <a:pt x="2414" y="58719"/>
                  </a:lnTo>
                  <a:lnTo>
                    <a:pt x="0" y="70091"/>
                  </a:lnTo>
                  <a:lnTo>
                    <a:pt x="0" y="428066"/>
                  </a:lnTo>
                  <a:lnTo>
                    <a:pt x="2414" y="439444"/>
                  </a:lnTo>
                  <a:lnTo>
                    <a:pt x="8937" y="448700"/>
                  </a:lnTo>
                  <a:lnTo>
                    <a:pt x="18484" y="454923"/>
                  </a:lnTo>
                  <a:lnTo>
                    <a:pt x="29972" y="457200"/>
                  </a:lnTo>
                  <a:lnTo>
                    <a:pt x="382397" y="457200"/>
                  </a:lnTo>
                  <a:lnTo>
                    <a:pt x="393652" y="454923"/>
                  </a:lnTo>
                  <a:lnTo>
                    <a:pt x="402812" y="448700"/>
                  </a:lnTo>
                  <a:lnTo>
                    <a:pt x="408971" y="439444"/>
                  </a:lnTo>
                  <a:lnTo>
                    <a:pt x="411225" y="428066"/>
                  </a:lnTo>
                  <a:lnTo>
                    <a:pt x="411225" y="70091"/>
                  </a:lnTo>
                  <a:lnTo>
                    <a:pt x="408971" y="58719"/>
                  </a:lnTo>
                  <a:lnTo>
                    <a:pt x="402812" y="49490"/>
                  </a:lnTo>
                  <a:lnTo>
                    <a:pt x="393652" y="43296"/>
                  </a:lnTo>
                  <a:lnTo>
                    <a:pt x="382397" y="41033"/>
                  </a:lnTo>
                  <a:lnTo>
                    <a:pt x="233425" y="41033"/>
                  </a:lnTo>
                  <a:lnTo>
                    <a:pt x="205612" y="0"/>
                  </a:lnTo>
                  <a:close/>
                </a:path>
              </a:pathLst>
            </a:custGeom>
            <a:solidFill>
              <a:srgbClr val="2C15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9227946" y="5551932"/>
              <a:ext cx="411480" cy="457200"/>
            </a:xfrm>
            <a:custGeom>
              <a:avLst/>
              <a:gdLst/>
              <a:ahLst/>
              <a:cxnLst/>
              <a:rect l="l" t="t" r="r" b="b"/>
              <a:pathLst>
                <a:path w="411479" h="457200">
                  <a:moveTo>
                    <a:pt x="205612" y="0"/>
                  </a:moveTo>
                  <a:lnTo>
                    <a:pt x="178816" y="41033"/>
                  </a:lnTo>
                  <a:lnTo>
                    <a:pt x="29972" y="41033"/>
                  </a:lnTo>
                  <a:lnTo>
                    <a:pt x="18484" y="43296"/>
                  </a:lnTo>
                  <a:lnTo>
                    <a:pt x="8937" y="49490"/>
                  </a:lnTo>
                  <a:lnTo>
                    <a:pt x="2414" y="58719"/>
                  </a:lnTo>
                  <a:lnTo>
                    <a:pt x="0" y="70091"/>
                  </a:lnTo>
                  <a:lnTo>
                    <a:pt x="0" y="428066"/>
                  </a:lnTo>
                  <a:lnTo>
                    <a:pt x="2414" y="439444"/>
                  </a:lnTo>
                  <a:lnTo>
                    <a:pt x="8937" y="448700"/>
                  </a:lnTo>
                  <a:lnTo>
                    <a:pt x="18484" y="454923"/>
                  </a:lnTo>
                  <a:lnTo>
                    <a:pt x="29972" y="457200"/>
                  </a:lnTo>
                  <a:lnTo>
                    <a:pt x="382397" y="457200"/>
                  </a:lnTo>
                  <a:lnTo>
                    <a:pt x="393652" y="454923"/>
                  </a:lnTo>
                  <a:lnTo>
                    <a:pt x="402812" y="448700"/>
                  </a:lnTo>
                  <a:lnTo>
                    <a:pt x="408971" y="439444"/>
                  </a:lnTo>
                  <a:lnTo>
                    <a:pt x="411225" y="428066"/>
                  </a:lnTo>
                  <a:lnTo>
                    <a:pt x="411225" y="70091"/>
                  </a:lnTo>
                  <a:lnTo>
                    <a:pt x="408971" y="58719"/>
                  </a:lnTo>
                  <a:lnTo>
                    <a:pt x="402812" y="49490"/>
                  </a:lnTo>
                  <a:lnTo>
                    <a:pt x="393652" y="43296"/>
                  </a:lnTo>
                  <a:lnTo>
                    <a:pt x="382397" y="41033"/>
                  </a:lnTo>
                  <a:lnTo>
                    <a:pt x="233425" y="41033"/>
                  </a:lnTo>
                  <a:lnTo>
                    <a:pt x="205612" y="0"/>
                  </a:lnTo>
                  <a:close/>
                </a:path>
              </a:pathLst>
            </a:custGeom>
            <a:ln w="914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0005059" y="5551932"/>
              <a:ext cx="414655" cy="457200"/>
            </a:xfrm>
            <a:custGeom>
              <a:avLst/>
              <a:gdLst/>
              <a:ahLst/>
              <a:cxnLst/>
              <a:rect l="l" t="t" r="r" b="b"/>
              <a:pathLst>
                <a:path w="414654" h="457200">
                  <a:moveTo>
                    <a:pt x="207264" y="0"/>
                  </a:moveTo>
                  <a:lnTo>
                    <a:pt x="180340" y="41033"/>
                  </a:lnTo>
                  <a:lnTo>
                    <a:pt x="29464" y="40944"/>
                  </a:lnTo>
                  <a:lnTo>
                    <a:pt x="17948" y="43307"/>
                  </a:lnTo>
                  <a:lnTo>
                    <a:pt x="8588" y="49674"/>
                  </a:lnTo>
                  <a:lnTo>
                    <a:pt x="2299" y="58963"/>
                  </a:lnTo>
                  <a:lnTo>
                    <a:pt x="0" y="70091"/>
                  </a:lnTo>
                  <a:lnTo>
                    <a:pt x="0" y="428066"/>
                  </a:lnTo>
                  <a:lnTo>
                    <a:pt x="2278" y="439444"/>
                  </a:lnTo>
                  <a:lnTo>
                    <a:pt x="8509" y="448700"/>
                  </a:lnTo>
                  <a:lnTo>
                    <a:pt x="17787" y="454923"/>
                  </a:lnTo>
                  <a:lnTo>
                    <a:pt x="29210" y="457200"/>
                  </a:lnTo>
                  <a:lnTo>
                    <a:pt x="384301" y="457200"/>
                  </a:lnTo>
                  <a:lnTo>
                    <a:pt x="395882" y="454923"/>
                  </a:lnTo>
                  <a:lnTo>
                    <a:pt x="405511" y="448700"/>
                  </a:lnTo>
                  <a:lnTo>
                    <a:pt x="412091" y="439444"/>
                  </a:lnTo>
                  <a:lnTo>
                    <a:pt x="414528" y="428066"/>
                  </a:lnTo>
                  <a:lnTo>
                    <a:pt x="414528" y="70091"/>
                  </a:lnTo>
                  <a:lnTo>
                    <a:pt x="412091" y="58719"/>
                  </a:lnTo>
                  <a:lnTo>
                    <a:pt x="405511" y="49490"/>
                  </a:lnTo>
                  <a:lnTo>
                    <a:pt x="395882" y="43296"/>
                  </a:lnTo>
                  <a:lnTo>
                    <a:pt x="384301" y="41033"/>
                  </a:lnTo>
                  <a:lnTo>
                    <a:pt x="234188" y="41033"/>
                  </a:lnTo>
                  <a:lnTo>
                    <a:pt x="207264" y="0"/>
                  </a:lnTo>
                  <a:close/>
                </a:path>
              </a:pathLst>
            </a:custGeom>
            <a:solidFill>
              <a:srgbClr val="2C15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0005059" y="5551932"/>
              <a:ext cx="414655" cy="457200"/>
            </a:xfrm>
            <a:custGeom>
              <a:avLst/>
              <a:gdLst/>
              <a:ahLst/>
              <a:cxnLst/>
              <a:rect l="l" t="t" r="r" b="b"/>
              <a:pathLst>
                <a:path w="414654" h="457200">
                  <a:moveTo>
                    <a:pt x="207264" y="0"/>
                  </a:moveTo>
                  <a:lnTo>
                    <a:pt x="180340" y="41033"/>
                  </a:lnTo>
                  <a:lnTo>
                    <a:pt x="31369" y="41033"/>
                  </a:lnTo>
                  <a:lnTo>
                    <a:pt x="30607" y="40944"/>
                  </a:lnTo>
                  <a:lnTo>
                    <a:pt x="30099" y="40944"/>
                  </a:lnTo>
                  <a:lnTo>
                    <a:pt x="29464" y="40944"/>
                  </a:lnTo>
                  <a:lnTo>
                    <a:pt x="17948" y="43307"/>
                  </a:lnTo>
                  <a:lnTo>
                    <a:pt x="8588" y="49674"/>
                  </a:lnTo>
                  <a:lnTo>
                    <a:pt x="2299" y="58963"/>
                  </a:lnTo>
                  <a:lnTo>
                    <a:pt x="0" y="70091"/>
                  </a:lnTo>
                  <a:lnTo>
                    <a:pt x="0" y="428066"/>
                  </a:lnTo>
                  <a:lnTo>
                    <a:pt x="2278" y="439444"/>
                  </a:lnTo>
                  <a:lnTo>
                    <a:pt x="8509" y="448700"/>
                  </a:lnTo>
                  <a:lnTo>
                    <a:pt x="17787" y="454923"/>
                  </a:lnTo>
                  <a:lnTo>
                    <a:pt x="29210" y="457200"/>
                  </a:lnTo>
                  <a:lnTo>
                    <a:pt x="384301" y="457200"/>
                  </a:lnTo>
                  <a:lnTo>
                    <a:pt x="395882" y="454923"/>
                  </a:lnTo>
                  <a:lnTo>
                    <a:pt x="405511" y="448700"/>
                  </a:lnTo>
                  <a:lnTo>
                    <a:pt x="412091" y="439444"/>
                  </a:lnTo>
                  <a:lnTo>
                    <a:pt x="414528" y="428066"/>
                  </a:lnTo>
                  <a:lnTo>
                    <a:pt x="414528" y="70091"/>
                  </a:lnTo>
                  <a:lnTo>
                    <a:pt x="384301" y="41033"/>
                  </a:lnTo>
                  <a:lnTo>
                    <a:pt x="234188" y="41033"/>
                  </a:lnTo>
                  <a:lnTo>
                    <a:pt x="207264" y="0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0395331" y="4939284"/>
              <a:ext cx="414655" cy="457200"/>
            </a:xfrm>
            <a:custGeom>
              <a:avLst/>
              <a:gdLst/>
              <a:ahLst/>
              <a:cxnLst/>
              <a:rect l="l" t="t" r="r" b="b"/>
              <a:pathLst>
                <a:path w="414654" h="457200">
                  <a:moveTo>
                    <a:pt x="384048" y="0"/>
                  </a:moveTo>
                  <a:lnTo>
                    <a:pt x="30225" y="0"/>
                  </a:lnTo>
                  <a:lnTo>
                    <a:pt x="18162" y="2276"/>
                  </a:lnTo>
                  <a:lnTo>
                    <a:pt x="8588" y="8493"/>
                  </a:lnTo>
                  <a:lnTo>
                    <a:pt x="2276" y="17734"/>
                  </a:lnTo>
                  <a:lnTo>
                    <a:pt x="0" y="29083"/>
                  </a:lnTo>
                  <a:lnTo>
                    <a:pt x="0" y="386969"/>
                  </a:lnTo>
                  <a:lnTo>
                    <a:pt x="2276" y="398391"/>
                  </a:lnTo>
                  <a:lnTo>
                    <a:pt x="8588" y="407670"/>
                  </a:lnTo>
                  <a:lnTo>
                    <a:pt x="18162" y="413900"/>
                  </a:lnTo>
                  <a:lnTo>
                    <a:pt x="30225" y="416179"/>
                  </a:lnTo>
                  <a:lnTo>
                    <a:pt x="179070" y="416179"/>
                  </a:lnTo>
                  <a:lnTo>
                    <a:pt x="207137" y="457073"/>
                  </a:lnTo>
                  <a:lnTo>
                    <a:pt x="234061" y="416179"/>
                  </a:lnTo>
                  <a:lnTo>
                    <a:pt x="385825" y="416306"/>
                  </a:lnTo>
                  <a:lnTo>
                    <a:pt x="396807" y="413936"/>
                  </a:lnTo>
                  <a:lnTo>
                    <a:pt x="405860" y="407543"/>
                  </a:lnTo>
                  <a:lnTo>
                    <a:pt x="412007" y="398196"/>
                  </a:lnTo>
                  <a:lnTo>
                    <a:pt x="414274" y="386969"/>
                  </a:lnTo>
                  <a:lnTo>
                    <a:pt x="414274" y="29083"/>
                  </a:lnTo>
                  <a:lnTo>
                    <a:pt x="411837" y="17734"/>
                  </a:lnTo>
                  <a:lnTo>
                    <a:pt x="405256" y="8493"/>
                  </a:lnTo>
                  <a:lnTo>
                    <a:pt x="395628" y="2276"/>
                  </a:lnTo>
                  <a:lnTo>
                    <a:pt x="384048" y="0"/>
                  </a:lnTo>
                  <a:close/>
                </a:path>
              </a:pathLst>
            </a:custGeom>
            <a:solidFill>
              <a:srgbClr val="2C15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0395331" y="4939284"/>
              <a:ext cx="414655" cy="457200"/>
            </a:xfrm>
            <a:custGeom>
              <a:avLst/>
              <a:gdLst/>
              <a:ahLst/>
              <a:cxnLst/>
              <a:rect l="l" t="t" r="r" b="b"/>
              <a:pathLst>
                <a:path w="414654" h="457200">
                  <a:moveTo>
                    <a:pt x="30225" y="0"/>
                  </a:moveTo>
                  <a:lnTo>
                    <a:pt x="18162" y="2276"/>
                  </a:lnTo>
                  <a:lnTo>
                    <a:pt x="8588" y="8493"/>
                  </a:lnTo>
                  <a:lnTo>
                    <a:pt x="2276" y="17734"/>
                  </a:lnTo>
                  <a:lnTo>
                    <a:pt x="0" y="29083"/>
                  </a:lnTo>
                  <a:lnTo>
                    <a:pt x="0" y="386969"/>
                  </a:lnTo>
                  <a:lnTo>
                    <a:pt x="2276" y="398391"/>
                  </a:lnTo>
                  <a:lnTo>
                    <a:pt x="8588" y="407670"/>
                  </a:lnTo>
                  <a:lnTo>
                    <a:pt x="18162" y="413900"/>
                  </a:lnTo>
                  <a:lnTo>
                    <a:pt x="30225" y="416179"/>
                  </a:lnTo>
                  <a:lnTo>
                    <a:pt x="179070" y="416179"/>
                  </a:lnTo>
                  <a:lnTo>
                    <a:pt x="207137" y="457073"/>
                  </a:lnTo>
                  <a:lnTo>
                    <a:pt x="234061" y="416179"/>
                  </a:lnTo>
                  <a:lnTo>
                    <a:pt x="384048" y="416179"/>
                  </a:lnTo>
                  <a:lnTo>
                    <a:pt x="384683" y="416306"/>
                  </a:lnTo>
                  <a:lnTo>
                    <a:pt x="385191" y="416306"/>
                  </a:lnTo>
                  <a:lnTo>
                    <a:pt x="385825" y="416306"/>
                  </a:lnTo>
                  <a:lnTo>
                    <a:pt x="396807" y="413936"/>
                  </a:lnTo>
                  <a:lnTo>
                    <a:pt x="405860" y="407543"/>
                  </a:lnTo>
                  <a:lnTo>
                    <a:pt x="412007" y="398196"/>
                  </a:lnTo>
                  <a:lnTo>
                    <a:pt x="414274" y="386969"/>
                  </a:lnTo>
                  <a:lnTo>
                    <a:pt x="414274" y="29083"/>
                  </a:lnTo>
                  <a:lnTo>
                    <a:pt x="411837" y="17734"/>
                  </a:lnTo>
                  <a:lnTo>
                    <a:pt x="405256" y="8493"/>
                  </a:lnTo>
                  <a:lnTo>
                    <a:pt x="395628" y="2276"/>
                  </a:lnTo>
                  <a:lnTo>
                    <a:pt x="384048" y="0"/>
                  </a:lnTo>
                  <a:lnTo>
                    <a:pt x="30225" y="0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8874252" y="5463587"/>
              <a:ext cx="1969135" cy="18415"/>
            </a:xfrm>
            <a:custGeom>
              <a:avLst/>
              <a:gdLst/>
              <a:ahLst/>
              <a:cxnLst/>
              <a:rect l="l" t="t" r="r" b="b"/>
              <a:pathLst>
                <a:path w="1969134" h="18414">
                  <a:moveTo>
                    <a:pt x="1968880" y="0"/>
                  </a:moveTo>
                  <a:lnTo>
                    <a:pt x="0" y="0"/>
                  </a:lnTo>
                  <a:lnTo>
                    <a:pt x="0" y="18114"/>
                  </a:lnTo>
                  <a:lnTo>
                    <a:pt x="1968880" y="18114"/>
                  </a:lnTo>
                  <a:lnTo>
                    <a:pt x="1968880" y="0"/>
                  </a:lnTo>
                  <a:close/>
                </a:path>
              </a:pathLst>
            </a:custGeom>
            <a:solidFill>
              <a:srgbClr val="2C15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8874252" y="5463587"/>
              <a:ext cx="1969135" cy="18415"/>
            </a:xfrm>
            <a:custGeom>
              <a:avLst/>
              <a:gdLst/>
              <a:ahLst/>
              <a:cxnLst/>
              <a:rect l="l" t="t" r="r" b="b"/>
              <a:pathLst>
                <a:path w="1969134" h="18414">
                  <a:moveTo>
                    <a:pt x="0" y="18114"/>
                  </a:moveTo>
                  <a:lnTo>
                    <a:pt x="1968880" y="18114"/>
                  </a:lnTo>
                  <a:lnTo>
                    <a:pt x="1968880" y="0"/>
                  </a:lnTo>
                  <a:lnTo>
                    <a:pt x="0" y="0"/>
                  </a:lnTo>
                  <a:lnTo>
                    <a:pt x="0" y="18114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997408" y="5431535"/>
              <a:ext cx="94648" cy="9436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387695" y="5431535"/>
              <a:ext cx="94632" cy="9436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774807" y="5431663"/>
              <a:ext cx="94616" cy="94361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164996" y="5431535"/>
              <a:ext cx="94571" cy="9436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0552176" y="5431663"/>
              <a:ext cx="94615" cy="94361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336280" y="3392804"/>
              <a:ext cx="2420112" cy="1331341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244710" y="2340991"/>
              <a:ext cx="219329" cy="164337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556247" y="2770758"/>
              <a:ext cx="225551" cy="194818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967728" y="2804160"/>
              <a:ext cx="222503" cy="128015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389310" y="2804160"/>
              <a:ext cx="191065" cy="128015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802880" y="2782951"/>
              <a:ext cx="195072" cy="173482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028688" y="3392423"/>
              <a:ext cx="143129" cy="149225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400670" y="3392423"/>
              <a:ext cx="167385" cy="149225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882128" y="3395598"/>
              <a:ext cx="100457" cy="143001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553327" y="3416808"/>
              <a:ext cx="246634" cy="100457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562470" y="3115055"/>
              <a:ext cx="228473" cy="124841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7793863" y="3105911"/>
              <a:ext cx="219329" cy="146304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373429" y="3121279"/>
              <a:ext cx="225234" cy="11557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6970903" y="3127375"/>
              <a:ext cx="231394" cy="10033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6605016" y="3691254"/>
              <a:ext cx="173735" cy="176657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6894576" y="3700271"/>
              <a:ext cx="198120" cy="158369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7220839" y="3691128"/>
              <a:ext cx="119253" cy="179832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6589903" y="3950208"/>
              <a:ext cx="164338" cy="222377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6833616" y="4849367"/>
              <a:ext cx="249935" cy="182880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6580758" y="4270375"/>
              <a:ext cx="204089" cy="155194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7187183" y="4575047"/>
              <a:ext cx="228600" cy="143256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7428645" y="3669791"/>
              <a:ext cx="560036" cy="801497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7136765" y="3959478"/>
              <a:ext cx="230250" cy="201041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6589903" y="4855590"/>
              <a:ext cx="164338" cy="173482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6899618" y="3983863"/>
              <a:ext cx="150278" cy="149098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7170828" y="4843398"/>
              <a:ext cx="179105" cy="197866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6925182" y="4556886"/>
              <a:ext cx="149225" cy="182753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7769352" y="3688207"/>
              <a:ext cx="219328" cy="182753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6602094" y="4556886"/>
              <a:ext cx="185800" cy="182753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6862981" y="4245990"/>
              <a:ext cx="485747" cy="203962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7443343" y="4547615"/>
              <a:ext cx="554481" cy="530352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7738998" y="4538598"/>
              <a:ext cx="249681" cy="219202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4231259" y="5379720"/>
              <a:ext cx="688213" cy="685800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6008567" y="5311394"/>
              <a:ext cx="445770" cy="594360"/>
            </a:xfrm>
            <a:custGeom>
              <a:avLst/>
              <a:gdLst/>
              <a:ahLst/>
              <a:cxnLst/>
              <a:rect l="l" t="t" r="r" b="b"/>
              <a:pathLst>
                <a:path w="445770" h="594360">
                  <a:moveTo>
                    <a:pt x="344099" y="0"/>
                  </a:moveTo>
                  <a:lnTo>
                    <a:pt x="344099" y="41655"/>
                  </a:lnTo>
                  <a:lnTo>
                    <a:pt x="296814" y="46360"/>
                  </a:lnTo>
                  <a:lnTo>
                    <a:pt x="251837" y="56868"/>
                  </a:lnTo>
                  <a:lnTo>
                    <a:pt x="209492" y="72751"/>
                  </a:lnTo>
                  <a:lnTo>
                    <a:pt x="170101" y="93579"/>
                  </a:lnTo>
                  <a:lnTo>
                    <a:pt x="133986" y="118925"/>
                  </a:lnTo>
                  <a:lnTo>
                    <a:pt x="101470" y="148359"/>
                  </a:lnTo>
                  <a:lnTo>
                    <a:pt x="72875" y="181452"/>
                  </a:lnTo>
                  <a:lnTo>
                    <a:pt x="48523" y="217777"/>
                  </a:lnTo>
                  <a:lnTo>
                    <a:pt x="28737" y="256904"/>
                  </a:lnTo>
                  <a:lnTo>
                    <a:pt x="13840" y="298404"/>
                  </a:lnTo>
                  <a:lnTo>
                    <a:pt x="4153" y="341849"/>
                  </a:lnTo>
                  <a:lnTo>
                    <a:pt x="0" y="386810"/>
                  </a:lnTo>
                  <a:lnTo>
                    <a:pt x="1701" y="432858"/>
                  </a:lnTo>
                  <a:lnTo>
                    <a:pt x="9581" y="479564"/>
                  </a:lnTo>
                  <a:lnTo>
                    <a:pt x="7676" y="479564"/>
                  </a:lnTo>
                  <a:lnTo>
                    <a:pt x="7676" y="483527"/>
                  </a:lnTo>
                  <a:lnTo>
                    <a:pt x="9581" y="493026"/>
                  </a:lnTo>
                  <a:lnTo>
                    <a:pt x="9581" y="494868"/>
                  </a:lnTo>
                  <a:lnTo>
                    <a:pt x="11486" y="496722"/>
                  </a:lnTo>
                  <a:lnTo>
                    <a:pt x="11486" y="502526"/>
                  </a:lnTo>
                  <a:lnTo>
                    <a:pt x="13264" y="504367"/>
                  </a:lnTo>
                  <a:lnTo>
                    <a:pt x="13264" y="510171"/>
                  </a:lnTo>
                  <a:lnTo>
                    <a:pt x="15169" y="513867"/>
                  </a:lnTo>
                  <a:lnTo>
                    <a:pt x="17201" y="515721"/>
                  </a:lnTo>
                  <a:lnTo>
                    <a:pt x="19106" y="521525"/>
                  </a:lnTo>
                  <a:lnTo>
                    <a:pt x="30536" y="551878"/>
                  </a:lnTo>
                  <a:lnTo>
                    <a:pt x="32314" y="553986"/>
                  </a:lnTo>
                  <a:lnTo>
                    <a:pt x="36378" y="561378"/>
                  </a:lnTo>
                  <a:lnTo>
                    <a:pt x="38156" y="565340"/>
                  </a:lnTo>
                  <a:lnTo>
                    <a:pt x="41966" y="569036"/>
                  </a:lnTo>
                  <a:lnTo>
                    <a:pt x="41966" y="572985"/>
                  </a:lnTo>
                  <a:lnTo>
                    <a:pt x="45903" y="580643"/>
                  </a:lnTo>
                  <a:lnTo>
                    <a:pt x="49586" y="584339"/>
                  </a:lnTo>
                  <a:lnTo>
                    <a:pt x="51491" y="588035"/>
                  </a:lnTo>
                  <a:lnTo>
                    <a:pt x="53523" y="590143"/>
                  </a:lnTo>
                  <a:lnTo>
                    <a:pt x="55428" y="593839"/>
                  </a:lnTo>
                  <a:lnTo>
                    <a:pt x="154869" y="519683"/>
                  </a:lnTo>
                  <a:lnTo>
                    <a:pt x="143439" y="500672"/>
                  </a:lnTo>
                  <a:lnTo>
                    <a:pt x="141280" y="496722"/>
                  </a:lnTo>
                  <a:lnTo>
                    <a:pt x="139502" y="491172"/>
                  </a:lnTo>
                  <a:lnTo>
                    <a:pt x="137597" y="487210"/>
                  </a:lnTo>
                  <a:lnTo>
                    <a:pt x="135692" y="481406"/>
                  </a:lnTo>
                  <a:lnTo>
                    <a:pt x="135692" y="479564"/>
                  </a:lnTo>
                  <a:lnTo>
                    <a:pt x="133914" y="477710"/>
                  </a:lnTo>
                  <a:lnTo>
                    <a:pt x="133914" y="474014"/>
                  </a:lnTo>
                  <a:lnTo>
                    <a:pt x="131755" y="470065"/>
                  </a:lnTo>
                  <a:lnTo>
                    <a:pt x="129850" y="468210"/>
                  </a:lnTo>
                  <a:lnTo>
                    <a:pt x="128072" y="456869"/>
                  </a:lnTo>
                  <a:lnTo>
                    <a:pt x="126167" y="449211"/>
                  </a:lnTo>
                  <a:lnTo>
                    <a:pt x="124389" y="439712"/>
                  </a:lnTo>
                  <a:lnTo>
                    <a:pt x="124389" y="432053"/>
                  </a:lnTo>
                  <a:lnTo>
                    <a:pt x="122230" y="424395"/>
                  </a:lnTo>
                  <a:lnTo>
                    <a:pt x="122230" y="397751"/>
                  </a:lnTo>
                  <a:lnTo>
                    <a:pt x="126664" y="352462"/>
                  </a:lnTo>
                  <a:lnTo>
                    <a:pt x="139413" y="310047"/>
                  </a:lnTo>
                  <a:lnTo>
                    <a:pt x="159648" y="271390"/>
                  </a:lnTo>
                  <a:lnTo>
                    <a:pt x="186540" y="237377"/>
                  </a:lnTo>
                  <a:lnTo>
                    <a:pt x="219260" y="208894"/>
                  </a:lnTo>
                  <a:lnTo>
                    <a:pt x="256979" y="186826"/>
                  </a:lnTo>
                  <a:lnTo>
                    <a:pt x="298869" y="172060"/>
                  </a:lnTo>
                  <a:lnTo>
                    <a:pt x="344099" y="165480"/>
                  </a:lnTo>
                  <a:lnTo>
                    <a:pt x="344099" y="213232"/>
                  </a:lnTo>
                  <a:lnTo>
                    <a:pt x="445318" y="110362"/>
                  </a:lnTo>
                  <a:lnTo>
                    <a:pt x="344099" y="0"/>
                  </a:lnTo>
                  <a:close/>
                </a:path>
              </a:pathLst>
            </a:custGeom>
            <a:solidFill>
              <a:srgbClr val="FFFFFF">
                <a:alpha val="2352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6008567" y="5311394"/>
              <a:ext cx="445770" cy="594360"/>
            </a:xfrm>
            <a:custGeom>
              <a:avLst/>
              <a:gdLst/>
              <a:ahLst/>
              <a:cxnLst/>
              <a:rect l="l" t="t" r="r" b="b"/>
              <a:pathLst>
                <a:path w="445770" h="594360">
                  <a:moveTo>
                    <a:pt x="344099" y="0"/>
                  </a:moveTo>
                  <a:lnTo>
                    <a:pt x="344099" y="41655"/>
                  </a:lnTo>
                  <a:lnTo>
                    <a:pt x="296814" y="46360"/>
                  </a:lnTo>
                  <a:lnTo>
                    <a:pt x="251837" y="56868"/>
                  </a:lnTo>
                  <a:lnTo>
                    <a:pt x="209492" y="72751"/>
                  </a:lnTo>
                  <a:lnTo>
                    <a:pt x="170101" y="93579"/>
                  </a:lnTo>
                  <a:lnTo>
                    <a:pt x="133986" y="118925"/>
                  </a:lnTo>
                  <a:lnTo>
                    <a:pt x="101470" y="148359"/>
                  </a:lnTo>
                  <a:lnTo>
                    <a:pt x="72875" y="181452"/>
                  </a:lnTo>
                  <a:lnTo>
                    <a:pt x="48523" y="217777"/>
                  </a:lnTo>
                  <a:lnTo>
                    <a:pt x="28737" y="256904"/>
                  </a:lnTo>
                  <a:lnTo>
                    <a:pt x="13840" y="298404"/>
                  </a:lnTo>
                  <a:lnTo>
                    <a:pt x="4153" y="341849"/>
                  </a:lnTo>
                  <a:lnTo>
                    <a:pt x="0" y="386810"/>
                  </a:lnTo>
                  <a:lnTo>
                    <a:pt x="1701" y="432858"/>
                  </a:lnTo>
                  <a:lnTo>
                    <a:pt x="9581" y="479564"/>
                  </a:lnTo>
                  <a:lnTo>
                    <a:pt x="7676" y="479564"/>
                  </a:lnTo>
                  <a:lnTo>
                    <a:pt x="7676" y="481406"/>
                  </a:lnTo>
                  <a:lnTo>
                    <a:pt x="7676" y="483527"/>
                  </a:lnTo>
                  <a:lnTo>
                    <a:pt x="9581" y="493026"/>
                  </a:lnTo>
                  <a:lnTo>
                    <a:pt x="9581" y="494868"/>
                  </a:lnTo>
                  <a:lnTo>
                    <a:pt x="11486" y="496722"/>
                  </a:lnTo>
                  <a:lnTo>
                    <a:pt x="11486" y="500672"/>
                  </a:lnTo>
                  <a:lnTo>
                    <a:pt x="11486" y="502526"/>
                  </a:lnTo>
                  <a:lnTo>
                    <a:pt x="13264" y="504367"/>
                  </a:lnTo>
                  <a:lnTo>
                    <a:pt x="13264" y="506221"/>
                  </a:lnTo>
                  <a:lnTo>
                    <a:pt x="13264" y="510171"/>
                  </a:lnTo>
                  <a:lnTo>
                    <a:pt x="15169" y="513867"/>
                  </a:lnTo>
                  <a:lnTo>
                    <a:pt x="17201" y="515721"/>
                  </a:lnTo>
                  <a:lnTo>
                    <a:pt x="19106" y="521525"/>
                  </a:lnTo>
                  <a:lnTo>
                    <a:pt x="21928" y="528939"/>
                  </a:lnTo>
                  <a:lnTo>
                    <a:pt x="24821" y="536701"/>
                  </a:lnTo>
                  <a:lnTo>
                    <a:pt x="27714" y="544464"/>
                  </a:lnTo>
                  <a:lnTo>
                    <a:pt x="30536" y="551878"/>
                  </a:lnTo>
                  <a:lnTo>
                    <a:pt x="32314" y="553986"/>
                  </a:lnTo>
                  <a:lnTo>
                    <a:pt x="34473" y="557682"/>
                  </a:lnTo>
                  <a:lnTo>
                    <a:pt x="36378" y="561378"/>
                  </a:lnTo>
                  <a:lnTo>
                    <a:pt x="38156" y="565340"/>
                  </a:lnTo>
                  <a:lnTo>
                    <a:pt x="41966" y="569036"/>
                  </a:lnTo>
                  <a:lnTo>
                    <a:pt x="41966" y="572985"/>
                  </a:lnTo>
                  <a:lnTo>
                    <a:pt x="43998" y="576681"/>
                  </a:lnTo>
                  <a:lnTo>
                    <a:pt x="45903" y="580643"/>
                  </a:lnTo>
                  <a:lnTo>
                    <a:pt x="49586" y="584339"/>
                  </a:lnTo>
                  <a:lnTo>
                    <a:pt x="51491" y="588035"/>
                  </a:lnTo>
                  <a:lnTo>
                    <a:pt x="53523" y="590143"/>
                  </a:lnTo>
                  <a:lnTo>
                    <a:pt x="55428" y="593839"/>
                  </a:lnTo>
                  <a:lnTo>
                    <a:pt x="154869" y="519683"/>
                  </a:lnTo>
                  <a:lnTo>
                    <a:pt x="149027" y="510171"/>
                  </a:lnTo>
                  <a:lnTo>
                    <a:pt x="143439" y="500672"/>
                  </a:lnTo>
                  <a:lnTo>
                    <a:pt x="141280" y="496722"/>
                  </a:lnTo>
                  <a:lnTo>
                    <a:pt x="139502" y="491172"/>
                  </a:lnTo>
                  <a:lnTo>
                    <a:pt x="137597" y="487210"/>
                  </a:lnTo>
                  <a:lnTo>
                    <a:pt x="135692" y="481406"/>
                  </a:lnTo>
                  <a:lnTo>
                    <a:pt x="135692" y="479564"/>
                  </a:lnTo>
                  <a:lnTo>
                    <a:pt x="133914" y="477710"/>
                  </a:lnTo>
                  <a:lnTo>
                    <a:pt x="133914" y="475868"/>
                  </a:lnTo>
                  <a:lnTo>
                    <a:pt x="133914" y="474014"/>
                  </a:lnTo>
                  <a:lnTo>
                    <a:pt x="131755" y="470065"/>
                  </a:lnTo>
                  <a:lnTo>
                    <a:pt x="129850" y="468210"/>
                  </a:lnTo>
                  <a:lnTo>
                    <a:pt x="128072" y="456869"/>
                  </a:lnTo>
                  <a:lnTo>
                    <a:pt x="126167" y="449211"/>
                  </a:lnTo>
                  <a:lnTo>
                    <a:pt x="124389" y="439712"/>
                  </a:lnTo>
                  <a:lnTo>
                    <a:pt x="124389" y="433908"/>
                  </a:lnTo>
                  <a:lnTo>
                    <a:pt x="124389" y="432053"/>
                  </a:lnTo>
                  <a:lnTo>
                    <a:pt x="122230" y="424395"/>
                  </a:lnTo>
                  <a:lnTo>
                    <a:pt x="122230" y="418591"/>
                  </a:lnTo>
                  <a:lnTo>
                    <a:pt x="122230" y="414896"/>
                  </a:lnTo>
                  <a:lnTo>
                    <a:pt x="122230" y="397751"/>
                  </a:lnTo>
                  <a:lnTo>
                    <a:pt x="126664" y="352462"/>
                  </a:lnTo>
                  <a:lnTo>
                    <a:pt x="139413" y="310047"/>
                  </a:lnTo>
                  <a:lnTo>
                    <a:pt x="159648" y="271390"/>
                  </a:lnTo>
                  <a:lnTo>
                    <a:pt x="186540" y="237377"/>
                  </a:lnTo>
                  <a:lnTo>
                    <a:pt x="219260" y="208894"/>
                  </a:lnTo>
                  <a:lnTo>
                    <a:pt x="256979" y="186826"/>
                  </a:lnTo>
                  <a:lnTo>
                    <a:pt x="298869" y="172060"/>
                  </a:lnTo>
                  <a:lnTo>
                    <a:pt x="344099" y="165480"/>
                  </a:lnTo>
                  <a:lnTo>
                    <a:pt x="344099" y="213232"/>
                  </a:lnTo>
                  <a:lnTo>
                    <a:pt x="445318" y="110362"/>
                  </a:lnTo>
                  <a:lnTo>
                    <a:pt x="344099" y="0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4" name="object 74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6512306" y="5436361"/>
              <a:ext cx="207010" cy="252729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6512306" y="5436361"/>
              <a:ext cx="207010" cy="252729"/>
            </a:xfrm>
            <a:custGeom>
              <a:avLst/>
              <a:gdLst/>
              <a:ahLst/>
              <a:cxnLst/>
              <a:rect l="l" t="t" r="r" b="b"/>
              <a:pathLst>
                <a:path w="207009" h="252729">
                  <a:moveTo>
                    <a:pt x="80518" y="0"/>
                  </a:moveTo>
                  <a:lnTo>
                    <a:pt x="0" y="93725"/>
                  </a:lnTo>
                  <a:lnTo>
                    <a:pt x="32256" y="126985"/>
                  </a:lnTo>
                  <a:lnTo>
                    <a:pt x="56975" y="165379"/>
                  </a:lnTo>
                  <a:lnTo>
                    <a:pt x="73812" y="207697"/>
                  </a:lnTo>
                  <a:lnTo>
                    <a:pt x="82423" y="252729"/>
                  </a:lnTo>
                  <a:lnTo>
                    <a:pt x="207010" y="252729"/>
                  </a:lnTo>
                  <a:lnTo>
                    <a:pt x="200136" y="204481"/>
                  </a:lnTo>
                  <a:lnTo>
                    <a:pt x="187367" y="157845"/>
                  </a:lnTo>
                  <a:lnTo>
                    <a:pt x="168862" y="113449"/>
                  </a:lnTo>
                  <a:lnTo>
                    <a:pt x="144780" y="71923"/>
                  </a:lnTo>
                  <a:lnTo>
                    <a:pt x="115278" y="33897"/>
                  </a:lnTo>
                  <a:lnTo>
                    <a:pt x="80518" y="0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6384290" y="5735078"/>
              <a:ext cx="332105" cy="332105"/>
            </a:xfrm>
            <a:custGeom>
              <a:avLst/>
              <a:gdLst/>
              <a:ahLst/>
              <a:cxnLst/>
              <a:rect l="l" t="t" r="r" b="b"/>
              <a:pathLst>
                <a:path w="332104" h="332104">
                  <a:moveTo>
                    <a:pt x="331978" y="0"/>
                  </a:moveTo>
                  <a:lnTo>
                    <a:pt x="210438" y="0"/>
                  </a:lnTo>
                  <a:lnTo>
                    <a:pt x="201088" y="45546"/>
                  </a:lnTo>
                  <a:lnTo>
                    <a:pt x="183326" y="87391"/>
                  </a:lnTo>
                  <a:lnTo>
                    <a:pt x="158057" y="124602"/>
                  </a:lnTo>
                  <a:lnTo>
                    <a:pt x="126186" y="156244"/>
                  </a:lnTo>
                  <a:lnTo>
                    <a:pt x="88617" y="181386"/>
                  </a:lnTo>
                  <a:lnTo>
                    <a:pt x="46253" y="199093"/>
                  </a:lnTo>
                  <a:lnTo>
                    <a:pt x="0" y="208432"/>
                  </a:lnTo>
                  <a:lnTo>
                    <a:pt x="0" y="331698"/>
                  </a:lnTo>
                  <a:lnTo>
                    <a:pt x="47661" y="325027"/>
                  </a:lnTo>
                  <a:lnTo>
                    <a:pt x="93102" y="312450"/>
                  </a:lnTo>
                  <a:lnTo>
                    <a:pt x="135897" y="294372"/>
                  </a:lnTo>
                  <a:lnTo>
                    <a:pt x="175622" y="271194"/>
                  </a:lnTo>
                  <a:lnTo>
                    <a:pt x="211850" y="243320"/>
                  </a:lnTo>
                  <a:lnTo>
                    <a:pt x="244157" y="211151"/>
                  </a:lnTo>
                  <a:lnTo>
                    <a:pt x="272116" y="175092"/>
                  </a:lnTo>
                  <a:lnTo>
                    <a:pt x="295304" y="135545"/>
                  </a:lnTo>
                  <a:lnTo>
                    <a:pt x="313293" y="92911"/>
                  </a:lnTo>
                  <a:lnTo>
                    <a:pt x="325660" y="47595"/>
                  </a:lnTo>
                  <a:lnTo>
                    <a:pt x="331978" y="0"/>
                  </a:lnTo>
                  <a:close/>
                </a:path>
              </a:pathLst>
            </a:custGeom>
            <a:solidFill>
              <a:srgbClr val="FFFFFF">
                <a:alpha val="2352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6384290" y="5735078"/>
              <a:ext cx="332105" cy="332105"/>
            </a:xfrm>
            <a:custGeom>
              <a:avLst/>
              <a:gdLst/>
              <a:ahLst/>
              <a:cxnLst/>
              <a:rect l="l" t="t" r="r" b="b"/>
              <a:pathLst>
                <a:path w="332104" h="332104">
                  <a:moveTo>
                    <a:pt x="210438" y="0"/>
                  </a:moveTo>
                  <a:lnTo>
                    <a:pt x="201088" y="45546"/>
                  </a:lnTo>
                  <a:lnTo>
                    <a:pt x="183326" y="87391"/>
                  </a:lnTo>
                  <a:lnTo>
                    <a:pt x="158057" y="124602"/>
                  </a:lnTo>
                  <a:lnTo>
                    <a:pt x="126186" y="156244"/>
                  </a:lnTo>
                  <a:lnTo>
                    <a:pt x="88617" y="181386"/>
                  </a:lnTo>
                  <a:lnTo>
                    <a:pt x="46253" y="199093"/>
                  </a:lnTo>
                  <a:lnTo>
                    <a:pt x="0" y="208432"/>
                  </a:lnTo>
                  <a:lnTo>
                    <a:pt x="0" y="331698"/>
                  </a:lnTo>
                  <a:lnTo>
                    <a:pt x="47661" y="325027"/>
                  </a:lnTo>
                  <a:lnTo>
                    <a:pt x="93102" y="312450"/>
                  </a:lnTo>
                  <a:lnTo>
                    <a:pt x="135897" y="294372"/>
                  </a:lnTo>
                  <a:lnTo>
                    <a:pt x="175622" y="271194"/>
                  </a:lnTo>
                  <a:lnTo>
                    <a:pt x="211850" y="243320"/>
                  </a:lnTo>
                  <a:lnTo>
                    <a:pt x="244157" y="211151"/>
                  </a:lnTo>
                  <a:lnTo>
                    <a:pt x="272116" y="175092"/>
                  </a:lnTo>
                  <a:lnTo>
                    <a:pt x="295304" y="135545"/>
                  </a:lnTo>
                  <a:lnTo>
                    <a:pt x="313293" y="92911"/>
                  </a:lnTo>
                  <a:lnTo>
                    <a:pt x="325660" y="47595"/>
                  </a:lnTo>
                  <a:lnTo>
                    <a:pt x="331978" y="0"/>
                  </a:lnTo>
                  <a:lnTo>
                    <a:pt x="210438" y="0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8" name="object 78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6091682" y="5866142"/>
              <a:ext cx="249681" cy="197853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6091682" y="5866142"/>
              <a:ext cx="250190" cy="198120"/>
            </a:xfrm>
            <a:custGeom>
              <a:avLst/>
              <a:gdLst/>
              <a:ahLst/>
              <a:cxnLst/>
              <a:rect l="l" t="t" r="r" b="b"/>
              <a:pathLst>
                <a:path w="250189" h="198120">
                  <a:moveTo>
                    <a:pt x="99059" y="0"/>
                  </a:moveTo>
                  <a:lnTo>
                    <a:pt x="0" y="73444"/>
                  </a:lnTo>
                  <a:lnTo>
                    <a:pt x="33567" y="107761"/>
                  </a:lnTo>
                  <a:lnTo>
                    <a:pt x="71054" y="137061"/>
                  </a:lnTo>
                  <a:lnTo>
                    <a:pt x="111934" y="161032"/>
                  </a:lnTo>
                  <a:lnTo>
                    <a:pt x="155683" y="179363"/>
                  </a:lnTo>
                  <a:lnTo>
                    <a:pt x="201774" y="191740"/>
                  </a:lnTo>
                  <a:lnTo>
                    <a:pt x="249681" y="197853"/>
                  </a:lnTo>
                  <a:lnTo>
                    <a:pt x="249681" y="75272"/>
                  </a:lnTo>
                  <a:lnTo>
                    <a:pt x="206537" y="67147"/>
                  </a:lnTo>
                  <a:lnTo>
                    <a:pt x="166465" y="51647"/>
                  </a:lnTo>
                  <a:lnTo>
                    <a:pt x="130345" y="29142"/>
                  </a:lnTo>
                  <a:lnTo>
                    <a:pt x="99059" y="0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5131308" y="5329682"/>
              <a:ext cx="287020" cy="283210"/>
            </a:xfrm>
            <a:custGeom>
              <a:avLst/>
              <a:gdLst/>
              <a:ahLst/>
              <a:cxnLst/>
              <a:rect l="l" t="t" r="r" b="b"/>
              <a:pathLst>
                <a:path w="287020" h="283210">
                  <a:moveTo>
                    <a:pt x="116458" y="0"/>
                  </a:moveTo>
                  <a:lnTo>
                    <a:pt x="150875" y="59182"/>
                  </a:lnTo>
                  <a:lnTo>
                    <a:pt x="109727" y="90638"/>
                  </a:lnTo>
                  <a:lnTo>
                    <a:pt x="73609" y="127099"/>
                  </a:lnTo>
                  <a:lnTo>
                    <a:pt x="42976" y="168114"/>
                  </a:lnTo>
                  <a:lnTo>
                    <a:pt x="18287" y="213231"/>
                  </a:lnTo>
                  <a:lnTo>
                    <a:pt x="0" y="262001"/>
                  </a:lnTo>
                  <a:lnTo>
                    <a:pt x="49783" y="214249"/>
                  </a:lnTo>
                  <a:lnTo>
                    <a:pt x="122300" y="282943"/>
                  </a:lnTo>
                  <a:lnTo>
                    <a:pt x="137985" y="248640"/>
                  </a:lnTo>
                  <a:lnTo>
                    <a:pt x="158813" y="217549"/>
                  </a:lnTo>
                  <a:lnTo>
                    <a:pt x="184308" y="189979"/>
                  </a:lnTo>
                  <a:lnTo>
                    <a:pt x="213994" y="166243"/>
                  </a:lnTo>
                  <a:lnTo>
                    <a:pt x="244347" y="217932"/>
                  </a:lnTo>
                  <a:lnTo>
                    <a:pt x="286512" y="49657"/>
                  </a:lnTo>
                  <a:lnTo>
                    <a:pt x="116458" y="0"/>
                  </a:lnTo>
                  <a:close/>
                </a:path>
              </a:pathLst>
            </a:custGeom>
            <a:solidFill>
              <a:srgbClr val="FFFFFF">
                <a:alpha val="2352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5131308" y="5329682"/>
              <a:ext cx="287020" cy="283210"/>
            </a:xfrm>
            <a:custGeom>
              <a:avLst/>
              <a:gdLst/>
              <a:ahLst/>
              <a:cxnLst/>
              <a:rect l="l" t="t" r="r" b="b"/>
              <a:pathLst>
                <a:path w="287020" h="283210">
                  <a:moveTo>
                    <a:pt x="116458" y="0"/>
                  </a:moveTo>
                  <a:lnTo>
                    <a:pt x="150875" y="59182"/>
                  </a:lnTo>
                  <a:lnTo>
                    <a:pt x="109727" y="90638"/>
                  </a:lnTo>
                  <a:lnTo>
                    <a:pt x="73609" y="127099"/>
                  </a:lnTo>
                  <a:lnTo>
                    <a:pt x="42976" y="168114"/>
                  </a:lnTo>
                  <a:lnTo>
                    <a:pt x="18287" y="213231"/>
                  </a:lnTo>
                  <a:lnTo>
                    <a:pt x="0" y="262001"/>
                  </a:lnTo>
                  <a:lnTo>
                    <a:pt x="49783" y="214249"/>
                  </a:lnTo>
                  <a:lnTo>
                    <a:pt x="122300" y="282943"/>
                  </a:lnTo>
                  <a:lnTo>
                    <a:pt x="137985" y="248640"/>
                  </a:lnTo>
                  <a:lnTo>
                    <a:pt x="158813" y="217549"/>
                  </a:lnTo>
                  <a:lnTo>
                    <a:pt x="184308" y="189979"/>
                  </a:lnTo>
                  <a:lnTo>
                    <a:pt x="213994" y="166243"/>
                  </a:lnTo>
                  <a:lnTo>
                    <a:pt x="244347" y="217932"/>
                  </a:lnTo>
                  <a:lnTo>
                    <a:pt x="286512" y="49657"/>
                  </a:lnTo>
                  <a:lnTo>
                    <a:pt x="116458" y="0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5052059" y="5582665"/>
              <a:ext cx="341630" cy="447675"/>
            </a:xfrm>
            <a:custGeom>
              <a:avLst/>
              <a:gdLst/>
              <a:ahLst/>
              <a:cxnLst/>
              <a:rect l="l" t="t" r="r" b="b"/>
              <a:pathLst>
                <a:path w="341629" h="447675">
                  <a:moveTo>
                    <a:pt x="129793" y="0"/>
                  </a:moveTo>
                  <a:lnTo>
                    <a:pt x="0" y="119380"/>
                  </a:lnTo>
                  <a:lnTo>
                    <a:pt x="62864" y="119380"/>
                  </a:lnTo>
                  <a:lnTo>
                    <a:pt x="67697" y="168611"/>
                  </a:lnTo>
                  <a:lnTo>
                    <a:pt x="79280" y="215999"/>
                  </a:lnTo>
                  <a:lnTo>
                    <a:pt x="97173" y="260963"/>
                  </a:lnTo>
                  <a:lnTo>
                    <a:pt x="120940" y="302928"/>
                  </a:lnTo>
                  <a:lnTo>
                    <a:pt x="150143" y="341315"/>
                  </a:lnTo>
                  <a:lnTo>
                    <a:pt x="184342" y="375547"/>
                  </a:lnTo>
                  <a:lnTo>
                    <a:pt x="223102" y="405046"/>
                  </a:lnTo>
                  <a:lnTo>
                    <a:pt x="265982" y="429234"/>
                  </a:lnTo>
                  <a:lnTo>
                    <a:pt x="312547" y="447535"/>
                  </a:lnTo>
                  <a:lnTo>
                    <a:pt x="270510" y="402043"/>
                  </a:lnTo>
                  <a:lnTo>
                    <a:pt x="341122" y="329996"/>
                  </a:lnTo>
                  <a:lnTo>
                    <a:pt x="298859" y="309760"/>
                  </a:lnTo>
                  <a:lnTo>
                    <a:pt x="262142" y="282117"/>
                  </a:lnTo>
                  <a:lnTo>
                    <a:pt x="231775" y="248162"/>
                  </a:lnTo>
                  <a:lnTo>
                    <a:pt x="208562" y="208991"/>
                  </a:lnTo>
                  <a:lnTo>
                    <a:pt x="193308" y="165698"/>
                  </a:lnTo>
                  <a:lnTo>
                    <a:pt x="186816" y="119380"/>
                  </a:lnTo>
                  <a:lnTo>
                    <a:pt x="249681" y="119380"/>
                  </a:lnTo>
                  <a:lnTo>
                    <a:pt x="129793" y="0"/>
                  </a:lnTo>
                  <a:close/>
                </a:path>
              </a:pathLst>
            </a:custGeom>
            <a:solidFill>
              <a:srgbClr val="FFFFFF">
                <a:alpha val="2352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5052059" y="5582665"/>
              <a:ext cx="341630" cy="447675"/>
            </a:xfrm>
            <a:custGeom>
              <a:avLst/>
              <a:gdLst/>
              <a:ahLst/>
              <a:cxnLst/>
              <a:rect l="l" t="t" r="r" b="b"/>
              <a:pathLst>
                <a:path w="341629" h="447675">
                  <a:moveTo>
                    <a:pt x="129793" y="0"/>
                  </a:moveTo>
                  <a:lnTo>
                    <a:pt x="0" y="119380"/>
                  </a:lnTo>
                  <a:lnTo>
                    <a:pt x="62864" y="119380"/>
                  </a:lnTo>
                  <a:lnTo>
                    <a:pt x="67697" y="168611"/>
                  </a:lnTo>
                  <a:lnTo>
                    <a:pt x="79280" y="215999"/>
                  </a:lnTo>
                  <a:lnTo>
                    <a:pt x="97173" y="260963"/>
                  </a:lnTo>
                  <a:lnTo>
                    <a:pt x="120940" y="302928"/>
                  </a:lnTo>
                  <a:lnTo>
                    <a:pt x="150143" y="341315"/>
                  </a:lnTo>
                  <a:lnTo>
                    <a:pt x="184342" y="375547"/>
                  </a:lnTo>
                  <a:lnTo>
                    <a:pt x="223102" y="405046"/>
                  </a:lnTo>
                  <a:lnTo>
                    <a:pt x="265982" y="429234"/>
                  </a:lnTo>
                  <a:lnTo>
                    <a:pt x="312547" y="447535"/>
                  </a:lnTo>
                  <a:lnTo>
                    <a:pt x="270510" y="402043"/>
                  </a:lnTo>
                  <a:lnTo>
                    <a:pt x="341122" y="329996"/>
                  </a:lnTo>
                  <a:lnTo>
                    <a:pt x="298859" y="309760"/>
                  </a:lnTo>
                  <a:lnTo>
                    <a:pt x="262142" y="282117"/>
                  </a:lnTo>
                  <a:lnTo>
                    <a:pt x="231775" y="248162"/>
                  </a:lnTo>
                  <a:lnTo>
                    <a:pt x="208562" y="208991"/>
                  </a:lnTo>
                  <a:lnTo>
                    <a:pt x="193308" y="165698"/>
                  </a:lnTo>
                  <a:lnTo>
                    <a:pt x="186816" y="119380"/>
                  </a:lnTo>
                  <a:lnTo>
                    <a:pt x="249681" y="119380"/>
                  </a:lnTo>
                  <a:lnTo>
                    <a:pt x="129793" y="0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5360161" y="5774702"/>
              <a:ext cx="454025" cy="340995"/>
            </a:xfrm>
            <a:custGeom>
              <a:avLst/>
              <a:gdLst/>
              <a:ahLst/>
              <a:cxnLst/>
              <a:rect l="l" t="t" r="r" b="b"/>
              <a:pathLst>
                <a:path w="454025" h="340995">
                  <a:moveTo>
                    <a:pt x="118237" y="90055"/>
                  </a:moveTo>
                  <a:lnTo>
                    <a:pt x="0" y="210667"/>
                  </a:lnTo>
                  <a:lnTo>
                    <a:pt x="118237" y="340842"/>
                  </a:lnTo>
                  <a:lnTo>
                    <a:pt x="118237" y="273900"/>
                  </a:lnTo>
                  <a:lnTo>
                    <a:pt x="169434" y="269587"/>
                  </a:lnTo>
                  <a:lnTo>
                    <a:pt x="218500" y="258198"/>
                  </a:lnTo>
                  <a:lnTo>
                    <a:pt x="264856" y="240196"/>
                  </a:lnTo>
                  <a:lnTo>
                    <a:pt x="307922" y="216041"/>
                  </a:lnTo>
                  <a:lnTo>
                    <a:pt x="347120" y="186195"/>
                  </a:lnTo>
                  <a:lnTo>
                    <a:pt x="381835" y="151155"/>
                  </a:lnTo>
                  <a:lnTo>
                    <a:pt x="118237" y="151155"/>
                  </a:lnTo>
                  <a:lnTo>
                    <a:pt x="118237" y="90055"/>
                  </a:lnTo>
                  <a:close/>
                </a:path>
                <a:path w="454025" h="340995">
                  <a:moveTo>
                    <a:pt x="331724" y="0"/>
                  </a:moveTo>
                  <a:lnTo>
                    <a:pt x="310609" y="41472"/>
                  </a:lnTo>
                  <a:lnTo>
                    <a:pt x="282273" y="77446"/>
                  </a:lnTo>
                  <a:lnTo>
                    <a:pt x="247792" y="107162"/>
                  </a:lnTo>
                  <a:lnTo>
                    <a:pt x="208242" y="129859"/>
                  </a:lnTo>
                  <a:lnTo>
                    <a:pt x="164698" y="144777"/>
                  </a:lnTo>
                  <a:lnTo>
                    <a:pt x="118237" y="151155"/>
                  </a:lnTo>
                  <a:lnTo>
                    <a:pt x="381843" y="151155"/>
                  </a:lnTo>
                  <a:lnTo>
                    <a:pt x="411593" y="111275"/>
                  </a:lnTo>
                  <a:lnTo>
                    <a:pt x="434791" y="68808"/>
                  </a:lnTo>
                  <a:lnTo>
                    <a:pt x="400176" y="68808"/>
                  </a:lnTo>
                  <a:lnTo>
                    <a:pt x="331724" y="0"/>
                  </a:lnTo>
                  <a:close/>
                </a:path>
                <a:path w="454025" h="340995">
                  <a:moveTo>
                    <a:pt x="453643" y="19126"/>
                  </a:moveTo>
                  <a:lnTo>
                    <a:pt x="400176" y="68808"/>
                  </a:lnTo>
                  <a:lnTo>
                    <a:pt x="434791" y="68808"/>
                  </a:lnTo>
                  <a:lnTo>
                    <a:pt x="435711" y="67123"/>
                  </a:lnTo>
                  <a:lnTo>
                    <a:pt x="453643" y="19126"/>
                  </a:lnTo>
                  <a:close/>
                </a:path>
              </a:pathLst>
            </a:custGeom>
            <a:solidFill>
              <a:srgbClr val="FFFFFF">
                <a:alpha val="2352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5360161" y="5774702"/>
              <a:ext cx="454025" cy="340995"/>
            </a:xfrm>
            <a:custGeom>
              <a:avLst/>
              <a:gdLst/>
              <a:ahLst/>
              <a:cxnLst/>
              <a:rect l="l" t="t" r="r" b="b"/>
              <a:pathLst>
                <a:path w="454025" h="340995">
                  <a:moveTo>
                    <a:pt x="331724" y="0"/>
                  </a:moveTo>
                  <a:lnTo>
                    <a:pt x="310609" y="41472"/>
                  </a:lnTo>
                  <a:lnTo>
                    <a:pt x="282273" y="77446"/>
                  </a:lnTo>
                  <a:lnTo>
                    <a:pt x="247792" y="107162"/>
                  </a:lnTo>
                  <a:lnTo>
                    <a:pt x="208242" y="129859"/>
                  </a:lnTo>
                  <a:lnTo>
                    <a:pt x="164698" y="144777"/>
                  </a:lnTo>
                  <a:lnTo>
                    <a:pt x="118237" y="151155"/>
                  </a:lnTo>
                  <a:lnTo>
                    <a:pt x="118237" y="90055"/>
                  </a:lnTo>
                  <a:lnTo>
                    <a:pt x="0" y="210667"/>
                  </a:lnTo>
                  <a:lnTo>
                    <a:pt x="118237" y="340842"/>
                  </a:lnTo>
                  <a:lnTo>
                    <a:pt x="118237" y="273900"/>
                  </a:lnTo>
                  <a:lnTo>
                    <a:pt x="169434" y="269587"/>
                  </a:lnTo>
                  <a:lnTo>
                    <a:pt x="218500" y="258198"/>
                  </a:lnTo>
                  <a:lnTo>
                    <a:pt x="264856" y="240196"/>
                  </a:lnTo>
                  <a:lnTo>
                    <a:pt x="307922" y="216041"/>
                  </a:lnTo>
                  <a:lnTo>
                    <a:pt x="347120" y="186195"/>
                  </a:lnTo>
                  <a:lnTo>
                    <a:pt x="381870" y="151120"/>
                  </a:lnTo>
                  <a:lnTo>
                    <a:pt x="411593" y="111275"/>
                  </a:lnTo>
                  <a:lnTo>
                    <a:pt x="435711" y="67123"/>
                  </a:lnTo>
                  <a:lnTo>
                    <a:pt x="453643" y="19126"/>
                  </a:lnTo>
                  <a:lnTo>
                    <a:pt x="400176" y="68808"/>
                  </a:lnTo>
                  <a:lnTo>
                    <a:pt x="331724" y="0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5472684" y="5335523"/>
              <a:ext cx="417830" cy="469900"/>
            </a:xfrm>
            <a:custGeom>
              <a:avLst/>
              <a:gdLst/>
              <a:ahLst/>
              <a:cxnLst/>
              <a:rect l="l" t="t" r="r" b="b"/>
              <a:pathLst>
                <a:path w="417829" h="469900">
                  <a:moveTo>
                    <a:pt x="3428" y="0"/>
                  </a:moveTo>
                  <a:lnTo>
                    <a:pt x="0" y="0"/>
                  </a:lnTo>
                  <a:lnTo>
                    <a:pt x="0" y="122173"/>
                  </a:lnTo>
                  <a:lnTo>
                    <a:pt x="46053" y="126762"/>
                  </a:lnTo>
                  <a:lnTo>
                    <a:pt x="89179" y="139950"/>
                  </a:lnTo>
                  <a:lnTo>
                    <a:pt x="128415" y="160872"/>
                  </a:lnTo>
                  <a:lnTo>
                    <a:pt x="162798" y="188661"/>
                  </a:lnTo>
                  <a:lnTo>
                    <a:pt x="191364" y="222453"/>
                  </a:lnTo>
                  <a:lnTo>
                    <a:pt x="213151" y="261380"/>
                  </a:lnTo>
                  <a:lnTo>
                    <a:pt x="227196" y="304578"/>
                  </a:lnTo>
                  <a:lnTo>
                    <a:pt x="232537" y="351180"/>
                  </a:lnTo>
                  <a:lnTo>
                    <a:pt x="167766" y="351180"/>
                  </a:lnTo>
                  <a:lnTo>
                    <a:pt x="287781" y="469391"/>
                  </a:lnTo>
                  <a:lnTo>
                    <a:pt x="417575" y="351180"/>
                  </a:lnTo>
                  <a:lnTo>
                    <a:pt x="356488" y="351180"/>
                  </a:lnTo>
                  <a:lnTo>
                    <a:pt x="352452" y="303206"/>
                  </a:lnTo>
                  <a:lnTo>
                    <a:pt x="342454" y="257292"/>
                  </a:lnTo>
                  <a:lnTo>
                    <a:pt x="326898" y="213841"/>
                  </a:lnTo>
                  <a:lnTo>
                    <a:pt x="306187" y="173254"/>
                  </a:lnTo>
                  <a:lnTo>
                    <a:pt x="280727" y="135935"/>
                  </a:lnTo>
                  <a:lnTo>
                    <a:pt x="250920" y="102285"/>
                  </a:lnTo>
                  <a:lnTo>
                    <a:pt x="217171" y="72708"/>
                  </a:lnTo>
                  <a:lnTo>
                    <a:pt x="179883" y="47607"/>
                  </a:lnTo>
                  <a:lnTo>
                    <a:pt x="139461" y="27382"/>
                  </a:lnTo>
                  <a:lnTo>
                    <a:pt x="96309" y="12438"/>
                  </a:lnTo>
                  <a:lnTo>
                    <a:pt x="50830" y="3176"/>
                  </a:lnTo>
                  <a:lnTo>
                    <a:pt x="3428" y="0"/>
                  </a:lnTo>
                  <a:close/>
                </a:path>
              </a:pathLst>
            </a:custGeom>
            <a:solidFill>
              <a:srgbClr val="FFFFFF">
                <a:alpha val="2352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5472684" y="5335523"/>
              <a:ext cx="417830" cy="469900"/>
            </a:xfrm>
            <a:custGeom>
              <a:avLst/>
              <a:gdLst/>
              <a:ahLst/>
              <a:cxnLst/>
              <a:rect l="l" t="t" r="r" b="b"/>
              <a:pathLst>
                <a:path w="417829" h="469900">
                  <a:moveTo>
                    <a:pt x="3428" y="0"/>
                  </a:moveTo>
                  <a:lnTo>
                    <a:pt x="2412" y="0"/>
                  </a:lnTo>
                  <a:lnTo>
                    <a:pt x="1269" y="0"/>
                  </a:lnTo>
                  <a:lnTo>
                    <a:pt x="0" y="0"/>
                  </a:lnTo>
                  <a:lnTo>
                    <a:pt x="0" y="122173"/>
                  </a:lnTo>
                  <a:lnTo>
                    <a:pt x="46053" y="126762"/>
                  </a:lnTo>
                  <a:lnTo>
                    <a:pt x="89179" y="139950"/>
                  </a:lnTo>
                  <a:lnTo>
                    <a:pt x="128415" y="160872"/>
                  </a:lnTo>
                  <a:lnTo>
                    <a:pt x="162798" y="188661"/>
                  </a:lnTo>
                  <a:lnTo>
                    <a:pt x="191364" y="222453"/>
                  </a:lnTo>
                  <a:lnTo>
                    <a:pt x="213151" y="261380"/>
                  </a:lnTo>
                  <a:lnTo>
                    <a:pt x="227196" y="304578"/>
                  </a:lnTo>
                  <a:lnTo>
                    <a:pt x="232537" y="351180"/>
                  </a:lnTo>
                  <a:lnTo>
                    <a:pt x="167766" y="351180"/>
                  </a:lnTo>
                  <a:lnTo>
                    <a:pt x="287781" y="469391"/>
                  </a:lnTo>
                  <a:lnTo>
                    <a:pt x="417575" y="351180"/>
                  </a:lnTo>
                  <a:lnTo>
                    <a:pt x="356488" y="351180"/>
                  </a:lnTo>
                  <a:lnTo>
                    <a:pt x="352452" y="303206"/>
                  </a:lnTo>
                  <a:lnTo>
                    <a:pt x="342454" y="257292"/>
                  </a:lnTo>
                  <a:lnTo>
                    <a:pt x="326898" y="213841"/>
                  </a:lnTo>
                  <a:lnTo>
                    <a:pt x="306187" y="173254"/>
                  </a:lnTo>
                  <a:lnTo>
                    <a:pt x="280727" y="135935"/>
                  </a:lnTo>
                  <a:lnTo>
                    <a:pt x="250920" y="102285"/>
                  </a:lnTo>
                  <a:lnTo>
                    <a:pt x="217171" y="72708"/>
                  </a:lnTo>
                  <a:lnTo>
                    <a:pt x="179883" y="47607"/>
                  </a:lnTo>
                  <a:lnTo>
                    <a:pt x="139461" y="27382"/>
                  </a:lnTo>
                  <a:lnTo>
                    <a:pt x="96309" y="12438"/>
                  </a:lnTo>
                  <a:lnTo>
                    <a:pt x="50830" y="3176"/>
                  </a:lnTo>
                  <a:lnTo>
                    <a:pt x="3428" y="0"/>
                  </a:lnTo>
                  <a:close/>
                </a:path>
              </a:pathLst>
            </a:custGeom>
            <a:ln w="914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2439923" y="5622035"/>
              <a:ext cx="121920" cy="60960"/>
            </a:xfrm>
            <a:custGeom>
              <a:avLst/>
              <a:gdLst/>
              <a:ahLst/>
              <a:cxnLst/>
              <a:rect l="l" t="t" r="r" b="b"/>
              <a:pathLst>
                <a:path w="121919" h="60960">
                  <a:moveTo>
                    <a:pt x="9270" y="0"/>
                  </a:moveTo>
                  <a:lnTo>
                    <a:pt x="4444" y="19481"/>
                  </a:lnTo>
                  <a:lnTo>
                    <a:pt x="634" y="32613"/>
                  </a:lnTo>
                  <a:lnTo>
                    <a:pt x="0" y="39560"/>
                  </a:lnTo>
                  <a:lnTo>
                    <a:pt x="115696" y="60871"/>
                  </a:lnTo>
                  <a:lnTo>
                    <a:pt x="116331" y="56527"/>
                  </a:lnTo>
                  <a:lnTo>
                    <a:pt x="117475" y="52095"/>
                  </a:lnTo>
                  <a:lnTo>
                    <a:pt x="118871" y="47739"/>
                  </a:lnTo>
                  <a:lnTo>
                    <a:pt x="121919" y="34518"/>
                  </a:lnTo>
                  <a:lnTo>
                    <a:pt x="9270" y="0"/>
                  </a:lnTo>
                  <a:close/>
                </a:path>
              </a:pathLst>
            </a:custGeom>
            <a:solidFill>
              <a:srgbClr val="FFFFFF">
                <a:alpha val="2352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2439923" y="5622035"/>
              <a:ext cx="121920" cy="60960"/>
            </a:xfrm>
            <a:custGeom>
              <a:avLst/>
              <a:gdLst/>
              <a:ahLst/>
              <a:cxnLst/>
              <a:rect l="l" t="t" r="r" b="b"/>
              <a:pathLst>
                <a:path w="121919" h="60960">
                  <a:moveTo>
                    <a:pt x="9270" y="0"/>
                  </a:moveTo>
                  <a:lnTo>
                    <a:pt x="4444" y="19481"/>
                  </a:lnTo>
                  <a:lnTo>
                    <a:pt x="2539" y="26352"/>
                  </a:lnTo>
                  <a:lnTo>
                    <a:pt x="634" y="32613"/>
                  </a:lnTo>
                  <a:lnTo>
                    <a:pt x="0" y="39560"/>
                  </a:lnTo>
                  <a:lnTo>
                    <a:pt x="115696" y="60871"/>
                  </a:lnTo>
                  <a:lnTo>
                    <a:pt x="116331" y="56527"/>
                  </a:lnTo>
                  <a:lnTo>
                    <a:pt x="117475" y="52095"/>
                  </a:lnTo>
                  <a:lnTo>
                    <a:pt x="118871" y="47739"/>
                  </a:lnTo>
                  <a:lnTo>
                    <a:pt x="121919" y="34518"/>
                  </a:lnTo>
                  <a:lnTo>
                    <a:pt x="9270" y="0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2473451" y="5533644"/>
              <a:ext cx="116205" cy="88900"/>
            </a:xfrm>
            <a:custGeom>
              <a:avLst/>
              <a:gdLst/>
              <a:ahLst/>
              <a:cxnLst/>
              <a:rect l="l" t="t" r="r" b="b"/>
              <a:pathLst>
                <a:path w="116205" h="88900">
                  <a:moveTo>
                    <a:pt x="20700" y="0"/>
                  </a:moveTo>
                  <a:lnTo>
                    <a:pt x="9921" y="17208"/>
                  </a:lnTo>
                  <a:lnTo>
                    <a:pt x="4788" y="25753"/>
                  </a:lnTo>
                  <a:lnTo>
                    <a:pt x="0" y="34416"/>
                  </a:lnTo>
                  <a:lnTo>
                    <a:pt x="102997" y="88391"/>
                  </a:lnTo>
                  <a:lnTo>
                    <a:pt x="105894" y="82591"/>
                  </a:lnTo>
                  <a:lnTo>
                    <a:pt x="115824" y="65671"/>
                  </a:lnTo>
                  <a:lnTo>
                    <a:pt x="20700" y="0"/>
                  </a:lnTo>
                  <a:close/>
                </a:path>
              </a:pathLst>
            </a:custGeom>
            <a:solidFill>
              <a:srgbClr val="FFFFFF">
                <a:alpha val="2352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2473451" y="5533644"/>
              <a:ext cx="116205" cy="88900"/>
            </a:xfrm>
            <a:custGeom>
              <a:avLst/>
              <a:gdLst/>
              <a:ahLst/>
              <a:cxnLst/>
              <a:rect l="l" t="t" r="r" b="b"/>
              <a:pathLst>
                <a:path w="116205" h="88900">
                  <a:moveTo>
                    <a:pt x="20700" y="0"/>
                  </a:moveTo>
                  <a:lnTo>
                    <a:pt x="15269" y="8663"/>
                  </a:lnTo>
                  <a:lnTo>
                    <a:pt x="9921" y="17208"/>
                  </a:lnTo>
                  <a:lnTo>
                    <a:pt x="4788" y="25753"/>
                  </a:lnTo>
                  <a:lnTo>
                    <a:pt x="0" y="34416"/>
                  </a:lnTo>
                  <a:lnTo>
                    <a:pt x="102997" y="88391"/>
                  </a:lnTo>
                  <a:lnTo>
                    <a:pt x="105894" y="82591"/>
                  </a:lnTo>
                  <a:lnTo>
                    <a:pt x="109124" y="77031"/>
                  </a:lnTo>
                  <a:lnTo>
                    <a:pt x="112498" y="71472"/>
                  </a:lnTo>
                  <a:lnTo>
                    <a:pt x="115824" y="65671"/>
                  </a:lnTo>
                  <a:lnTo>
                    <a:pt x="20700" y="0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2531491" y="5460619"/>
              <a:ext cx="103505" cy="109855"/>
            </a:xfrm>
            <a:custGeom>
              <a:avLst/>
              <a:gdLst/>
              <a:ahLst/>
              <a:cxnLst/>
              <a:rect l="l" t="t" r="r" b="b"/>
              <a:pathLst>
                <a:path w="103505" h="109854">
                  <a:moveTo>
                    <a:pt x="29717" y="0"/>
                  </a:moveTo>
                  <a:lnTo>
                    <a:pt x="22002" y="6318"/>
                  </a:lnTo>
                  <a:lnTo>
                    <a:pt x="14573" y="13112"/>
                  </a:lnTo>
                  <a:lnTo>
                    <a:pt x="0" y="27177"/>
                  </a:lnTo>
                  <a:lnTo>
                    <a:pt x="83565" y="109600"/>
                  </a:lnTo>
                  <a:lnTo>
                    <a:pt x="93281" y="100345"/>
                  </a:lnTo>
                  <a:lnTo>
                    <a:pt x="103377" y="91566"/>
                  </a:lnTo>
                  <a:lnTo>
                    <a:pt x="29717" y="0"/>
                  </a:lnTo>
                  <a:close/>
                </a:path>
              </a:pathLst>
            </a:custGeom>
            <a:solidFill>
              <a:srgbClr val="FFFFFF">
                <a:alpha val="2352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2531491" y="5460619"/>
              <a:ext cx="103505" cy="109855"/>
            </a:xfrm>
            <a:custGeom>
              <a:avLst/>
              <a:gdLst/>
              <a:ahLst/>
              <a:cxnLst/>
              <a:rect l="l" t="t" r="r" b="b"/>
              <a:pathLst>
                <a:path w="103505" h="109854">
                  <a:moveTo>
                    <a:pt x="29717" y="0"/>
                  </a:moveTo>
                  <a:lnTo>
                    <a:pt x="22002" y="6318"/>
                  </a:lnTo>
                  <a:lnTo>
                    <a:pt x="14573" y="13112"/>
                  </a:lnTo>
                  <a:lnTo>
                    <a:pt x="7286" y="20145"/>
                  </a:lnTo>
                  <a:lnTo>
                    <a:pt x="0" y="27177"/>
                  </a:lnTo>
                  <a:lnTo>
                    <a:pt x="83565" y="109600"/>
                  </a:lnTo>
                  <a:lnTo>
                    <a:pt x="88340" y="104943"/>
                  </a:lnTo>
                  <a:lnTo>
                    <a:pt x="93281" y="100345"/>
                  </a:lnTo>
                  <a:lnTo>
                    <a:pt x="98317" y="95867"/>
                  </a:lnTo>
                  <a:lnTo>
                    <a:pt x="103377" y="91566"/>
                  </a:lnTo>
                  <a:lnTo>
                    <a:pt x="29717" y="0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2610611" y="5411851"/>
              <a:ext cx="79375" cy="118745"/>
            </a:xfrm>
            <a:custGeom>
              <a:avLst/>
              <a:gdLst/>
              <a:ahLst/>
              <a:cxnLst/>
              <a:rect l="l" t="t" r="r" b="b"/>
              <a:pathLst>
                <a:path w="79375" h="118745">
                  <a:moveTo>
                    <a:pt x="36321" y="0"/>
                  </a:moveTo>
                  <a:lnTo>
                    <a:pt x="30099" y="1778"/>
                  </a:lnTo>
                  <a:lnTo>
                    <a:pt x="0" y="16383"/>
                  </a:lnTo>
                  <a:lnTo>
                    <a:pt x="55244" y="118745"/>
                  </a:lnTo>
                  <a:lnTo>
                    <a:pt x="66929" y="113284"/>
                  </a:lnTo>
                  <a:lnTo>
                    <a:pt x="70612" y="110743"/>
                  </a:lnTo>
                  <a:lnTo>
                    <a:pt x="74930" y="108965"/>
                  </a:lnTo>
                  <a:lnTo>
                    <a:pt x="79248" y="107696"/>
                  </a:lnTo>
                  <a:lnTo>
                    <a:pt x="36321" y="0"/>
                  </a:lnTo>
                  <a:close/>
                </a:path>
              </a:pathLst>
            </a:custGeom>
            <a:solidFill>
              <a:srgbClr val="FFFFFF">
                <a:alpha val="2352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2610611" y="5411851"/>
              <a:ext cx="79375" cy="118745"/>
            </a:xfrm>
            <a:custGeom>
              <a:avLst/>
              <a:gdLst/>
              <a:ahLst/>
              <a:cxnLst/>
              <a:rect l="l" t="t" r="r" b="b"/>
              <a:pathLst>
                <a:path w="79375" h="118745">
                  <a:moveTo>
                    <a:pt x="36321" y="0"/>
                  </a:moveTo>
                  <a:lnTo>
                    <a:pt x="30099" y="1778"/>
                  </a:lnTo>
                  <a:lnTo>
                    <a:pt x="24002" y="4826"/>
                  </a:lnTo>
                  <a:lnTo>
                    <a:pt x="17780" y="7874"/>
                  </a:lnTo>
                  <a:lnTo>
                    <a:pt x="0" y="16383"/>
                  </a:lnTo>
                  <a:lnTo>
                    <a:pt x="55244" y="118745"/>
                  </a:lnTo>
                  <a:lnTo>
                    <a:pt x="66929" y="113284"/>
                  </a:lnTo>
                  <a:lnTo>
                    <a:pt x="70612" y="110743"/>
                  </a:lnTo>
                  <a:lnTo>
                    <a:pt x="74930" y="108965"/>
                  </a:lnTo>
                  <a:lnTo>
                    <a:pt x="79248" y="107696"/>
                  </a:lnTo>
                  <a:lnTo>
                    <a:pt x="36321" y="0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2705226" y="5387340"/>
              <a:ext cx="48895" cy="118745"/>
            </a:xfrm>
            <a:custGeom>
              <a:avLst/>
              <a:gdLst/>
              <a:ahLst/>
              <a:cxnLst/>
              <a:rect l="l" t="t" r="r" b="b"/>
              <a:pathLst>
                <a:path w="48894" h="118745">
                  <a:moveTo>
                    <a:pt x="40005" y="0"/>
                  </a:moveTo>
                  <a:lnTo>
                    <a:pt x="33147" y="0"/>
                  </a:lnTo>
                  <a:lnTo>
                    <a:pt x="26416" y="635"/>
                  </a:lnTo>
                  <a:lnTo>
                    <a:pt x="20320" y="1905"/>
                  </a:lnTo>
                  <a:lnTo>
                    <a:pt x="0" y="4953"/>
                  </a:lnTo>
                  <a:lnTo>
                    <a:pt x="22733" y="118745"/>
                  </a:lnTo>
                  <a:lnTo>
                    <a:pt x="44323" y="115697"/>
                  </a:lnTo>
                  <a:lnTo>
                    <a:pt x="48641" y="115697"/>
                  </a:lnTo>
                  <a:lnTo>
                    <a:pt x="40005" y="0"/>
                  </a:lnTo>
                  <a:close/>
                </a:path>
              </a:pathLst>
            </a:custGeom>
            <a:solidFill>
              <a:srgbClr val="FFFFFF">
                <a:alpha val="2352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2705226" y="5387340"/>
              <a:ext cx="48895" cy="118745"/>
            </a:xfrm>
            <a:custGeom>
              <a:avLst/>
              <a:gdLst/>
              <a:ahLst/>
              <a:cxnLst/>
              <a:rect l="l" t="t" r="r" b="b"/>
              <a:pathLst>
                <a:path w="48894" h="118745">
                  <a:moveTo>
                    <a:pt x="40005" y="0"/>
                  </a:moveTo>
                  <a:lnTo>
                    <a:pt x="33147" y="0"/>
                  </a:lnTo>
                  <a:lnTo>
                    <a:pt x="26416" y="635"/>
                  </a:lnTo>
                  <a:lnTo>
                    <a:pt x="20320" y="1905"/>
                  </a:lnTo>
                  <a:lnTo>
                    <a:pt x="0" y="4953"/>
                  </a:lnTo>
                  <a:lnTo>
                    <a:pt x="22733" y="118745"/>
                  </a:lnTo>
                  <a:lnTo>
                    <a:pt x="35687" y="116967"/>
                  </a:lnTo>
                  <a:lnTo>
                    <a:pt x="40005" y="116332"/>
                  </a:lnTo>
                  <a:lnTo>
                    <a:pt x="44323" y="115697"/>
                  </a:lnTo>
                  <a:lnTo>
                    <a:pt x="48641" y="115697"/>
                  </a:lnTo>
                  <a:lnTo>
                    <a:pt x="40005" y="0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2793492" y="5390388"/>
              <a:ext cx="52069" cy="119380"/>
            </a:xfrm>
            <a:custGeom>
              <a:avLst/>
              <a:gdLst/>
              <a:ahLst/>
              <a:cxnLst/>
              <a:rect l="l" t="t" r="r" b="b"/>
              <a:pathLst>
                <a:path w="52069" h="119379">
                  <a:moveTo>
                    <a:pt x="12318" y="0"/>
                  </a:moveTo>
                  <a:lnTo>
                    <a:pt x="0" y="114046"/>
                  </a:lnTo>
                  <a:lnTo>
                    <a:pt x="19430" y="117349"/>
                  </a:lnTo>
                  <a:lnTo>
                    <a:pt x="25907" y="118872"/>
                  </a:lnTo>
                  <a:lnTo>
                    <a:pt x="51815" y="6731"/>
                  </a:lnTo>
                  <a:lnTo>
                    <a:pt x="42001" y="4393"/>
                  </a:lnTo>
                  <a:lnTo>
                    <a:pt x="32067" y="2698"/>
                  </a:lnTo>
                  <a:lnTo>
                    <a:pt x="12318" y="0"/>
                  </a:lnTo>
                  <a:close/>
                </a:path>
              </a:pathLst>
            </a:custGeom>
            <a:solidFill>
              <a:srgbClr val="FFFFFF">
                <a:alpha val="2352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2793492" y="5390388"/>
              <a:ext cx="52069" cy="119380"/>
            </a:xfrm>
            <a:custGeom>
              <a:avLst/>
              <a:gdLst/>
              <a:ahLst/>
              <a:cxnLst/>
              <a:rect l="l" t="t" r="r" b="b"/>
              <a:pathLst>
                <a:path w="52069" h="119379">
                  <a:moveTo>
                    <a:pt x="12318" y="0"/>
                  </a:moveTo>
                  <a:lnTo>
                    <a:pt x="0" y="114046"/>
                  </a:lnTo>
                  <a:lnTo>
                    <a:pt x="6476" y="115210"/>
                  </a:lnTo>
                  <a:lnTo>
                    <a:pt x="12953" y="116220"/>
                  </a:lnTo>
                  <a:lnTo>
                    <a:pt x="19430" y="117349"/>
                  </a:lnTo>
                  <a:lnTo>
                    <a:pt x="25907" y="118872"/>
                  </a:lnTo>
                  <a:lnTo>
                    <a:pt x="51815" y="6731"/>
                  </a:lnTo>
                  <a:lnTo>
                    <a:pt x="42001" y="4393"/>
                  </a:lnTo>
                  <a:lnTo>
                    <a:pt x="32067" y="2698"/>
                  </a:lnTo>
                  <a:lnTo>
                    <a:pt x="22133" y="1337"/>
                  </a:lnTo>
                  <a:lnTo>
                    <a:pt x="12318" y="0"/>
                  </a:lnTo>
                  <a:close/>
                </a:path>
              </a:pathLst>
            </a:custGeom>
            <a:ln w="914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2854579" y="5414898"/>
              <a:ext cx="82550" cy="118745"/>
            </a:xfrm>
            <a:custGeom>
              <a:avLst/>
              <a:gdLst/>
              <a:ahLst/>
              <a:cxnLst/>
              <a:rect l="l" t="t" r="r" b="b"/>
              <a:pathLst>
                <a:path w="82550" h="118745">
                  <a:moveTo>
                    <a:pt x="46227" y="0"/>
                  </a:moveTo>
                  <a:lnTo>
                    <a:pt x="0" y="106425"/>
                  </a:lnTo>
                  <a:lnTo>
                    <a:pt x="15366" y="113791"/>
                  </a:lnTo>
                  <a:lnTo>
                    <a:pt x="19684" y="116204"/>
                  </a:lnTo>
                  <a:lnTo>
                    <a:pt x="23368" y="118617"/>
                  </a:lnTo>
                  <a:lnTo>
                    <a:pt x="82041" y="17653"/>
                  </a:lnTo>
                  <a:lnTo>
                    <a:pt x="70357" y="11048"/>
                  </a:lnTo>
                  <a:lnTo>
                    <a:pt x="64134" y="8509"/>
                  </a:lnTo>
                  <a:lnTo>
                    <a:pt x="46227" y="0"/>
                  </a:lnTo>
                  <a:close/>
                </a:path>
              </a:pathLst>
            </a:custGeom>
            <a:solidFill>
              <a:srgbClr val="FFFFFF">
                <a:alpha val="2352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2854579" y="5414898"/>
              <a:ext cx="82550" cy="118745"/>
            </a:xfrm>
            <a:custGeom>
              <a:avLst/>
              <a:gdLst/>
              <a:ahLst/>
              <a:cxnLst/>
              <a:rect l="l" t="t" r="r" b="b"/>
              <a:pathLst>
                <a:path w="82550" h="118745">
                  <a:moveTo>
                    <a:pt x="46227" y="0"/>
                  </a:moveTo>
                  <a:lnTo>
                    <a:pt x="0" y="106425"/>
                  </a:lnTo>
                  <a:lnTo>
                    <a:pt x="11683" y="112013"/>
                  </a:lnTo>
                  <a:lnTo>
                    <a:pt x="15366" y="113791"/>
                  </a:lnTo>
                  <a:lnTo>
                    <a:pt x="19684" y="116204"/>
                  </a:lnTo>
                  <a:lnTo>
                    <a:pt x="23368" y="118617"/>
                  </a:lnTo>
                  <a:lnTo>
                    <a:pt x="82041" y="17653"/>
                  </a:lnTo>
                  <a:lnTo>
                    <a:pt x="76453" y="14604"/>
                  </a:lnTo>
                  <a:lnTo>
                    <a:pt x="70357" y="11048"/>
                  </a:lnTo>
                  <a:lnTo>
                    <a:pt x="64134" y="8509"/>
                  </a:lnTo>
                  <a:lnTo>
                    <a:pt x="46227" y="0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2912364" y="5466588"/>
              <a:ext cx="103505" cy="106680"/>
            </a:xfrm>
            <a:custGeom>
              <a:avLst/>
              <a:gdLst/>
              <a:ahLst/>
              <a:cxnLst/>
              <a:rect l="l" t="t" r="r" b="b"/>
              <a:pathLst>
                <a:path w="103505" h="106679">
                  <a:moveTo>
                    <a:pt x="74930" y="0"/>
                  </a:moveTo>
                  <a:lnTo>
                    <a:pt x="0" y="88392"/>
                  </a:lnTo>
                  <a:lnTo>
                    <a:pt x="4939" y="92604"/>
                  </a:lnTo>
                  <a:lnTo>
                    <a:pt x="9699" y="97043"/>
                  </a:lnTo>
                  <a:lnTo>
                    <a:pt x="18923" y="106553"/>
                  </a:lnTo>
                  <a:lnTo>
                    <a:pt x="103505" y="28067"/>
                  </a:lnTo>
                  <a:lnTo>
                    <a:pt x="96611" y="20484"/>
                  </a:lnTo>
                  <a:lnTo>
                    <a:pt x="89503" y="13319"/>
                  </a:lnTo>
                  <a:lnTo>
                    <a:pt x="82252" y="6510"/>
                  </a:lnTo>
                  <a:lnTo>
                    <a:pt x="74930" y="0"/>
                  </a:lnTo>
                  <a:close/>
                </a:path>
              </a:pathLst>
            </a:custGeom>
            <a:solidFill>
              <a:srgbClr val="FFFFFF">
                <a:alpha val="2352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2912364" y="5466588"/>
              <a:ext cx="103505" cy="106680"/>
            </a:xfrm>
            <a:custGeom>
              <a:avLst/>
              <a:gdLst/>
              <a:ahLst/>
              <a:cxnLst/>
              <a:rect l="l" t="t" r="r" b="b"/>
              <a:pathLst>
                <a:path w="103505" h="106679">
                  <a:moveTo>
                    <a:pt x="74930" y="0"/>
                  </a:moveTo>
                  <a:lnTo>
                    <a:pt x="0" y="88392"/>
                  </a:lnTo>
                  <a:lnTo>
                    <a:pt x="4939" y="92604"/>
                  </a:lnTo>
                  <a:lnTo>
                    <a:pt x="9699" y="97043"/>
                  </a:lnTo>
                  <a:lnTo>
                    <a:pt x="14341" y="101697"/>
                  </a:lnTo>
                  <a:lnTo>
                    <a:pt x="18923" y="106553"/>
                  </a:lnTo>
                  <a:lnTo>
                    <a:pt x="103505" y="28067"/>
                  </a:lnTo>
                  <a:lnTo>
                    <a:pt x="96611" y="20484"/>
                  </a:lnTo>
                  <a:lnTo>
                    <a:pt x="89503" y="13319"/>
                  </a:lnTo>
                  <a:lnTo>
                    <a:pt x="82252" y="6510"/>
                  </a:lnTo>
                  <a:lnTo>
                    <a:pt x="74930" y="0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2979547" y="5634304"/>
              <a:ext cx="121920" cy="55244"/>
            </a:xfrm>
            <a:custGeom>
              <a:avLst/>
              <a:gdLst/>
              <a:ahLst/>
              <a:cxnLst/>
              <a:rect l="l" t="t" r="r" b="b"/>
              <a:pathLst>
                <a:path w="121919" h="55245">
                  <a:moveTo>
                    <a:pt x="113156" y="0"/>
                  </a:moveTo>
                  <a:lnTo>
                    <a:pt x="0" y="29705"/>
                  </a:lnTo>
                  <a:lnTo>
                    <a:pt x="3682" y="41668"/>
                  </a:lnTo>
                  <a:lnTo>
                    <a:pt x="5587" y="54698"/>
                  </a:lnTo>
                  <a:lnTo>
                    <a:pt x="121792" y="38036"/>
                  </a:lnTo>
                  <a:lnTo>
                    <a:pt x="120522" y="31521"/>
                  </a:lnTo>
                  <a:lnTo>
                    <a:pt x="119887" y="25006"/>
                  </a:lnTo>
                  <a:lnTo>
                    <a:pt x="117982" y="19062"/>
                  </a:lnTo>
                  <a:lnTo>
                    <a:pt x="113156" y="0"/>
                  </a:lnTo>
                  <a:close/>
                </a:path>
              </a:pathLst>
            </a:custGeom>
            <a:solidFill>
              <a:srgbClr val="FFFFFF">
                <a:alpha val="2352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2979547" y="5634304"/>
              <a:ext cx="121920" cy="55244"/>
            </a:xfrm>
            <a:custGeom>
              <a:avLst/>
              <a:gdLst/>
              <a:ahLst/>
              <a:cxnLst/>
              <a:rect l="l" t="t" r="r" b="b"/>
              <a:pathLst>
                <a:path w="121919" h="55245">
                  <a:moveTo>
                    <a:pt x="113156" y="0"/>
                  </a:moveTo>
                  <a:lnTo>
                    <a:pt x="0" y="29705"/>
                  </a:lnTo>
                  <a:lnTo>
                    <a:pt x="3682" y="41668"/>
                  </a:lnTo>
                  <a:lnTo>
                    <a:pt x="4190" y="45796"/>
                  </a:lnTo>
                  <a:lnTo>
                    <a:pt x="4952" y="50584"/>
                  </a:lnTo>
                  <a:lnTo>
                    <a:pt x="5587" y="54698"/>
                  </a:lnTo>
                  <a:lnTo>
                    <a:pt x="121792" y="38036"/>
                  </a:lnTo>
                  <a:lnTo>
                    <a:pt x="120522" y="31521"/>
                  </a:lnTo>
                  <a:lnTo>
                    <a:pt x="119887" y="25006"/>
                  </a:lnTo>
                  <a:lnTo>
                    <a:pt x="117982" y="19062"/>
                  </a:lnTo>
                  <a:lnTo>
                    <a:pt x="113156" y="0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2985642" y="5728804"/>
              <a:ext cx="118745" cy="43180"/>
            </a:xfrm>
            <a:custGeom>
              <a:avLst/>
              <a:gdLst/>
              <a:ahLst/>
              <a:cxnLst/>
              <a:rect l="l" t="t" r="r" b="b"/>
              <a:pathLst>
                <a:path w="118744" h="43179">
                  <a:moveTo>
                    <a:pt x="2412" y="0"/>
                  </a:moveTo>
                  <a:lnTo>
                    <a:pt x="2196" y="6633"/>
                  </a:lnTo>
                  <a:lnTo>
                    <a:pt x="859" y="19468"/>
                  </a:lnTo>
                  <a:lnTo>
                    <a:pt x="0" y="25781"/>
                  </a:lnTo>
                  <a:lnTo>
                    <a:pt x="115062" y="42583"/>
                  </a:lnTo>
                  <a:lnTo>
                    <a:pt x="117332" y="23080"/>
                  </a:lnTo>
                  <a:lnTo>
                    <a:pt x="118744" y="3568"/>
                  </a:lnTo>
                  <a:lnTo>
                    <a:pt x="2412" y="0"/>
                  </a:lnTo>
                  <a:close/>
                </a:path>
              </a:pathLst>
            </a:custGeom>
            <a:solidFill>
              <a:srgbClr val="FFFFFF">
                <a:alpha val="2352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2985642" y="5728804"/>
              <a:ext cx="118745" cy="43180"/>
            </a:xfrm>
            <a:custGeom>
              <a:avLst/>
              <a:gdLst/>
              <a:ahLst/>
              <a:cxnLst/>
              <a:rect l="l" t="t" r="r" b="b"/>
              <a:pathLst>
                <a:path w="118744" h="43179">
                  <a:moveTo>
                    <a:pt x="2412" y="0"/>
                  </a:moveTo>
                  <a:lnTo>
                    <a:pt x="2196" y="6633"/>
                  </a:lnTo>
                  <a:lnTo>
                    <a:pt x="1635" y="13104"/>
                  </a:lnTo>
                  <a:lnTo>
                    <a:pt x="859" y="19468"/>
                  </a:lnTo>
                  <a:lnTo>
                    <a:pt x="0" y="25781"/>
                  </a:lnTo>
                  <a:lnTo>
                    <a:pt x="115062" y="42583"/>
                  </a:lnTo>
                  <a:lnTo>
                    <a:pt x="116298" y="32770"/>
                  </a:lnTo>
                  <a:lnTo>
                    <a:pt x="117332" y="23080"/>
                  </a:lnTo>
                  <a:lnTo>
                    <a:pt x="118151" y="13388"/>
                  </a:lnTo>
                  <a:lnTo>
                    <a:pt x="118744" y="3568"/>
                  </a:lnTo>
                  <a:lnTo>
                    <a:pt x="2412" y="0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2967227" y="5792723"/>
              <a:ext cx="119380" cy="73660"/>
            </a:xfrm>
            <a:custGeom>
              <a:avLst/>
              <a:gdLst/>
              <a:ahLst/>
              <a:cxnLst/>
              <a:rect l="l" t="t" r="r" b="b"/>
              <a:pathLst>
                <a:path w="119380" h="73660">
                  <a:moveTo>
                    <a:pt x="10287" y="0"/>
                  </a:moveTo>
                  <a:lnTo>
                    <a:pt x="5461" y="12064"/>
                  </a:lnTo>
                  <a:lnTo>
                    <a:pt x="4318" y="16344"/>
                  </a:lnTo>
                  <a:lnTo>
                    <a:pt x="1905" y="19938"/>
                  </a:lnTo>
                  <a:lnTo>
                    <a:pt x="0" y="23545"/>
                  </a:lnTo>
                  <a:lnTo>
                    <a:pt x="103759" y="73151"/>
                  </a:lnTo>
                  <a:lnTo>
                    <a:pt x="106807" y="67119"/>
                  </a:lnTo>
                  <a:lnTo>
                    <a:pt x="109855" y="61671"/>
                  </a:lnTo>
                  <a:lnTo>
                    <a:pt x="112268" y="55638"/>
                  </a:lnTo>
                  <a:lnTo>
                    <a:pt x="118872" y="36868"/>
                  </a:lnTo>
                  <a:lnTo>
                    <a:pt x="10287" y="0"/>
                  </a:lnTo>
                  <a:close/>
                </a:path>
              </a:pathLst>
            </a:custGeom>
            <a:solidFill>
              <a:srgbClr val="FFFFFF">
                <a:alpha val="2352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2967227" y="5792723"/>
              <a:ext cx="119380" cy="73660"/>
            </a:xfrm>
            <a:custGeom>
              <a:avLst/>
              <a:gdLst/>
              <a:ahLst/>
              <a:cxnLst/>
              <a:rect l="l" t="t" r="r" b="b"/>
              <a:pathLst>
                <a:path w="119380" h="73660">
                  <a:moveTo>
                    <a:pt x="10287" y="0"/>
                  </a:moveTo>
                  <a:lnTo>
                    <a:pt x="5461" y="12064"/>
                  </a:lnTo>
                  <a:lnTo>
                    <a:pt x="4318" y="16344"/>
                  </a:lnTo>
                  <a:lnTo>
                    <a:pt x="1905" y="19938"/>
                  </a:lnTo>
                  <a:lnTo>
                    <a:pt x="0" y="23545"/>
                  </a:lnTo>
                  <a:lnTo>
                    <a:pt x="103759" y="73151"/>
                  </a:lnTo>
                  <a:lnTo>
                    <a:pt x="106807" y="67119"/>
                  </a:lnTo>
                  <a:lnTo>
                    <a:pt x="109855" y="61671"/>
                  </a:lnTo>
                  <a:lnTo>
                    <a:pt x="112268" y="55638"/>
                  </a:lnTo>
                  <a:lnTo>
                    <a:pt x="118872" y="36868"/>
                  </a:lnTo>
                  <a:lnTo>
                    <a:pt x="10287" y="0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2930779" y="5850635"/>
              <a:ext cx="109855" cy="97790"/>
            </a:xfrm>
            <a:custGeom>
              <a:avLst/>
              <a:gdLst/>
              <a:ahLst/>
              <a:cxnLst/>
              <a:rect l="l" t="t" r="r" b="b"/>
              <a:pathLst>
                <a:path w="109855" h="97789">
                  <a:moveTo>
                    <a:pt x="16382" y="0"/>
                  </a:moveTo>
                  <a:lnTo>
                    <a:pt x="8508" y="10261"/>
                  </a:lnTo>
                  <a:lnTo>
                    <a:pt x="0" y="19862"/>
                  </a:lnTo>
                  <a:lnTo>
                    <a:pt x="84581" y="97447"/>
                  </a:lnTo>
                  <a:lnTo>
                    <a:pt x="97408" y="82435"/>
                  </a:lnTo>
                  <a:lnTo>
                    <a:pt x="109600" y="66827"/>
                  </a:lnTo>
                  <a:lnTo>
                    <a:pt x="16382" y="0"/>
                  </a:lnTo>
                  <a:close/>
                </a:path>
              </a:pathLst>
            </a:custGeom>
            <a:solidFill>
              <a:srgbClr val="FFFFFF">
                <a:alpha val="2352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2930779" y="5850635"/>
              <a:ext cx="109855" cy="97790"/>
            </a:xfrm>
            <a:custGeom>
              <a:avLst/>
              <a:gdLst/>
              <a:ahLst/>
              <a:cxnLst/>
              <a:rect l="l" t="t" r="r" b="b"/>
              <a:pathLst>
                <a:path w="109855" h="97789">
                  <a:moveTo>
                    <a:pt x="16382" y="0"/>
                  </a:moveTo>
                  <a:lnTo>
                    <a:pt x="8508" y="10261"/>
                  </a:lnTo>
                  <a:lnTo>
                    <a:pt x="0" y="19862"/>
                  </a:lnTo>
                  <a:lnTo>
                    <a:pt x="84581" y="97447"/>
                  </a:lnTo>
                  <a:lnTo>
                    <a:pt x="97408" y="82435"/>
                  </a:lnTo>
                  <a:lnTo>
                    <a:pt x="109600" y="66827"/>
                  </a:lnTo>
                  <a:lnTo>
                    <a:pt x="16382" y="0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2878835" y="5896444"/>
              <a:ext cx="91440" cy="116205"/>
            </a:xfrm>
            <a:custGeom>
              <a:avLst/>
              <a:gdLst/>
              <a:ahLst/>
              <a:cxnLst/>
              <a:rect l="l" t="t" r="r" b="b"/>
              <a:pathLst>
                <a:path w="91439" h="116204">
                  <a:moveTo>
                    <a:pt x="21462" y="0"/>
                  </a:moveTo>
                  <a:lnTo>
                    <a:pt x="14731" y="5549"/>
                  </a:lnTo>
                  <a:lnTo>
                    <a:pt x="11049" y="8013"/>
                  </a:lnTo>
                  <a:lnTo>
                    <a:pt x="0" y="14757"/>
                  </a:lnTo>
                  <a:lnTo>
                    <a:pt x="58293" y="115735"/>
                  </a:lnTo>
                  <a:lnTo>
                    <a:pt x="74802" y="105232"/>
                  </a:lnTo>
                  <a:lnTo>
                    <a:pt x="81025" y="101561"/>
                  </a:lnTo>
                  <a:lnTo>
                    <a:pt x="85851" y="97294"/>
                  </a:lnTo>
                  <a:lnTo>
                    <a:pt x="91439" y="93548"/>
                  </a:lnTo>
                  <a:lnTo>
                    <a:pt x="21462" y="0"/>
                  </a:lnTo>
                  <a:close/>
                </a:path>
              </a:pathLst>
            </a:custGeom>
            <a:solidFill>
              <a:srgbClr val="FFFFFF">
                <a:alpha val="2352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2878835" y="5896444"/>
              <a:ext cx="91440" cy="116205"/>
            </a:xfrm>
            <a:custGeom>
              <a:avLst/>
              <a:gdLst/>
              <a:ahLst/>
              <a:cxnLst/>
              <a:rect l="l" t="t" r="r" b="b"/>
              <a:pathLst>
                <a:path w="91439" h="116204">
                  <a:moveTo>
                    <a:pt x="21462" y="0"/>
                  </a:moveTo>
                  <a:lnTo>
                    <a:pt x="17780" y="3073"/>
                  </a:lnTo>
                  <a:lnTo>
                    <a:pt x="14731" y="5549"/>
                  </a:lnTo>
                  <a:lnTo>
                    <a:pt x="11049" y="8013"/>
                  </a:lnTo>
                  <a:lnTo>
                    <a:pt x="0" y="14757"/>
                  </a:lnTo>
                  <a:lnTo>
                    <a:pt x="58293" y="115735"/>
                  </a:lnTo>
                  <a:lnTo>
                    <a:pt x="74802" y="105232"/>
                  </a:lnTo>
                  <a:lnTo>
                    <a:pt x="81025" y="101561"/>
                  </a:lnTo>
                  <a:lnTo>
                    <a:pt x="85851" y="97294"/>
                  </a:lnTo>
                  <a:lnTo>
                    <a:pt x="91439" y="93548"/>
                  </a:lnTo>
                  <a:lnTo>
                    <a:pt x="21462" y="0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2817876" y="5926925"/>
              <a:ext cx="64135" cy="121920"/>
            </a:xfrm>
            <a:custGeom>
              <a:avLst/>
              <a:gdLst/>
              <a:ahLst/>
              <a:cxnLst/>
              <a:rect l="l" t="t" r="r" b="b"/>
              <a:pathLst>
                <a:path w="64135" h="121920">
                  <a:moveTo>
                    <a:pt x="25018" y="0"/>
                  </a:moveTo>
                  <a:lnTo>
                    <a:pt x="12509" y="4468"/>
                  </a:lnTo>
                  <a:lnTo>
                    <a:pt x="6302" y="6402"/>
                  </a:lnTo>
                  <a:lnTo>
                    <a:pt x="0" y="7975"/>
                  </a:lnTo>
                  <a:lnTo>
                    <a:pt x="25526" y="121742"/>
                  </a:lnTo>
                  <a:lnTo>
                    <a:pt x="35145" y="119604"/>
                  </a:lnTo>
                  <a:lnTo>
                    <a:pt x="44751" y="116920"/>
                  </a:lnTo>
                  <a:lnTo>
                    <a:pt x="63881" y="110680"/>
                  </a:lnTo>
                  <a:lnTo>
                    <a:pt x="25018" y="0"/>
                  </a:lnTo>
                  <a:close/>
                </a:path>
              </a:pathLst>
            </a:custGeom>
            <a:solidFill>
              <a:srgbClr val="FFFFFF">
                <a:alpha val="2352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2817876" y="5926925"/>
              <a:ext cx="64135" cy="121920"/>
            </a:xfrm>
            <a:custGeom>
              <a:avLst/>
              <a:gdLst/>
              <a:ahLst/>
              <a:cxnLst/>
              <a:rect l="l" t="t" r="r" b="b"/>
              <a:pathLst>
                <a:path w="64135" h="121920">
                  <a:moveTo>
                    <a:pt x="25018" y="0"/>
                  </a:moveTo>
                  <a:lnTo>
                    <a:pt x="18716" y="2294"/>
                  </a:lnTo>
                  <a:lnTo>
                    <a:pt x="12509" y="4468"/>
                  </a:lnTo>
                  <a:lnTo>
                    <a:pt x="6302" y="6402"/>
                  </a:lnTo>
                  <a:lnTo>
                    <a:pt x="0" y="7975"/>
                  </a:lnTo>
                  <a:lnTo>
                    <a:pt x="25526" y="121742"/>
                  </a:lnTo>
                  <a:lnTo>
                    <a:pt x="35145" y="119604"/>
                  </a:lnTo>
                  <a:lnTo>
                    <a:pt x="44751" y="116920"/>
                  </a:lnTo>
                  <a:lnTo>
                    <a:pt x="54334" y="113882"/>
                  </a:lnTo>
                  <a:lnTo>
                    <a:pt x="63881" y="110680"/>
                  </a:lnTo>
                  <a:lnTo>
                    <a:pt x="25018" y="0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2744851" y="5939116"/>
              <a:ext cx="39370" cy="115570"/>
            </a:xfrm>
            <a:custGeom>
              <a:avLst/>
              <a:gdLst/>
              <a:ahLst/>
              <a:cxnLst/>
              <a:rect l="l" t="t" r="r" b="b"/>
              <a:pathLst>
                <a:path w="39369" h="115570">
                  <a:moveTo>
                    <a:pt x="34543" y="0"/>
                  </a:moveTo>
                  <a:lnTo>
                    <a:pt x="25907" y="419"/>
                  </a:lnTo>
                  <a:lnTo>
                    <a:pt x="12700" y="254"/>
                  </a:lnTo>
                  <a:lnTo>
                    <a:pt x="8509" y="0"/>
                  </a:lnTo>
                  <a:lnTo>
                    <a:pt x="0" y="114808"/>
                  </a:lnTo>
                  <a:lnTo>
                    <a:pt x="20877" y="115574"/>
                  </a:lnTo>
                  <a:lnTo>
                    <a:pt x="35560" y="115570"/>
                  </a:lnTo>
                  <a:lnTo>
                    <a:pt x="39369" y="115392"/>
                  </a:lnTo>
                  <a:lnTo>
                    <a:pt x="34543" y="0"/>
                  </a:lnTo>
                  <a:close/>
                </a:path>
              </a:pathLst>
            </a:custGeom>
            <a:solidFill>
              <a:srgbClr val="FFFFFF">
                <a:alpha val="2352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2744851" y="5939116"/>
              <a:ext cx="39370" cy="116205"/>
            </a:xfrm>
            <a:custGeom>
              <a:avLst/>
              <a:gdLst/>
              <a:ahLst/>
              <a:cxnLst/>
              <a:rect l="l" t="t" r="r" b="b"/>
              <a:pathLst>
                <a:path w="39369" h="116204">
                  <a:moveTo>
                    <a:pt x="8509" y="0"/>
                  </a:moveTo>
                  <a:lnTo>
                    <a:pt x="0" y="114808"/>
                  </a:lnTo>
                  <a:lnTo>
                    <a:pt x="7006" y="115115"/>
                  </a:lnTo>
                  <a:lnTo>
                    <a:pt x="13954" y="115384"/>
                  </a:lnTo>
                  <a:lnTo>
                    <a:pt x="20877" y="115574"/>
                  </a:lnTo>
                  <a:lnTo>
                    <a:pt x="27812" y="115646"/>
                  </a:lnTo>
                  <a:lnTo>
                    <a:pt x="31623" y="115646"/>
                  </a:lnTo>
                  <a:lnTo>
                    <a:pt x="35560" y="115570"/>
                  </a:lnTo>
                  <a:lnTo>
                    <a:pt x="39369" y="115392"/>
                  </a:lnTo>
                  <a:lnTo>
                    <a:pt x="34543" y="0"/>
                  </a:lnTo>
                  <a:lnTo>
                    <a:pt x="30353" y="254"/>
                  </a:lnTo>
                  <a:lnTo>
                    <a:pt x="25907" y="419"/>
                  </a:lnTo>
                  <a:lnTo>
                    <a:pt x="21590" y="419"/>
                  </a:lnTo>
                  <a:lnTo>
                    <a:pt x="17018" y="419"/>
                  </a:lnTo>
                  <a:lnTo>
                    <a:pt x="12700" y="254"/>
                  </a:lnTo>
                  <a:lnTo>
                    <a:pt x="8509" y="0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2647314" y="5923876"/>
              <a:ext cx="67310" cy="121920"/>
            </a:xfrm>
            <a:custGeom>
              <a:avLst/>
              <a:gdLst/>
              <a:ahLst/>
              <a:cxnLst/>
              <a:rect l="l" t="t" r="r" b="b"/>
              <a:pathLst>
                <a:path w="67310" h="121920">
                  <a:moveTo>
                    <a:pt x="42545" y="0"/>
                  </a:moveTo>
                  <a:lnTo>
                    <a:pt x="0" y="109334"/>
                  </a:lnTo>
                  <a:lnTo>
                    <a:pt x="9179" y="112962"/>
                  </a:lnTo>
                  <a:lnTo>
                    <a:pt x="18573" y="116297"/>
                  </a:lnTo>
                  <a:lnTo>
                    <a:pt x="28110" y="119274"/>
                  </a:lnTo>
                  <a:lnTo>
                    <a:pt x="37718" y="121831"/>
                  </a:lnTo>
                  <a:lnTo>
                    <a:pt x="66802" y="8089"/>
                  </a:lnTo>
                  <a:lnTo>
                    <a:pt x="54435" y="4273"/>
                  </a:lnTo>
                  <a:lnTo>
                    <a:pt x="42545" y="0"/>
                  </a:lnTo>
                  <a:close/>
                </a:path>
              </a:pathLst>
            </a:custGeom>
            <a:solidFill>
              <a:srgbClr val="FFFFFF">
                <a:alpha val="2352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2647314" y="5923876"/>
              <a:ext cx="67310" cy="121920"/>
            </a:xfrm>
            <a:custGeom>
              <a:avLst/>
              <a:gdLst/>
              <a:ahLst/>
              <a:cxnLst/>
              <a:rect l="l" t="t" r="r" b="b"/>
              <a:pathLst>
                <a:path w="67310" h="121920">
                  <a:moveTo>
                    <a:pt x="42545" y="0"/>
                  </a:moveTo>
                  <a:lnTo>
                    <a:pt x="0" y="109334"/>
                  </a:lnTo>
                  <a:lnTo>
                    <a:pt x="9179" y="112962"/>
                  </a:lnTo>
                  <a:lnTo>
                    <a:pt x="18573" y="116297"/>
                  </a:lnTo>
                  <a:lnTo>
                    <a:pt x="28110" y="119274"/>
                  </a:lnTo>
                  <a:lnTo>
                    <a:pt x="37718" y="121831"/>
                  </a:lnTo>
                  <a:lnTo>
                    <a:pt x="66802" y="8089"/>
                  </a:lnTo>
                  <a:lnTo>
                    <a:pt x="60529" y="6211"/>
                  </a:lnTo>
                  <a:lnTo>
                    <a:pt x="54435" y="4273"/>
                  </a:lnTo>
                  <a:lnTo>
                    <a:pt x="48460" y="2221"/>
                  </a:lnTo>
                  <a:lnTo>
                    <a:pt x="42545" y="0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2561970" y="5893396"/>
              <a:ext cx="94615" cy="113030"/>
            </a:xfrm>
            <a:custGeom>
              <a:avLst/>
              <a:gdLst/>
              <a:ahLst/>
              <a:cxnLst/>
              <a:rect l="l" t="t" r="r" b="b"/>
              <a:pathLst>
                <a:path w="94614" h="113029">
                  <a:moveTo>
                    <a:pt x="72898" y="0"/>
                  </a:moveTo>
                  <a:lnTo>
                    <a:pt x="0" y="89598"/>
                  </a:lnTo>
                  <a:lnTo>
                    <a:pt x="7856" y="95751"/>
                  </a:lnTo>
                  <a:lnTo>
                    <a:pt x="15986" y="101569"/>
                  </a:lnTo>
                  <a:lnTo>
                    <a:pt x="24378" y="107152"/>
                  </a:lnTo>
                  <a:lnTo>
                    <a:pt x="33020" y="112598"/>
                  </a:lnTo>
                  <a:lnTo>
                    <a:pt x="94361" y="14516"/>
                  </a:lnTo>
                  <a:lnTo>
                    <a:pt x="88578" y="11208"/>
                  </a:lnTo>
                  <a:lnTo>
                    <a:pt x="83153" y="7696"/>
                  </a:lnTo>
                  <a:lnTo>
                    <a:pt x="77966" y="3964"/>
                  </a:lnTo>
                  <a:lnTo>
                    <a:pt x="72898" y="0"/>
                  </a:lnTo>
                  <a:close/>
                </a:path>
              </a:pathLst>
            </a:custGeom>
            <a:solidFill>
              <a:srgbClr val="FFFFFF">
                <a:alpha val="2352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2561970" y="5893396"/>
              <a:ext cx="94615" cy="113030"/>
            </a:xfrm>
            <a:custGeom>
              <a:avLst/>
              <a:gdLst/>
              <a:ahLst/>
              <a:cxnLst/>
              <a:rect l="l" t="t" r="r" b="b"/>
              <a:pathLst>
                <a:path w="94614" h="113029">
                  <a:moveTo>
                    <a:pt x="72898" y="0"/>
                  </a:moveTo>
                  <a:lnTo>
                    <a:pt x="0" y="89598"/>
                  </a:lnTo>
                  <a:lnTo>
                    <a:pt x="7856" y="95751"/>
                  </a:lnTo>
                  <a:lnTo>
                    <a:pt x="15986" y="101569"/>
                  </a:lnTo>
                  <a:lnTo>
                    <a:pt x="24378" y="107152"/>
                  </a:lnTo>
                  <a:lnTo>
                    <a:pt x="33020" y="112598"/>
                  </a:lnTo>
                  <a:lnTo>
                    <a:pt x="94361" y="14516"/>
                  </a:lnTo>
                  <a:lnTo>
                    <a:pt x="88578" y="11208"/>
                  </a:lnTo>
                  <a:lnTo>
                    <a:pt x="83153" y="7696"/>
                  </a:lnTo>
                  <a:lnTo>
                    <a:pt x="77966" y="3964"/>
                  </a:lnTo>
                  <a:lnTo>
                    <a:pt x="72898" y="0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2494788" y="5844540"/>
              <a:ext cx="109855" cy="97790"/>
            </a:xfrm>
            <a:custGeom>
              <a:avLst/>
              <a:gdLst/>
              <a:ahLst/>
              <a:cxnLst/>
              <a:rect l="l" t="t" r="r" b="b"/>
              <a:pathLst>
                <a:path w="109855" h="97789">
                  <a:moveTo>
                    <a:pt x="93472" y="0"/>
                  </a:moveTo>
                  <a:lnTo>
                    <a:pt x="0" y="65646"/>
                  </a:lnTo>
                  <a:lnTo>
                    <a:pt x="11430" y="81546"/>
                  </a:lnTo>
                  <a:lnTo>
                    <a:pt x="17399" y="89547"/>
                  </a:lnTo>
                  <a:lnTo>
                    <a:pt x="24003" y="97536"/>
                  </a:lnTo>
                  <a:lnTo>
                    <a:pt x="109600" y="20828"/>
                  </a:lnTo>
                  <a:lnTo>
                    <a:pt x="104901" y="15989"/>
                  </a:lnTo>
                  <a:lnTo>
                    <a:pt x="101218" y="10464"/>
                  </a:lnTo>
                  <a:lnTo>
                    <a:pt x="93472" y="0"/>
                  </a:lnTo>
                  <a:close/>
                </a:path>
              </a:pathLst>
            </a:custGeom>
            <a:solidFill>
              <a:srgbClr val="FFFFFF">
                <a:alpha val="2352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2494788" y="5844540"/>
              <a:ext cx="109855" cy="97790"/>
            </a:xfrm>
            <a:custGeom>
              <a:avLst/>
              <a:gdLst/>
              <a:ahLst/>
              <a:cxnLst/>
              <a:rect l="l" t="t" r="r" b="b"/>
              <a:pathLst>
                <a:path w="109855" h="97789">
                  <a:moveTo>
                    <a:pt x="93472" y="0"/>
                  </a:moveTo>
                  <a:lnTo>
                    <a:pt x="0" y="65646"/>
                  </a:lnTo>
                  <a:lnTo>
                    <a:pt x="11430" y="81546"/>
                  </a:lnTo>
                  <a:lnTo>
                    <a:pt x="17399" y="89547"/>
                  </a:lnTo>
                  <a:lnTo>
                    <a:pt x="24003" y="97536"/>
                  </a:lnTo>
                  <a:lnTo>
                    <a:pt x="109600" y="20828"/>
                  </a:lnTo>
                  <a:lnTo>
                    <a:pt x="104901" y="15989"/>
                  </a:lnTo>
                  <a:lnTo>
                    <a:pt x="101218" y="10464"/>
                  </a:lnTo>
                  <a:lnTo>
                    <a:pt x="93472" y="0"/>
                  </a:lnTo>
                  <a:close/>
                </a:path>
              </a:pathLst>
            </a:custGeom>
            <a:ln w="914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2449067" y="5786716"/>
              <a:ext cx="121920" cy="70485"/>
            </a:xfrm>
            <a:custGeom>
              <a:avLst/>
              <a:gdLst/>
              <a:ahLst/>
              <a:cxnLst/>
              <a:rect l="l" t="t" r="r" b="b"/>
              <a:pathLst>
                <a:path w="121919" h="70485">
                  <a:moveTo>
                    <a:pt x="112649" y="0"/>
                  </a:moveTo>
                  <a:lnTo>
                    <a:pt x="0" y="33515"/>
                  </a:lnTo>
                  <a:lnTo>
                    <a:pt x="6746" y="51760"/>
                  </a:lnTo>
                  <a:lnTo>
                    <a:pt x="10376" y="60949"/>
                  </a:lnTo>
                  <a:lnTo>
                    <a:pt x="14350" y="70015"/>
                  </a:lnTo>
                  <a:lnTo>
                    <a:pt x="121919" y="23304"/>
                  </a:lnTo>
                  <a:lnTo>
                    <a:pt x="118237" y="16167"/>
                  </a:lnTo>
                  <a:lnTo>
                    <a:pt x="115696" y="7797"/>
                  </a:lnTo>
                  <a:lnTo>
                    <a:pt x="112649" y="0"/>
                  </a:lnTo>
                  <a:close/>
                </a:path>
              </a:pathLst>
            </a:custGeom>
            <a:solidFill>
              <a:srgbClr val="FFFFFF">
                <a:alpha val="2352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2449067" y="5786716"/>
              <a:ext cx="121920" cy="70485"/>
            </a:xfrm>
            <a:custGeom>
              <a:avLst/>
              <a:gdLst/>
              <a:ahLst/>
              <a:cxnLst/>
              <a:rect l="l" t="t" r="r" b="b"/>
              <a:pathLst>
                <a:path w="121919" h="70485">
                  <a:moveTo>
                    <a:pt x="112649" y="0"/>
                  </a:moveTo>
                  <a:lnTo>
                    <a:pt x="0" y="33515"/>
                  </a:lnTo>
                  <a:lnTo>
                    <a:pt x="3331" y="42574"/>
                  </a:lnTo>
                  <a:lnTo>
                    <a:pt x="6746" y="51760"/>
                  </a:lnTo>
                  <a:lnTo>
                    <a:pt x="10376" y="60949"/>
                  </a:lnTo>
                  <a:lnTo>
                    <a:pt x="14350" y="70015"/>
                  </a:lnTo>
                  <a:lnTo>
                    <a:pt x="121919" y="23304"/>
                  </a:lnTo>
                  <a:lnTo>
                    <a:pt x="118237" y="16167"/>
                  </a:lnTo>
                  <a:lnTo>
                    <a:pt x="115696" y="7797"/>
                  </a:lnTo>
                  <a:lnTo>
                    <a:pt x="112649" y="0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2436876" y="5722708"/>
              <a:ext cx="116205" cy="40005"/>
            </a:xfrm>
            <a:custGeom>
              <a:avLst/>
              <a:gdLst/>
              <a:ahLst/>
              <a:cxnLst/>
              <a:rect l="l" t="t" r="r" b="b"/>
              <a:pathLst>
                <a:path w="116205" h="40004">
                  <a:moveTo>
                    <a:pt x="113918" y="0"/>
                  </a:moveTo>
                  <a:lnTo>
                    <a:pt x="0" y="0"/>
                  </a:lnTo>
                  <a:lnTo>
                    <a:pt x="777" y="19499"/>
                  </a:lnTo>
                  <a:lnTo>
                    <a:pt x="1375" y="29451"/>
                  </a:lnTo>
                  <a:lnTo>
                    <a:pt x="2412" y="39446"/>
                  </a:lnTo>
                  <a:lnTo>
                    <a:pt x="115697" y="25539"/>
                  </a:lnTo>
                  <a:lnTo>
                    <a:pt x="115115" y="19155"/>
                  </a:lnTo>
                  <a:lnTo>
                    <a:pt x="114571" y="6383"/>
                  </a:lnTo>
                  <a:lnTo>
                    <a:pt x="113918" y="0"/>
                  </a:lnTo>
                  <a:close/>
                </a:path>
              </a:pathLst>
            </a:custGeom>
            <a:solidFill>
              <a:srgbClr val="FFFFFF">
                <a:alpha val="2352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2436876" y="5722708"/>
              <a:ext cx="116205" cy="40005"/>
            </a:xfrm>
            <a:custGeom>
              <a:avLst/>
              <a:gdLst/>
              <a:ahLst/>
              <a:cxnLst/>
              <a:rect l="l" t="t" r="r" b="b"/>
              <a:pathLst>
                <a:path w="116205" h="40004">
                  <a:moveTo>
                    <a:pt x="0" y="0"/>
                  </a:moveTo>
                  <a:lnTo>
                    <a:pt x="394" y="9658"/>
                  </a:lnTo>
                  <a:lnTo>
                    <a:pt x="777" y="19499"/>
                  </a:lnTo>
                  <a:lnTo>
                    <a:pt x="1375" y="29451"/>
                  </a:lnTo>
                  <a:lnTo>
                    <a:pt x="2412" y="39446"/>
                  </a:lnTo>
                  <a:lnTo>
                    <a:pt x="115697" y="25539"/>
                  </a:lnTo>
                  <a:lnTo>
                    <a:pt x="115115" y="19155"/>
                  </a:lnTo>
                  <a:lnTo>
                    <a:pt x="114855" y="12769"/>
                  </a:lnTo>
                  <a:lnTo>
                    <a:pt x="114571" y="6383"/>
                  </a:lnTo>
                  <a:lnTo>
                    <a:pt x="113918" y="0"/>
                  </a:lnTo>
                  <a:lnTo>
                    <a:pt x="0" y="0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2955163" y="5542788"/>
              <a:ext cx="116205" cy="85725"/>
            </a:xfrm>
            <a:custGeom>
              <a:avLst/>
              <a:gdLst/>
              <a:ahLst/>
              <a:cxnLst/>
              <a:rect l="l" t="t" r="r" b="b"/>
              <a:pathLst>
                <a:path w="116205" h="85725">
                  <a:moveTo>
                    <a:pt x="96900" y="0"/>
                  </a:moveTo>
                  <a:lnTo>
                    <a:pt x="0" y="62623"/>
                  </a:lnTo>
                  <a:lnTo>
                    <a:pt x="6604" y="73685"/>
                  </a:lnTo>
                  <a:lnTo>
                    <a:pt x="8381" y="77343"/>
                  </a:lnTo>
                  <a:lnTo>
                    <a:pt x="10922" y="81597"/>
                  </a:lnTo>
                  <a:lnTo>
                    <a:pt x="12064" y="85343"/>
                  </a:lnTo>
                  <a:lnTo>
                    <a:pt x="115697" y="34925"/>
                  </a:lnTo>
                  <a:lnTo>
                    <a:pt x="112649" y="28828"/>
                  </a:lnTo>
                  <a:lnTo>
                    <a:pt x="110236" y="22733"/>
                  </a:lnTo>
                  <a:lnTo>
                    <a:pt x="107187" y="17145"/>
                  </a:lnTo>
                  <a:lnTo>
                    <a:pt x="96900" y="0"/>
                  </a:lnTo>
                  <a:close/>
                </a:path>
              </a:pathLst>
            </a:custGeom>
            <a:solidFill>
              <a:srgbClr val="FFFFFF">
                <a:alpha val="2352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2955163" y="5542788"/>
              <a:ext cx="116205" cy="85725"/>
            </a:xfrm>
            <a:custGeom>
              <a:avLst/>
              <a:gdLst/>
              <a:ahLst/>
              <a:cxnLst/>
              <a:rect l="l" t="t" r="r" b="b"/>
              <a:pathLst>
                <a:path w="116205" h="85725">
                  <a:moveTo>
                    <a:pt x="96900" y="0"/>
                  </a:moveTo>
                  <a:lnTo>
                    <a:pt x="0" y="62623"/>
                  </a:lnTo>
                  <a:lnTo>
                    <a:pt x="6604" y="73685"/>
                  </a:lnTo>
                  <a:lnTo>
                    <a:pt x="8381" y="77343"/>
                  </a:lnTo>
                  <a:lnTo>
                    <a:pt x="10922" y="81597"/>
                  </a:lnTo>
                  <a:lnTo>
                    <a:pt x="12064" y="85343"/>
                  </a:lnTo>
                  <a:lnTo>
                    <a:pt x="115697" y="34925"/>
                  </a:lnTo>
                  <a:lnTo>
                    <a:pt x="112649" y="28828"/>
                  </a:lnTo>
                  <a:lnTo>
                    <a:pt x="110236" y="22733"/>
                  </a:lnTo>
                  <a:lnTo>
                    <a:pt x="107187" y="17145"/>
                  </a:lnTo>
                  <a:lnTo>
                    <a:pt x="96900" y="0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2714370" y="5667755"/>
              <a:ext cx="109855" cy="109855"/>
            </a:xfrm>
            <a:custGeom>
              <a:avLst/>
              <a:gdLst/>
              <a:ahLst/>
              <a:cxnLst/>
              <a:rect l="l" t="t" r="r" b="b"/>
              <a:pathLst>
                <a:path w="109855" h="109854">
                  <a:moveTo>
                    <a:pt x="54991" y="0"/>
                  </a:moveTo>
                  <a:lnTo>
                    <a:pt x="33647" y="4359"/>
                  </a:lnTo>
                  <a:lnTo>
                    <a:pt x="16160" y="16224"/>
                  </a:lnTo>
                  <a:lnTo>
                    <a:pt x="4341" y="33775"/>
                  </a:lnTo>
                  <a:lnTo>
                    <a:pt x="0" y="55194"/>
                  </a:lnTo>
                  <a:lnTo>
                    <a:pt x="4341" y="76477"/>
                  </a:lnTo>
                  <a:lnTo>
                    <a:pt x="16160" y="93805"/>
                  </a:lnTo>
                  <a:lnTo>
                    <a:pt x="33647" y="105461"/>
                  </a:lnTo>
                  <a:lnTo>
                    <a:pt x="54991" y="109728"/>
                  </a:lnTo>
                  <a:lnTo>
                    <a:pt x="76309" y="105461"/>
                  </a:lnTo>
                  <a:lnTo>
                    <a:pt x="93614" y="93805"/>
                  </a:lnTo>
                  <a:lnTo>
                    <a:pt x="105229" y="76477"/>
                  </a:lnTo>
                  <a:lnTo>
                    <a:pt x="109474" y="55194"/>
                  </a:lnTo>
                  <a:lnTo>
                    <a:pt x="105229" y="33775"/>
                  </a:lnTo>
                  <a:lnTo>
                    <a:pt x="93614" y="16224"/>
                  </a:lnTo>
                  <a:lnTo>
                    <a:pt x="76309" y="4359"/>
                  </a:lnTo>
                  <a:lnTo>
                    <a:pt x="54991" y="0"/>
                  </a:lnTo>
                  <a:close/>
                </a:path>
              </a:pathLst>
            </a:custGeom>
            <a:solidFill>
              <a:srgbClr val="FFFFFF">
                <a:alpha val="2352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2714370" y="5667755"/>
              <a:ext cx="109855" cy="109855"/>
            </a:xfrm>
            <a:custGeom>
              <a:avLst/>
              <a:gdLst/>
              <a:ahLst/>
              <a:cxnLst/>
              <a:rect l="l" t="t" r="r" b="b"/>
              <a:pathLst>
                <a:path w="109855" h="109854">
                  <a:moveTo>
                    <a:pt x="54991" y="0"/>
                  </a:moveTo>
                  <a:lnTo>
                    <a:pt x="33647" y="4359"/>
                  </a:lnTo>
                  <a:lnTo>
                    <a:pt x="16160" y="16224"/>
                  </a:lnTo>
                  <a:lnTo>
                    <a:pt x="4341" y="33775"/>
                  </a:lnTo>
                  <a:lnTo>
                    <a:pt x="0" y="55194"/>
                  </a:lnTo>
                  <a:lnTo>
                    <a:pt x="4341" y="76477"/>
                  </a:lnTo>
                  <a:lnTo>
                    <a:pt x="16160" y="93805"/>
                  </a:lnTo>
                  <a:lnTo>
                    <a:pt x="33647" y="105461"/>
                  </a:lnTo>
                  <a:lnTo>
                    <a:pt x="54991" y="109728"/>
                  </a:lnTo>
                  <a:lnTo>
                    <a:pt x="76309" y="105461"/>
                  </a:lnTo>
                  <a:lnTo>
                    <a:pt x="93614" y="93805"/>
                  </a:lnTo>
                  <a:lnTo>
                    <a:pt x="105229" y="76477"/>
                  </a:lnTo>
                  <a:lnTo>
                    <a:pt x="109474" y="55194"/>
                  </a:lnTo>
                  <a:lnTo>
                    <a:pt x="105229" y="33775"/>
                  </a:lnTo>
                  <a:lnTo>
                    <a:pt x="93614" y="16224"/>
                  </a:lnTo>
                  <a:lnTo>
                    <a:pt x="76309" y="4359"/>
                  </a:lnTo>
                  <a:lnTo>
                    <a:pt x="54991" y="0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2" name="object 132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3298063" y="5352288"/>
              <a:ext cx="688721" cy="688847"/>
            </a:xfrm>
            <a:prstGeom prst="rect">
              <a:avLst/>
            </a:prstGeom>
          </p:spPr>
        </p:pic>
        <p:pic>
          <p:nvPicPr>
            <p:cNvPr id="133" name="object 133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1542288" y="5330952"/>
              <a:ext cx="682752" cy="682751"/>
            </a:xfrm>
            <a:prstGeom prst="rect">
              <a:avLst/>
            </a:prstGeom>
          </p:spPr>
        </p:pic>
        <p:sp>
          <p:nvSpPr>
            <p:cNvPr id="134" name="object 134"/>
            <p:cNvSpPr/>
            <p:nvPr/>
          </p:nvSpPr>
          <p:spPr>
            <a:xfrm>
              <a:off x="7795107" y="5381244"/>
              <a:ext cx="673735" cy="673735"/>
            </a:xfrm>
            <a:custGeom>
              <a:avLst/>
              <a:gdLst/>
              <a:ahLst/>
              <a:cxnLst/>
              <a:rect l="l" t="t" r="r" b="b"/>
              <a:pathLst>
                <a:path w="673734" h="673735">
                  <a:moveTo>
                    <a:pt x="335178" y="0"/>
                  </a:moveTo>
                  <a:lnTo>
                    <a:pt x="285432" y="3787"/>
                  </a:lnTo>
                  <a:lnTo>
                    <a:pt x="236102" y="15365"/>
                  </a:lnTo>
                  <a:lnTo>
                    <a:pt x="187996" y="35058"/>
                  </a:lnTo>
                  <a:lnTo>
                    <a:pt x="141926" y="63187"/>
                  </a:lnTo>
                  <a:lnTo>
                    <a:pt x="98704" y="100075"/>
                  </a:lnTo>
                  <a:lnTo>
                    <a:pt x="68311" y="134645"/>
                  </a:lnTo>
                  <a:lnTo>
                    <a:pt x="43743" y="171264"/>
                  </a:lnTo>
                  <a:lnTo>
                    <a:pt x="24815" y="209485"/>
                  </a:lnTo>
                  <a:lnTo>
                    <a:pt x="11339" y="248859"/>
                  </a:lnTo>
                  <a:lnTo>
                    <a:pt x="3129" y="288939"/>
                  </a:lnTo>
                  <a:lnTo>
                    <a:pt x="0" y="329277"/>
                  </a:lnTo>
                  <a:lnTo>
                    <a:pt x="1764" y="369424"/>
                  </a:lnTo>
                  <a:lnTo>
                    <a:pt x="8235" y="408934"/>
                  </a:lnTo>
                  <a:lnTo>
                    <a:pt x="19228" y="447358"/>
                  </a:lnTo>
                  <a:lnTo>
                    <a:pt x="34555" y="484248"/>
                  </a:lnTo>
                  <a:lnTo>
                    <a:pt x="54031" y="519157"/>
                  </a:lnTo>
                  <a:lnTo>
                    <a:pt x="77470" y="551636"/>
                  </a:lnTo>
                  <a:lnTo>
                    <a:pt x="104684" y="581238"/>
                  </a:lnTo>
                  <a:lnTo>
                    <a:pt x="135487" y="607514"/>
                  </a:lnTo>
                  <a:lnTo>
                    <a:pt x="169694" y="630017"/>
                  </a:lnTo>
                  <a:lnTo>
                    <a:pt x="207118" y="648300"/>
                  </a:lnTo>
                  <a:lnTo>
                    <a:pt x="247573" y="661913"/>
                  </a:lnTo>
                  <a:lnTo>
                    <a:pt x="290872" y="670409"/>
                  </a:lnTo>
                  <a:lnTo>
                    <a:pt x="336829" y="673341"/>
                  </a:lnTo>
                  <a:lnTo>
                    <a:pt x="386663" y="669697"/>
                  </a:lnTo>
                  <a:lnTo>
                    <a:pt x="434200" y="659114"/>
                  </a:lnTo>
                  <a:lnTo>
                    <a:pt x="478922" y="642118"/>
                  </a:lnTo>
                  <a:lnTo>
                    <a:pt x="520315" y="619234"/>
                  </a:lnTo>
                  <a:lnTo>
                    <a:pt x="557863" y="590986"/>
                  </a:lnTo>
                  <a:lnTo>
                    <a:pt x="589674" y="559269"/>
                  </a:lnTo>
                  <a:lnTo>
                    <a:pt x="334670" y="559269"/>
                  </a:lnTo>
                  <a:lnTo>
                    <a:pt x="294077" y="555433"/>
                  </a:lnTo>
                  <a:lnTo>
                    <a:pt x="254152" y="543625"/>
                  </a:lnTo>
                  <a:lnTo>
                    <a:pt x="215941" y="523399"/>
                  </a:lnTo>
                  <a:lnTo>
                    <a:pt x="180492" y="494309"/>
                  </a:lnTo>
                  <a:lnTo>
                    <a:pt x="152642" y="460649"/>
                  </a:lnTo>
                  <a:lnTo>
                    <a:pt x="132845" y="424384"/>
                  </a:lnTo>
                  <a:lnTo>
                    <a:pt x="120716" y="386437"/>
                  </a:lnTo>
                  <a:lnTo>
                    <a:pt x="115873" y="347730"/>
                  </a:lnTo>
                  <a:lnTo>
                    <a:pt x="117931" y="309183"/>
                  </a:lnTo>
                  <a:lnTo>
                    <a:pt x="126508" y="271720"/>
                  </a:lnTo>
                  <a:lnTo>
                    <a:pt x="141219" y="236261"/>
                  </a:lnTo>
                  <a:lnTo>
                    <a:pt x="161681" y="203728"/>
                  </a:lnTo>
                  <a:lnTo>
                    <a:pt x="187511" y="175043"/>
                  </a:lnTo>
                  <a:lnTo>
                    <a:pt x="218324" y="151128"/>
                  </a:lnTo>
                  <a:lnTo>
                    <a:pt x="253737" y="132905"/>
                  </a:lnTo>
                  <a:lnTo>
                    <a:pt x="293366" y="121295"/>
                  </a:lnTo>
                  <a:lnTo>
                    <a:pt x="336829" y="117220"/>
                  </a:lnTo>
                  <a:lnTo>
                    <a:pt x="592119" y="117220"/>
                  </a:lnTo>
                  <a:lnTo>
                    <a:pt x="569255" y="92763"/>
                  </a:lnTo>
                  <a:lnTo>
                    <a:pt x="536070" y="65368"/>
                  </a:lnTo>
                  <a:lnTo>
                    <a:pt x="499826" y="42443"/>
                  </a:lnTo>
                  <a:lnTo>
                    <a:pt x="461069" y="24216"/>
                  </a:lnTo>
                  <a:lnTo>
                    <a:pt x="420344" y="10914"/>
                  </a:lnTo>
                  <a:lnTo>
                    <a:pt x="378198" y="2766"/>
                  </a:lnTo>
                  <a:lnTo>
                    <a:pt x="335178" y="0"/>
                  </a:lnTo>
                  <a:close/>
                </a:path>
                <a:path w="673734" h="673735">
                  <a:moveTo>
                    <a:pt x="592119" y="117220"/>
                  </a:moveTo>
                  <a:lnTo>
                    <a:pt x="336829" y="117220"/>
                  </a:lnTo>
                  <a:lnTo>
                    <a:pt x="381203" y="121715"/>
                  </a:lnTo>
                  <a:lnTo>
                    <a:pt x="422650" y="134645"/>
                  </a:lnTo>
                  <a:lnTo>
                    <a:pt x="460038" y="154992"/>
                  </a:lnTo>
                  <a:lnTo>
                    <a:pt x="492705" y="181992"/>
                  </a:lnTo>
                  <a:lnTo>
                    <a:pt x="519675" y="214710"/>
                  </a:lnTo>
                  <a:lnTo>
                    <a:pt x="540051" y="252253"/>
                  </a:lnTo>
                  <a:lnTo>
                    <a:pt x="552934" y="293731"/>
                  </a:lnTo>
                  <a:lnTo>
                    <a:pt x="557428" y="338251"/>
                  </a:lnTo>
                  <a:lnTo>
                    <a:pt x="552523" y="385885"/>
                  </a:lnTo>
                  <a:lnTo>
                    <a:pt x="538624" y="428823"/>
                  </a:lnTo>
                  <a:lnTo>
                    <a:pt x="516950" y="466555"/>
                  </a:lnTo>
                  <a:lnTo>
                    <a:pt x="488721" y="498571"/>
                  </a:lnTo>
                  <a:lnTo>
                    <a:pt x="455158" y="524361"/>
                  </a:lnTo>
                  <a:lnTo>
                    <a:pt x="417482" y="543414"/>
                  </a:lnTo>
                  <a:lnTo>
                    <a:pt x="376912" y="555221"/>
                  </a:lnTo>
                  <a:lnTo>
                    <a:pt x="334670" y="559269"/>
                  </a:lnTo>
                  <a:lnTo>
                    <a:pt x="589674" y="559269"/>
                  </a:lnTo>
                  <a:lnTo>
                    <a:pt x="619358" y="520498"/>
                  </a:lnTo>
                  <a:lnTo>
                    <a:pt x="642274" y="479308"/>
                  </a:lnTo>
                  <a:lnTo>
                    <a:pt x="659281" y="434853"/>
                  </a:lnTo>
                  <a:lnTo>
                    <a:pt x="669864" y="387660"/>
                  </a:lnTo>
                  <a:lnTo>
                    <a:pt x="673506" y="338251"/>
                  </a:lnTo>
                  <a:lnTo>
                    <a:pt x="670163" y="288939"/>
                  </a:lnTo>
                  <a:lnTo>
                    <a:pt x="660465" y="242490"/>
                  </a:lnTo>
                  <a:lnTo>
                    <a:pt x="644984" y="199492"/>
                  </a:lnTo>
                  <a:lnTo>
                    <a:pt x="624258" y="160053"/>
                  </a:lnTo>
                  <a:lnTo>
                    <a:pt x="598833" y="124401"/>
                  </a:lnTo>
                  <a:lnTo>
                    <a:pt x="592119" y="117220"/>
                  </a:lnTo>
                  <a:close/>
                </a:path>
              </a:pathLst>
            </a:custGeom>
            <a:solidFill>
              <a:srgbClr val="FFFFFF">
                <a:alpha val="21174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7795107" y="5381244"/>
              <a:ext cx="673735" cy="673735"/>
            </a:xfrm>
            <a:custGeom>
              <a:avLst/>
              <a:gdLst/>
              <a:ahLst/>
              <a:cxnLst/>
              <a:rect l="l" t="t" r="r" b="b"/>
              <a:pathLst>
                <a:path w="673734" h="673735">
                  <a:moveTo>
                    <a:pt x="336829" y="117220"/>
                  </a:moveTo>
                  <a:lnTo>
                    <a:pt x="381203" y="121715"/>
                  </a:lnTo>
                  <a:lnTo>
                    <a:pt x="422572" y="134603"/>
                  </a:lnTo>
                  <a:lnTo>
                    <a:pt x="460038" y="154992"/>
                  </a:lnTo>
                  <a:lnTo>
                    <a:pt x="492705" y="181992"/>
                  </a:lnTo>
                  <a:lnTo>
                    <a:pt x="519675" y="214710"/>
                  </a:lnTo>
                  <a:lnTo>
                    <a:pt x="540051" y="252253"/>
                  </a:lnTo>
                  <a:lnTo>
                    <a:pt x="552934" y="293731"/>
                  </a:lnTo>
                  <a:lnTo>
                    <a:pt x="557428" y="338251"/>
                  </a:lnTo>
                  <a:lnTo>
                    <a:pt x="552523" y="385885"/>
                  </a:lnTo>
                  <a:lnTo>
                    <a:pt x="538624" y="428823"/>
                  </a:lnTo>
                  <a:lnTo>
                    <a:pt x="516950" y="466555"/>
                  </a:lnTo>
                  <a:lnTo>
                    <a:pt x="488721" y="498571"/>
                  </a:lnTo>
                  <a:lnTo>
                    <a:pt x="455158" y="524361"/>
                  </a:lnTo>
                  <a:lnTo>
                    <a:pt x="417482" y="543414"/>
                  </a:lnTo>
                  <a:lnTo>
                    <a:pt x="376912" y="555221"/>
                  </a:lnTo>
                  <a:lnTo>
                    <a:pt x="334670" y="559269"/>
                  </a:lnTo>
                  <a:lnTo>
                    <a:pt x="294077" y="555433"/>
                  </a:lnTo>
                  <a:lnTo>
                    <a:pt x="254152" y="543625"/>
                  </a:lnTo>
                  <a:lnTo>
                    <a:pt x="215941" y="523399"/>
                  </a:lnTo>
                  <a:lnTo>
                    <a:pt x="180492" y="494309"/>
                  </a:lnTo>
                  <a:lnTo>
                    <a:pt x="152642" y="460649"/>
                  </a:lnTo>
                  <a:lnTo>
                    <a:pt x="132845" y="424384"/>
                  </a:lnTo>
                  <a:lnTo>
                    <a:pt x="120716" y="386437"/>
                  </a:lnTo>
                  <a:lnTo>
                    <a:pt x="115873" y="347730"/>
                  </a:lnTo>
                  <a:lnTo>
                    <a:pt x="117931" y="309183"/>
                  </a:lnTo>
                  <a:lnTo>
                    <a:pt x="126508" y="271720"/>
                  </a:lnTo>
                  <a:lnTo>
                    <a:pt x="141219" y="236261"/>
                  </a:lnTo>
                  <a:lnTo>
                    <a:pt x="161681" y="203728"/>
                  </a:lnTo>
                  <a:lnTo>
                    <a:pt x="187511" y="175043"/>
                  </a:lnTo>
                  <a:lnTo>
                    <a:pt x="218324" y="151128"/>
                  </a:lnTo>
                  <a:lnTo>
                    <a:pt x="253737" y="132905"/>
                  </a:lnTo>
                  <a:lnTo>
                    <a:pt x="293366" y="121295"/>
                  </a:lnTo>
                  <a:lnTo>
                    <a:pt x="336829" y="117220"/>
                  </a:lnTo>
                  <a:close/>
                </a:path>
                <a:path w="673734" h="673735">
                  <a:moveTo>
                    <a:pt x="335178" y="0"/>
                  </a:moveTo>
                  <a:lnTo>
                    <a:pt x="285432" y="3787"/>
                  </a:lnTo>
                  <a:lnTo>
                    <a:pt x="236102" y="15365"/>
                  </a:lnTo>
                  <a:lnTo>
                    <a:pt x="187996" y="35058"/>
                  </a:lnTo>
                  <a:lnTo>
                    <a:pt x="141926" y="63187"/>
                  </a:lnTo>
                  <a:lnTo>
                    <a:pt x="98704" y="100075"/>
                  </a:lnTo>
                  <a:lnTo>
                    <a:pt x="68311" y="134645"/>
                  </a:lnTo>
                  <a:lnTo>
                    <a:pt x="43743" y="171264"/>
                  </a:lnTo>
                  <a:lnTo>
                    <a:pt x="24815" y="209485"/>
                  </a:lnTo>
                  <a:lnTo>
                    <a:pt x="11339" y="248859"/>
                  </a:lnTo>
                  <a:lnTo>
                    <a:pt x="3129" y="288939"/>
                  </a:lnTo>
                  <a:lnTo>
                    <a:pt x="0" y="329277"/>
                  </a:lnTo>
                  <a:lnTo>
                    <a:pt x="1764" y="369424"/>
                  </a:lnTo>
                  <a:lnTo>
                    <a:pt x="8235" y="408934"/>
                  </a:lnTo>
                  <a:lnTo>
                    <a:pt x="19228" y="447358"/>
                  </a:lnTo>
                  <a:lnTo>
                    <a:pt x="34555" y="484248"/>
                  </a:lnTo>
                  <a:lnTo>
                    <a:pt x="54031" y="519157"/>
                  </a:lnTo>
                  <a:lnTo>
                    <a:pt x="77470" y="551636"/>
                  </a:lnTo>
                  <a:lnTo>
                    <a:pt x="104684" y="581238"/>
                  </a:lnTo>
                  <a:lnTo>
                    <a:pt x="135487" y="607514"/>
                  </a:lnTo>
                  <a:lnTo>
                    <a:pt x="169694" y="630017"/>
                  </a:lnTo>
                  <a:lnTo>
                    <a:pt x="207118" y="648300"/>
                  </a:lnTo>
                  <a:lnTo>
                    <a:pt x="247573" y="661913"/>
                  </a:lnTo>
                  <a:lnTo>
                    <a:pt x="290872" y="670409"/>
                  </a:lnTo>
                  <a:lnTo>
                    <a:pt x="336829" y="673341"/>
                  </a:lnTo>
                  <a:lnTo>
                    <a:pt x="386663" y="669697"/>
                  </a:lnTo>
                  <a:lnTo>
                    <a:pt x="434200" y="659114"/>
                  </a:lnTo>
                  <a:lnTo>
                    <a:pt x="478922" y="642118"/>
                  </a:lnTo>
                  <a:lnTo>
                    <a:pt x="520315" y="619234"/>
                  </a:lnTo>
                  <a:lnTo>
                    <a:pt x="557863" y="590986"/>
                  </a:lnTo>
                  <a:lnTo>
                    <a:pt x="591049" y="557899"/>
                  </a:lnTo>
                  <a:lnTo>
                    <a:pt x="619358" y="520498"/>
                  </a:lnTo>
                  <a:lnTo>
                    <a:pt x="642274" y="479308"/>
                  </a:lnTo>
                  <a:lnTo>
                    <a:pt x="659281" y="434853"/>
                  </a:lnTo>
                  <a:lnTo>
                    <a:pt x="669864" y="387660"/>
                  </a:lnTo>
                  <a:lnTo>
                    <a:pt x="673506" y="338251"/>
                  </a:lnTo>
                  <a:lnTo>
                    <a:pt x="670155" y="288819"/>
                  </a:lnTo>
                  <a:lnTo>
                    <a:pt x="660465" y="242490"/>
                  </a:lnTo>
                  <a:lnTo>
                    <a:pt x="644984" y="199492"/>
                  </a:lnTo>
                  <a:lnTo>
                    <a:pt x="624258" y="160053"/>
                  </a:lnTo>
                  <a:lnTo>
                    <a:pt x="598833" y="124401"/>
                  </a:lnTo>
                  <a:lnTo>
                    <a:pt x="569255" y="92763"/>
                  </a:lnTo>
                  <a:lnTo>
                    <a:pt x="536070" y="65368"/>
                  </a:lnTo>
                  <a:lnTo>
                    <a:pt x="499826" y="42443"/>
                  </a:lnTo>
                  <a:lnTo>
                    <a:pt x="461069" y="24216"/>
                  </a:lnTo>
                  <a:lnTo>
                    <a:pt x="420344" y="10914"/>
                  </a:lnTo>
                  <a:lnTo>
                    <a:pt x="378198" y="2766"/>
                  </a:lnTo>
                  <a:lnTo>
                    <a:pt x="335178" y="0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7829042" y="5384291"/>
              <a:ext cx="630555" cy="670560"/>
            </a:xfrm>
            <a:custGeom>
              <a:avLst/>
              <a:gdLst/>
              <a:ahLst/>
              <a:cxnLst/>
              <a:rect l="l" t="t" r="r" b="b"/>
              <a:pathLst>
                <a:path w="630554" h="670560">
                  <a:moveTo>
                    <a:pt x="302894" y="0"/>
                  </a:moveTo>
                  <a:lnTo>
                    <a:pt x="252817" y="3746"/>
                  </a:lnTo>
                  <a:lnTo>
                    <a:pt x="204239" y="14774"/>
                  </a:lnTo>
                  <a:lnTo>
                    <a:pt x="158003" y="32766"/>
                  </a:lnTo>
                  <a:lnTo>
                    <a:pt x="114953" y="57404"/>
                  </a:lnTo>
                  <a:lnTo>
                    <a:pt x="75932" y="88370"/>
                  </a:lnTo>
                  <a:lnTo>
                    <a:pt x="41782" y="125349"/>
                  </a:lnTo>
                  <a:lnTo>
                    <a:pt x="0" y="93218"/>
                  </a:lnTo>
                  <a:lnTo>
                    <a:pt x="30352" y="254584"/>
                  </a:lnTo>
                  <a:lnTo>
                    <a:pt x="184657" y="239318"/>
                  </a:lnTo>
                  <a:lnTo>
                    <a:pt x="131317" y="197485"/>
                  </a:lnTo>
                  <a:lnTo>
                    <a:pt x="168310" y="161565"/>
                  </a:lnTo>
                  <a:lnTo>
                    <a:pt x="210470" y="136159"/>
                  </a:lnTo>
                  <a:lnTo>
                    <a:pt x="256012" y="121064"/>
                  </a:lnTo>
                  <a:lnTo>
                    <a:pt x="303149" y="116078"/>
                  </a:lnTo>
                  <a:lnTo>
                    <a:pt x="351087" y="121223"/>
                  </a:lnTo>
                  <a:lnTo>
                    <a:pt x="396887" y="136519"/>
                  </a:lnTo>
                  <a:lnTo>
                    <a:pt x="438681" y="161749"/>
                  </a:lnTo>
                  <a:lnTo>
                    <a:pt x="474605" y="196701"/>
                  </a:lnTo>
                  <a:lnTo>
                    <a:pt x="502792" y="241160"/>
                  </a:lnTo>
                  <a:lnTo>
                    <a:pt x="518315" y="285502"/>
                  </a:lnTo>
                  <a:lnTo>
                    <a:pt x="524114" y="329953"/>
                  </a:lnTo>
                  <a:lnTo>
                    <a:pt x="520878" y="373385"/>
                  </a:lnTo>
                  <a:lnTo>
                    <a:pt x="509293" y="414676"/>
                  </a:lnTo>
                  <a:lnTo>
                    <a:pt x="490045" y="452701"/>
                  </a:lnTo>
                  <a:lnTo>
                    <a:pt x="463821" y="486333"/>
                  </a:lnTo>
                  <a:lnTo>
                    <a:pt x="431307" y="514450"/>
                  </a:lnTo>
                  <a:lnTo>
                    <a:pt x="393190" y="535926"/>
                  </a:lnTo>
                  <a:lnTo>
                    <a:pt x="350157" y="549636"/>
                  </a:lnTo>
                  <a:lnTo>
                    <a:pt x="302894" y="554456"/>
                  </a:lnTo>
                  <a:lnTo>
                    <a:pt x="302894" y="670293"/>
                  </a:lnTo>
                  <a:lnTo>
                    <a:pt x="351715" y="665746"/>
                  </a:lnTo>
                  <a:lnTo>
                    <a:pt x="398170" y="654465"/>
                  </a:lnTo>
                  <a:lnTo>
                    <a:pt x="441780" y="636971"/>
                  </a:lnTo>
                  <a:lnTo>
                    <a:pt x="482062" y="613790"/>
                  </a:lnTo>
                  <a:lnTo>
                    <a:pt x="518535" y="585443"/>
                  </a:lnTo>
                  <a:lnTo>
                    <a:pt x="550719" y="552454"/>
                  </a:lnTo>
                  <a:lnTo>
                    <a:pt x="578130" y="515348"/>
                  </a:lnTo>
                  <a:lnTo>
                    <a:pt x="600288" y="474646"/>
                  </a:lnTo>
                  <a:lnTo>
                    <a:pt x="616711" y="430873"/>
                  </a:lnTo>
                  <a:lnTo>
                    <a:pt x="626918" y="384552"/>
                  </a:lnTo>
                  <a:lnTo>
                    <a:pt x="630427" y="336207"/>
                  </a:lnTo>
                  <a:lnTo>
                    <a:pt x="626918" y="287394"/>
                  </a:lnTo>
                  <a:lnTo>
                    <a:pt x="616711" y="240774"/>
                  </a:lnTo>
                  <a:lnTo>
                    <a:pt x="600288" y="196834"/>
                  </a:lnTo>
                  <a:lnTo>
                    <a:pt x="578130" y="156059"/>
                  </a:lnTo>
                  <a:lnTo>
                    <a:pt x="550719" y="118933"/>
                  </a:lnTo>
                  <a:lnTo>
                    <a:pt x="518535" y="85942"/>
                  </a:lnTo>
                  <a:lnTo>
                    <a:pt x="482062" y="57571"/>
                  </a:lnTo>
                  <a:lnTo>
                    <a:pt x="441780" y="34307"/>
                  </a:lnTo>
                  <a:lnTo>
                    <a:pt x="398170" y="16633"/>
                  </a:lnTo>
                  <a:lnTo>
                    <a:pt x="351715" y="5035"/>
                  </a:lnTo>
                  <a:lnTo>
                    <a:pt x="302894" y="0"/>
                  </a:lnTo>
                  <a:close/>
                </a:path>
              </a:pathLst>
            </a:custGeom>
            <a:solidFill>
              <a:srgbClr val="FFFFFF">
                <a:alpha val="21174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7829042" y="5384291"/>
              <a:ext cx="630555" cy="670560"/>
            </a:xfrm>
            <a:custGeom>
              <a:avLst/>
              <a:gdLst/>
              <a:ahLst/>
              <a:cxnLst/>
              <a:rect l="l" t="t" r="r" b="b"/>
              <a:pathLst>
                <a:path w="630554" h="670560">
                  <a:moveTo>
                    <a:pt x="302894" y="0"/>
                  </a:moveTo>
                  <a:lnTo>
                    <a:pt x="252817" y="3746"/>
                  </a:lnTo>
                  <a:lnTo>
                    <a:pt x="204239" y="14774"/>
                  </a:lnTo>
                  <a:lnTo>
                    <a:pt x="158003" y="32766"/>
                  </a:lnTo>
                  <a:lnTo>
                    <a:pt x="114953" y="57404"/>
                  </a:lnTo>
                  <a:lnTo>
                    <a:pt x="75932" y="88370"/>
                  </a:lnTo>
                  <a:lnTo>
                    <a:pt x="41782" y="125349"/>
                  </a:lnTo>
                  <a:lnTo>
                    <a:pt x="0" y="93218"/>
                  </a:lnTo>
                  <a:lnTo>
                    <a:pt x="30352" y="254584"/>
                  </a:lnTo>
                  <a:lnTo>
                    <a:pt x="184657" y="239318"/>
                  </a:lnTo>
                  <a:lnTo>
                    <a:pt x="131317" y="197485"/>
                  </a:lnTo>
                  <a:lnTo>
                    <a:pt x="168310" y="161565"/>
                  </a:lnTo>
                  <a:lnTo>
                    <a:pt x="210470" y="136159"/>
                  </a:lnTo>
                  <a:lnTo>
                    <a:pt x="256012" y="121064"/>
                  </a:lnTo>
                  <a:lnTo>
                    <a:pt x="303149" y="116078"/>
                  </a:lnTo>
                  <a:lnTo>
                    <a:pt x="351087" y="121223"/>
                  </a:lnTo>
                  <a:lnTo>
                    <a:pt x="396887" y="136519"/>
                  </a:lnTo>
                  <a:lnTo>
                    <a:pt x="438681" y="161749"/>
                  </a:lnTo>
                  <a:lnTo>
                    <a:pt x="474605" y="196701"/>
                  </a:lnTo>
                  <a:lnTo>
                    <a:pt x="502792" y="241160"/>
                  </a:lnTo>
                  <a:lnTo>
                    <a:pt x="518315" y="285502"/>
                  </a:lnTo>
                  <a:lnTo>
                    <a:pt x="524114" y="329953"/>
                  </a:lnTo>
                  <a:lnTo>
                    <a:pt x="520878" y="373385"/>
                  </a:lnTo>
                  <a:lnTo>
                    <a:pt x="509293" y="414676"/>
                  </a:lnTo>
                  <a:lnTo>
                    <a:pt x="490045" y="452701"/>
                  </a:lnTo>
                  <a:lnTo>
                    <a:pt x="463821" y="486333"/>
                  </a:lnTo>
                  <a:lnTo>
                    <a:pt x="431307" y="514450"/>
                  </a:lnTo>
                  <a:lnTo>
                    <a:pt x="393190" y="535926"/>
                  </a:lnTo>
                  <a:lnTo>
                    <a:pt x="350157" y="549636"/>
                  </a:lnTo>
                  <a:lnTo>
                    <a:pt x="302894" y="554456"/>
                  </a:lnTo>
                  <a:lnTo>
                    <a:pt x="302894" y="670293"/>
                  </a:lnTo>
                  <a:lnTo>
                    <a:pt x="351715" y="665746"/>
                  </a:lnTo>
                  <a:lnTo>
                    <a:pt x="398170" y="654465"/>
                  </a:lnTo>
                  <a:lnTo>
                    <a:pt x="441780" y="636971"/>
                  </a:lnTo>
                  <a:lnTo>
                    <a:pt x="482062" y="613790"/>
                  </a:lnTo>
                  <a:lnTo>
                    <a:pt x="518535" y="585443"/>
                  </a:lnTo>
                  <a:lnTo>
                    <a:pt x="550719" y="552454"/>
                  </a:lnTo>
                  <a:lnTo>
                    <a:pt x="578130" y="515348"/>
                  </a:lnTo>
                  <a:lnTo>
                    <a:pt x="600288" y="474646"/>
                  </a:lnTo>
                  <a:lnTo>
                    <a:pt x="616711" y="430873"/>
                  </a:lnTo>
                  <a:lnTo>
                    <a:pt x="626918" y="384552"/>
                  </a:lnTo>
                  <a:lnTo>
                    <a:pt x="630427" y="336207"/>
                  </a:lnTo>
                  <a:lnTo>
                    <a:pt x="626918" y="287394"/>
                  </a:lnTo>
                  <a:lnTo>
                    <a:pt x="616711" y="240774"/>
                  </a:lnTo>
                  <a:lnTo>
                    <a:pt x="600288" y="196834"/>
                  </a:lnTo>
                  <a:lnTo>
                    <a:pt x="578130" y="156059"/>
                  </a:lnTo>
                  <a:lnTo>
                    <a:pt x="550719" y="118933"/>
                  </a:lnTo>
                  <a:lnTo>
                    <a:pt x="518535" y="85942"/>
                  </a:lnTo>
                  <a:lnTo>
                    <a:pt x="482062" y="57571"/>
                  </a:lnTo>
                  <a:lnTo>
                    <a:pt x="441780" y="34307"/>
                  </a:lnTo>
                  <a:lnTo>
                    <a:pt x="398170" y="16633"/>
                  </a:lnTo>
                  <a:lnTo>
                    <a:pt x="351715" y="5035"/>
                  </a:lnTo>
                  <a:lnTo>
                    <a:pt x="302894" y="0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7277100" y="5527547"/>
              <a:ext cx="313690" cy="182880"/>
            </a:xfrm>
            <a:custGeom>
              <a:avLst/>
              <a:gdLst/>
              <a:ahLst/>
              <a:cxnLst/>
              <a:rect l="l" t="t" r="r" b="b"/>
              <a:pathLst>
                <a:path w="313690" h="182879">
                  <a:moveTo>
                    <a:pt x="253746" y="0"/>
                  </a:moveTo>
                  <a:lnTo>
                    <a:pt x="0" y="182879"/>
                  </a:lnTo>
                  <a:lnTo>
                    <a:pt x="313690" y="182879"/>
                  </a:lnTo>
                  <a:lnTo>
                    <a:pt x="309913" y="134007"/>
                  </a:lnTo>
                  <a:lnTo>
                    <a:pt x="298434" y="86701"/>
                  </a:lnTo>
                  <a:lnTo>
                    <a:pt x="279596" y="41764"/>
                  </a:lnTo>
                  <a:lnTo>
                    <a:pt x="253746" y="0"/>
                  </a:lnTo>
                  <a:close/>
                </a:path>
              </a:pathLst>
            </a:custGeom>
            <a:solidFill>
              <a:srgbClr val="FFFFFF">
                <a:alpha val="90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7277100" y="5527547"/>
              <a:ext cx="313690" cy="182880"/>
            </a:xfrm>
            <a:custGeom>
              <a:avLst/>
              <a:gdLst/>
              <a:ahLst/>
              <a:cxnLst/>
              <a:rect l="l" t="t" r="r" b="b"/>
              <a:pathLst>
                <a:path w="313690" h="182879">
                  <a:moveTo>
                    <a:pt x="253746" y="0"/>
                  </a:moveTo>
                  <a:lnTo>
                    <a:pt x="0" y="182879"/>
                  </a:lnTo>
                  <a:lnTo>
                    <a:pt x="313690" y="182879"/>
                  </a:lnTo>
                  <a:lnTo>
                    <a:pt x="309913" y="134007"/>
                  </a:lnTo>
                  <a:lnTo>
                    <a:pt x="298434" y="86701"/>
                  </a:lnTo>
                  <a:lnTo>
                    <a:pt x="279596" y="41764"/>
                  </a:lnTo>
                  <a:lnTo>
                    <a:pt x="253746" y="0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7277100" y="5414771"/>
              <a:ext cx="253365" cy="295910"/>
            </a:xfrm>
            <a:custGeom>
              <a:avLst/>
              <a:gdLst/>
              <a:ahLst/>
              <a:cxnLst/>
              <a:rect l="l" t="t" r="r" b="b"/>
              <a:pathLst>
                <a:path w="253365" h="295910">
                  <a:moveTo>
                    <a:pt x="96520" y="0"/>
                  </a:moveTo>
                  <a:lnTo>
                    <a:pt x="0" y="295630"/>
                  </a:lnTo>
                  <a:lnTo>
                    <a:pt x="252983" y="112521"/>
                  </a:lnTo>
                  <a:lnTo>
                    <a:pt x="220928" y="75420"/>
                  </a:lnTo>
                  <a:lnTo>
                    <a:pt x="183705" y="43926"/>
                  </a:lnTo>
                  <a:lnTo>
                    <a:pt x="142005" y="18599"/>
                  </a:lnTo>
                  <a:lnTo>
                    <a:pt x="96520" y="0"/>
                  </a:lnTo>
                  <a:close/>
                </a:path>
              </a:pathLst>
            </a:custGeom>
            <a:solidFill>
              <a:srgbClr val="FFFFFF">
                <a:alpha val="90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/>
            <p:cNvSpPr/>
            <p:nvPr/>
          </p:nvSpPr>
          <p:spPr>
            <a:xfrm>
              <a:off x="7277100" y="5414771"/>
              <a:ext cx="253365" cy="295910"/>
            </a:xfrm>
            <a:custGeom>
              <a:avLst/>
              <a:gdLst/>
              <a:ahLst/>
              <a:cxnLst/>
              <a:rect l="l" t="t" r="r" b="b"/>
              <a:pathLst>
                <a:path w="253365" h="295910">
                  <a:moveTo>
                    <a:pt x="96520" y="0"/>
                  </a:moveTo>
                  <a:lnTo>
                    <a:pt x="0" y="295630"/>
                  </a:lnTo>
                  <a:lnTo>
                    <a:pt x="252983" y="112521"/>
                  </a:lnTo>
                  <a:lnTo>
                    <a:pt x="220928" y="75420"/>
                  </a:lnTo>
                  <a:lnTo>
                    <a:pt x="183705" y="43926"/>
                  </a:lnTo>
                  <a:lnTo>
                    <a:pt x="142005" y="18599"/>
                  </a:lnTo>
                  <a:lnTo>
                    <a:pt x="96520" y="0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/>
            <p:cNvSpPr/>
            <p:nvPr/>
          </p:nvSpPr>
          <p:spPr>
            <a:xfrm>
              <a:off x="7023227" y="5413247"/>
              <a:ext cx="253365" cy="296545"/>
            </a:xfrm>
            <a:custGeom>
              <a:avLst/>
              <a:gdLst/>
              <a:ahLst/>
              <a:cxnLst/>
              <a:rect l="l" t="t" r="r" b="b"/>
              <a:pathLst>
                <a:path w="253365" h="296545">
                  <a:moveTo>
                    <a:pt x="156337" y="0"/>
                  </a:moveTo>
                  <a:lnTo>
                    <a:pt x="110363" y="18938"/>
                  </a:lnTo>
                  <a:lnTo>
                    <a:pt x="68199" y="44830"/>
                  </a:lnTo>
                  <a:lnTo>
                    <a:pt x="31527" y="76104"/>
                  </a:lnTo>
                  <a:lnTo>
                    <a:pt x="0" y="112902"/>
                  </a:lnTo>
                  <a:lnTo>
                    <a:pt x="252983" y="296456"/>
                  </a:lnTo>
                  <a:lnTo>
                    <a:pt x="156337" y="0"/>
                  </a:lnTo>
                  <a:close/>
                </a:path>
              </a:pathLst>
            </a:custGeom>
            <a:solidFill>
              <a:srgbClr val="FFFFFF">
                <a:alpha val="90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7023227" y="5413247"/>
              <a:ext cx="253365" cy="296545"/>
            </a:xfrm>
            <a:custGeom>
              <a:avLst/>
              <a:gdLst/>
              <a:ahLst/>
              <a:cxnLst/>
              <a:rect l="l" t="t" r="r" b="b"/>
              <a:pathLst>
                <a:path w="253365" h="296545">
                  <a:moveTo>
                    <a:pt x="252983" y="296456"/>
                  </a:moveTo>
                  <a:lnTo>
                    <a:pt x="156337" y="0"/>
                  </a:lnTo>
                  <a:lnTo>
                    <a:pt x="132921" y="8558"/>
                  </a:lnTo>
                  <a:lnTo>
                    <a:pt x="110363" y="18938"/>
                  </a:lnTo>
                  <a:lnTo>
                    <a:pt x="68199" y="44830"/>
                  </a:lnTo>
                  <a:lnTo>
                    <a:pt x="31527" y="76104"/>
                  </a:lnTo>
                  <a:lnTo>
                    <a:pt x="0" y="112902"/>
                  </a:lnTo>
                  <a:lnTo>
                    <a:pt x="252983" y="296456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6966457" y="5527547"/>
              <a:ext cx="311150" cy="182880"/>
            </a:xfrm>
            <a:custGeom>
              <a:avLst/>
              <a:gdLst/>
              <a:ahLst/>
              <a:cxnLst/>
              <a:rect l="l" t="t" r="r" b="b"/>
              <a:pathLst>
                <a:path w="311150" h="182879">
                  <a:moveTo>
                    <a:pt x="59309" y="0"/>
                  </a:moveTo>
                  <a:lnTo>
                    <a:pt x="33664" y="41783"/>
                  </a:lnTo>
                  <a:lnTo>
                    <a:pt x="15033" y="86753"/>
                  </a:lnTo>
                  <a:lnTo>
                    <a:pt x="3712" y="134066"/>
                  </a:lnTo>
                  <a:lnTo>
                    <a:pt x="0" y="182879"/>
                  </a:lnTo>
                  <a:lnTo>
                    <a:pt x="310642" y="182879"/>
                  </a:lnTo>
                  <a:lnTo>
                    <a:pt x="59309" y="0"/>
                  </a:lnTo>
                  <a:close/>
                </a:path>
              </a:pathLst>
            </a:custGeom>
            <a:solidFill>
              <a:srgbClr val="FFFFFF">
                <a:alpha val="90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6966457" y="5527547"/>
              <a:ext cx="311150" cy="182880"/>
            </a:xfrm>
            <a:custGeom>
              <a:avLst/>
              <a:gdLst/>
              <a:ahLst/>
              <a:cxnLst/>
              <a:rect l="l" t="t" r="r" b="b"/>
              <a:pathLst>
                <a:path w="311150" h="182879">
                  <a:moveTo>
                    <a:pt x="59309" y="0"/>
                  </a:moveTo>
                  <a:lnTo>
                    <a:pt x="33664" y="41783"/>
                  </a:lnTo>
                  <a:lnTo>
                    <a:pt x="15033" y="86753"/>
                  </a:lnTo>
                  <a:lnTo>
                    <a:pt x="3712" y="134066"/>
                  </a:lnTo>
                  <a:lnTo>
                    <a:pt x="0" y="182879"/>
                  </a:lnTo>
                  <a:lnTo>
                    <a:pt x="310642" y="182879"/>
                  </a:lnTo>
                  <a:lnTo>
                    <a:pt x="59309" y="0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7179564" y="5399532"/>
              <a:ext cx="195580" cy="311150"/>
            </a:xfrm>
            <a:custGeom>
              <a:avLst/>
              <a:gdLst/>
              <a:ahLst/>
              <a:cxnLst/>
              <a:rect l="l" t="t" r="r" b="b"/>
              <a:pathLst>
                <a:path w="195579" h="311150">
                  <a:moveTo>
                    <a:pt x="98425" y="0"/>
                  </a:moveTo>
                  <a:lnTo>
                    <a:pt x="73562" y="972"/>
                  </a:lnTo>
                  <a:lnTo>
                    <a:pt x="48783" y="3873"/>
                  </a:lnTo>
                  <a:lnTo>
                    <a:pt x="24219" y="8679"/>
                  </a:lnTo>
                  <a:lnTo>
                    <a:pt x="0" y="15367"/>
                  </a:lnTo>
                  <a:lnTo>
                    <a:pt x="97408" y="310870"/>
                  </a:lnTo>
                  <a:lnTo>
                    <a:pt x="195071" y="14859"/>
                  </a:lnTo>
                  <a:lnTo>
                    <a:pt x="171326" y="8358"/>
                  </a:lnTo>
                  <a:lnTo>
                    <a:pt x="147224" y="3714"/>
                  </a:lnTo>
                  <a:lnTo>
                    <a:pt x="122884" y="928"/>
                  </a:lnTo>
                  <a:lnTo>
                    <a:pt x="98425" y="0"/>
                  </a:lnTo>
                  <a:close/>
                </a:path>
              </a:pathLst>
            </a:custGeom>
            <a:solidFill>
              <a:srgbClr val="FFFFFF">
                <a:alpha val="90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7179564" y="5399532"/>
              <a:ext cx="195580" cy="311150"/>
            </a:xfrm>
            <a:custGeom>
              <a:avLst/>
              <a:gdLst/>
              <a:ahLst/>
              <a:cxnLst/>
              <a:rect l="l" t="t" r="r" b="b"/>
              <a:pathLst>
                <a:path w="195579" h="311150">
                  <a:moveTo>
                    <a:pt x="98425" y="0"/>
                  </a:moveTo>
                  <a:lnTo>
                    <a:pt x="73562" y="972"/>
                  </a:lnTo>
                  <a:lnTo>
                    <a:pt x="48783" y="3873"/>
                  </a:lnTo>
                  <a:lnTo>
                    <a:pt x="24219" y="8679"/>
                  </a:lnTo>
                  <a:lnTo>
                    <a:pt x="0" y="15367"/>
                  </a:lnTo>
                  <a:lnTo>
                    <a:pt x="97408" y="310870"/>
                  </a:lnTo>
                  <a:lnTo>
                    <a:pt x="195071" y="14859"/>
                  </a:lnTo>
                  <a:lnTo>
                    <a:pt x="171326" y="8358"/>
                  </a:lnTo>
                  <a:lnTo>
                    <a:pt x="147224" y="3714"/>
                  </a:lnTo>
                  <a:lnTo>
                    <a:pt x="122884" y="928"/>
                  </a:lnTo>
                  <a:lnTo>
                    <a:pt x="98425" y="0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6966457" y="5710428"/>
              <a:ext cx="313690" cy="186055"/>
            </a:xfrm>
            <a:custGeom>
              <a:avLst/>
              <a:gdLst/>
              <a:ahLst/>
              <a:cxnLst/>
              <a:rect l="l" t="t" r="r" b="b"/>
              <a:pathLst>
                <a:path w="313690" h="186054">
                  <a:moveTo>
                    <a:pt x="313690" y="0"/>
                  </a:moveTo>
                  <a:lnTo>
                    <a:pt x="0" y="0"/>
                  </a:lnTo>
                  <a:lnTo>
                    <a:pt x="3776" y="49693"/>
                  </a:lnTo>
                  <a:lnTo>
                    <a:pt x="15255" y="97793"/>
                  </a:lnTo>
                  <a:lnTo>
                    <a:pt x="34093" y="143478"/>
                  </a:lnTo>
                  <a:lnTo>
                    <a:pt x="59944" y="185928"/>
                  </a:lnTo>
                  <a:lnTo>
                    <a:pt x="313690" y="0"/>
                  </a:lnTo>
                  <a:close/>
                </a:path>
              </a:pathLst>
            </a:custGeom>
            <a:solidFill>
              <a:srgbClr val="FFFFFF">
                <a:alpha val="90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6966457" y="5710428"/>
              <a:ext cx="313690" cy="186055"/>
            </a:xfrm>
            <a:custGeom>
              <a:avLst/>
              <a:gdLst/>
              <a:ahLst/>
              <a:cxnLst/>
              <a:rect l="l" t="t" r="r" b="b"/>
              <a:pathLst>
                <a:path w="313690" h="186054">
                  <a:moveTo>
                    <a:pt x="59944" y="185928"/>
                  </a:moveTo>
                  <a:lnTo>
                    <a:pt x="313690" y="0"/>
                  </a:lnTo>
                  <a:lnTo>
                    <a:pt x="0" y="0"/>
                  </a:lnTo>
                  <a:lnTo>
                    <a:pt x="3776" y="49693"/>
                  </a:lnTo>
                  <a:lnTo>
                    <a:pt x="15255" y="97793"/>
                  </a:lnTo>
                  <a:lnTo>
                    <a:pt x="34093" y="143478"/>
                  </a:lnTo>
                  <a:lnTo>
                    <a:pt x="59944" y="185928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7024116" y="5710453"/>
              <a:ext cx="256540" cy="299085"/>
            </a:xfrm>
            <a:custGeom>
              <a:avLst/>
              <a:gdLst/>
              <a:ahLst/>
              <a:cxnLst/>
              <a:rect l="l" t="t" r="r" b="b"/>
              <a:pathLst>
                <a:path w="256540" h="299085">
                  <a:moveTo>
                    <a:pt x="256031" y="0"/>
                  </a:moveTo>
                  <a:lnTo>
                    <a:pt x="0" y="185039"/>
                  </a:lnTo>
                  <a:lnTo>
                    <a:pt x="32406" y="222517"/>
                  </a:lnTo>
                  <a:lnTo>
                    <a:pt x="70088" y="254331"/>
                  </a:lnTo>
                  <a:lnTo>
                    <a:pt x="112317" y="279909"/>
                  </a:lnTo>
                  <a:lnTo>
                    <a:pt x="158368" y="298678"/>
                  </a:lnTo>
                  <a:lnTo>
                    <a:pt x="256031" y="0"/>
                  </a:lnTo>
                  <a:close/>
                </a:path>
              </a:pathLst>
            </a:custGeom>
            <a:solidFill>
              <a:srgbClr val="FFFFFF">
                <a:alpha val="90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7024116" y="5710453"/>
              <a:ext cx="256540" cy="299085"/>
            </a:xfrm>
            <a:custGeom>
              <a:avLst/>
              <a:gdLst/>
              <a:ahLst/>
              <a:cxnLst/>
              <a:rect l="l" t="t" r="r" b="b"/>
              <a:pathLst>
                <a:path w="256540" h="299085">
                  <a:moveTo>
                    <a:pt x="158368" y="298678"/>
                  </a:moveTo>
                  <a:lnTo>
                    <a:pt x="256031" y="0"/>
                  </a:lnTo>
                  <a:lnTo>
                    <a:pt x="0" y="185039"/>
                  </a:lnTo>
                  <a:lnTo>
                    <a:pt x="32406" y="222517"/>
                  </a:lnTo>
                  <a:lnTo>
                    <a:pt x="70088" y="254331"/>
                  </a:lnTo>
                  <a:lnTo>
                    <a:pt x="112317" y="279909"/>
                  </a:lnTo>
                  <a:lnTo>
                    <a:pt x="158368" y="298678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7276338" y="5710123"/>
              <a:ext cx="253365" cy="296545"/>
            </a:xfrm>
            <a:custGeom>
              <a:avLst/>
              <a:gdLst/>
              <a:ahLst/>
              <a:cxnLst/>
              <a:rect l="l" t="t" r="r" b="b"/>
              <a:pathLst>
                <a:path w="253365" h="296545">
                  <a:moveTo>
                    <a:pt x="0" y="0"/>
                  </a:moveTo>
                  <a:lnTo>
                    <a:pt x="96519" y="296481"/>
                  </a:lnTo>
                  <a:lnTo>
                    <a:pt x="120009" y="287894"/>
                  </a:lnTo>
                  <a:lnTo>
                    <a:pt x="142605" y="277518"/>
                  </a:lnTo>
                  <a:lnTo>
                    <a:pt x="184784" y="251688"/>
                  </a:lnTo>
                  <a:lnTo>
                    <a:pt x="221408" y="220384"/>
                  </a:lnTo>
                  <a:lnTo>
                    <a:pt x="252983" y="1836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90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7276338" y="5710123"/>
              <a:ext cx="253365" cy="296545"/>
            </a:xfrm>
            <a:custGeom>
              <a:avLst/>
              <a:gdLst/>
              <a:ahLst/>
              <a:cxnLst/>
              <a:rect l="l" t="t" r="r" b="b"/>
              <a:pathLst>
                <a:path w="253365" h="296545">
                  <a:moveTo>
                    <a:pt x="0" y="0"/>
                  </a:moveTo>
                  <a:lnTo>
                    <a:pt x="96519" y="296481"/>
                  </a:lnTo>
                  <a:lnTo>
                    <a:pt x="120009" y="287894"/>
                  </a:lnTo>
                  <a:lnTo>
                    <a:pt x="142605" y="277518"/>
                  </a:lnTo>
                  <a:lnTo>
                    <a:pt x="184784" y="251688"/>
                  </a:lnTo>
                  <a:lnTo>
                    <a:pt x="221408" y="220384"/>
                  </a:lnTo>
                  <a:lnTo>
                    <a:pt x="252983" y="183603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7280147" y="5710428"/>
              <a:ext cx="311150" cy="182880"/>
            </a:xfrm>
            <a:custGeom>
              <a:avLst/>
              <a:gdLst/>
              <a:ahLst/>
              <a:cxnLst/>
              <a:rect l="l" t="t" r="r" b="b"/>
              <a:pathLst>
                <a:path w="311150" h="182879">
                  <a:moveTo>
                    <a:pt x="310642" y="0"/>
                  </a:moveTo>
                  <a:lnTo>
                    <a:pt x="0" y="0"/>
                  </a:lnTo>
                  <a:lnTo>
                    <a:pt x="251332" y="182880"/>
                  </a:lnTo>
                  <a:lnTo>
                    <a:pt x="276977" y="141085"/>
                  </a:lnTo>
                  <a:lnTo>
                    <a:pt x="295608" y="96116"/>
                  </a:lnTo>
                  <a:lnTo>
                    <a:pt x="306929" y="48809"/>
                  </a:lnTo>
                  <a:lnTo>
                    <a:pt x="310642" y="0"/>
                  </a:lnTo>
                  <a:close/>
                </a:path>
              </a:pathLst>
            </a:custGeom>
            <a:solidFill>
              <a:srgbClr val="FFFFFF">
                <a:alpha val="90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7280147" y="5710428"/>
              <a:ext cx="311150" cy="182880"/>
            </a:xfrm>
            <a:custGeom>
              <a:avLst/>
              <a:gdLst/>
              <a:ahLst/>
              <a:cxnLst/>
              <a:rect l="l" t="t" r="r" b="b"/>
              <a:pathLst>
                <a:path w="311150" h="182879">
                  <a:moveTo>
                    <a:pt x="251332" y="182880"/>
                  </a:moveTo>
                  <a:lnTo>
                    <a:pt x="276977" y="141085"/>
                  </a:lnTo>
                  <a:lnTo>
                    <a:pt x="295608" y="96116"/>
                  </a:lnTo>
                  <a:lnTo>
                    <a:pt x="306929" y="48809"/>
                  </a:lnTo>
                  <a:lnTo>
                    <a:pt x="310642" y="0"/>
                  </a:lnTo>
                  <a:lnTo>
                    <a:pt x="0" y="0"/>
                  </a:lnTo>
                  <a:lnTo>
                    <a:pt x="251332" y="182880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7182611" y="5710453"/>
              <a:ext cx="192405" cy="314325"/>
            </a:xfrm>
            <a:custGeom>
              <a:avLst/>
              <a:gdLst/>
              <a:ahLst/>
              <a:cxnLst/>
              <a:rect l="l" t="t" r="r" b="b"/>
              <a:pathLst>
                <a:path w="192404" h="314325">
                  <a:moveTo>
                    <a:pt x="96139" y="0"/>
                  </a:moveTo>
                  <a:lnTo>
                    <a:pt x="0" y="298894"/>
                  </a:lnTo>
                  <a:lnTo>
                    <a:pt x="23364" y="305469"/>
                  </a:lnTo>
                  <a:lnTo>
                    <a:pt x="47085" y="310164"/>
                  </a:lnTo>
                  <a:lnTo>
                    <a:pt x="71044" y="312980"/>
                  </a:lnTo>
                  <a:lnTo>
                    <a:pt x="95123" y="313918"/>
                  </a:lnTo>
                  <a:lnTo>
                    <a:pt x="119604" y="312945"/>
                  </a:lnTo>
                  <a:lnTo>
                    <a:pt x="144002" y="310029"/>
                  </a:lnTo>
                  <a:lnTo>
                    <a:pt x="168185" y="305174"/>
                  </a:lnTo>
                  <a:lnTo>
                    <a:pt x="192024" y="298386"/>
                  </a:lnTo>
                  <a:lnTo>
                    <a:pt x="96139" y="0"/>
                  </a:lnTo>
                  <a:close/>
                </a:path>
              </a:pathLst>
            </a:custGeom>
            <a:solidFill>
              <a:srgbClr val="FFFFFF">
                <a:alpha val="90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7182611" y="5710453"/>
              <a:ext cx="192405" cy="314325"/>
            </a:xfrm>
            <a:custGeom>
              <a:avLst/>
              <a:gdLst/>
              <a:ahLst/>
              <a:cxnLst/>
              <a:rect l="l" t="t" r="r" b="b"/>
              <a:pathLst>
                <a:path w="192404" h="314325">
                  <a:moveTo>
                    <a:pt x="95123" y="313918"/>
                  </a:moveTo>
                  <a:lnTo>
                    <a:pt x="119604" y="312945"/>
                  </a:lnTo>
                  <a:lnTo>
                    <a:pt x="144002" y="310029"/>
                  </a:lnTo>
                  <a:lnTo>
                    <a:pt x="168185" y="305174"/>
                  </a:lnTo>
                  <a:lnTo>
                    <a:pt x="192024" y="298386"/>
                  </a:lnTo>
                  <a:lnTo>
                    <a:pt x="96139" y="0"/>
                  </a:lnTo>
                  <a:lnTo>
                    <a:pt x="0" y="298894"/>
                  </a:lnTo>
                  <a:lnTo>
                    <a:pt x="23364" y="305469"/>
                  </a:lnTo>
                  <a:lnTo>
                    <a:pt x="47085" y="310164"/>
                  </a:lnTo>
                  <a:lnTo>
                    <a:pt x="71044" y="312980"/>
                  </a:lnTo>
                  <a:lnTo>
                    <a:pt x="95123" y="313918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8345423" y="2743200"/>
              <a:ext cx="500380" cy="0"/>
            </a:xfrm>
            <a:custGeom>
              <a:avLst/>
              <a:gdLst/>
              <a:ahLst/>
              <a:cxnLst/>
              <a:rect l="l" t="t" r="r" b="b"/>
              <a:pathLst>
                <a:path w="500379" h="0">
                  <a:moveTo>
                    <a:pt x="499872" y="0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8613775" y="2429255"/>
              <a:ext cx="88265" cy="302260"/>
            </a:xfrm>
            <a:custGeom>
              <a:avLst/>
              <a:gdLst/>
              <a:ahLst/>
              <a:cxnLst/>
              <a:rect l="l" t="t" r="r" b="b"/>
              <a:pathLst>
                <a:path w="88265" h="302260">
                  <a:moveTo>
                    <a:pt x="88138" y="301752"/>
                  </a:moveTo>
                  <a:lnTo>
                    <a:pt x="88138" y="134747"/>
                  </a:lnTo>
                  <a:lnTo>
                    <a:pt x="0" y="134747"/>
                  </a:lnTo>
                  <a:lnTo>
                    <a:pt x="0" y="0"/>
                  </a:lnTo>
                </a:path>
              </a:pathLst>
            </a:custGeom>
            <a:ln w="609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8459851" y="2156586"/>
              <a:ext cx="311150" cy="307975"/>
            </a:xfrm>
            <a:custGeom>
              <a:avLst/>
              <a:gdLst/>
              <a:ahLst/>
              <a:cxnLst/>
              <a:rect l="l" t="t" r="r" b="b"/>
              <a:pathLst>
                <a:path w="311150" h="307975">
                  <a:moveTo>
                    <a:pt x="155701" y="0"/>
                  </a:moveTo>
                  <a:lnTo>
                    <a:pt x="153797" y="0"/>
                  </a:lnTo>
                  <a:lnTo>
                    <a:pt x="105078" y="7861"/>
                  </a:lnTo>
                  <a:lnTo>
                    <a:pt x="62846" y="29732"/>
                  </a:lnTo>
                  <a:lnTo>
                    <a:pt x="29594" y="63038"/>
                  </a:lnTo>
                  <a:lnTo>
                    <a:pt x="7814" y="105208"/>
                  </a:lnTo>
                  <a:lnTo>
                    <a:pt x="0" y="153670"/>
                  </a:lnTo>
                  <a:lnTo>
                    <a:pt x="8577" y="205229"/>
                  </a:lnTo>
                  <a:lnTo>
                    <a:pt x="31979" y="247847"/>
                  </a:lnTo>
                  <a:lnTo>
                    <a:pt x="66714" y="280076"/>
                  </a:lnTo>
                  <a:lnTo>
                    <a:pt x="109289" y="300473"/>
                  </a:lnTo>
                  <a:lnTo>
                    <a:pt x="156209" y="307593"/>
                  </a:lnTo>
                  <a:lnTo>
                    <a:pt x="184820" y="304919"/>
                  </a:lnTo>
                  <a:lnTo>
                    <a:pt x="239899" y="282519"/>
                  </a:lnTo>
                  <a:lnTo>
                    <a:pt x="291316" y="227617"/>
                  </a:lnTo>
                  <a:lnTo>
                    <a:pt x="306306" y="189967"/>
                  </a:lnTo>
                  <a:lnTo>
                    <a:pt x="310566" y="151101"/>
                  </a:lnTo>
                  <a:lnTo>
                    <a:pt x="304899" y="112941"/>
                  </a:lnTo>
                  <a:lnTo>
                    <a:pt x="290105" y="77408"/>
                  </a:lnTo>
                  <a:lnTo>
                    <a:pt x="266986" y="46425"/>
                  </a:lnTo>
                  <a:lnTo>
                    <a:pt x="236345" y="21915"/>
                  </a:lnTo>
                  <a:lnTo>
                    <a:pt x="198983" y="5799"/>
                  </a:lnTo>
                  <a:lnTo>
                    <a:pt x="155701" y="0"/>
                  </a:lnTo>
                  <a:close/>
                </a:path>
              </a:pathLst>
            </a:custGeom>
            <a:solidFill>
              <a:srgbClr val="FFFFFF">
                <a:alpha val="2313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8459851" y="2156586"/>
              <a:ext cx="311150" cy="307975"/>
            </a:xfrm>
            <a:custGeom>
              <a:avLst/>
              <a:gdLst/>
              <a:ahLst/>
              <a:cxnLst/>
              <a:rect l="l" t="t" r="r" b="b"/>
              <a:pathLst>
                <a:path w="311150" h="307975">
                  <a:moveTo>
                    <a:pt x="153797" y="0"/>
                  </a:moveTo>
                  <a:lnTo>
                    <a:pt x="153797" y="0"/>
                  </a:lnTo>
                  <a:lnTo>
                    <a:pt x="155701" y="0"/>
                  </a:lnTo>
                  <a:lnTo>
                    <a:pt x="198983" y="5799"/>
                  </a:lnTo>
                  <a:lnTo>
                    <a:pt x="236345" y="21915"/>
                  </a:lnTo>
                  <a:lnTo>
                    <a:pt x="266986" y="46425"/>
                  </a:lnTo>
                  <a:lnTo>
                    <a:pt x="290105" y="77408"/>
                  </a:lnTo>
                  <a:lnTo>
                    <a:pt x="304899" y="112941"/>
                  </a:lnTo>
                  <a:lnTo>
                    <a:pt x="310566" y="151101"/>
                  </a:lnTo>
                  <a:lnTo>
                    <a:pt x="306306" y="189967"/>
                  </a:lnTo>
                  <a:lnTo>
                    <a:pt x="291316" y="227617"/>
                  </a:lnTo>
                  <a:lnTo>
                    <a:pt x="264795" y="262127"/>
                  </a:lnTo>
                  <a:lnTo>
                    <a:pt x="212978" y="296672"/>
                  </a:lnTo>
                  <a:lnTo>
                    <a:pt x="156209" y="307593"/>
                  </a:lnTo>
                  <a:lnTo>
                    <a:pt x="109289" y="300473"/>
                  </a:lnTo>
                  <a:lnTo>
                    <a:pt x="66714" y="280076"/>
                  </a:lnTo>
                  <a:lnTo>
                    <a:pt x="31979" y="247847"/>
                  </a:lnTo>
                  <a:lnTo>
                    <a:pt x="8577" y="205229"/>
                  </a:lnTo>
                  <a:lnTo>
                    <a:pt x="0" y="153670"/>
                  </a:lnTo>
                  <a:lnTo>
                    <a:pt x="7814" y="105208"/>
                  </a:lnTo>
                  <a:lnTo>
                    <a:pt x="29594" y="63038"/>
                  </a:lnTo>
                  <a:lnTo>
                    <a:pt x="62846" y="29732"/>
                  </a:lnTo>
                  <a:lnTo>
                    <a:pt x="105078" y="7861"/>
                  </a:lnTo>
                  <a:lnTo>
                    <a:pt x="153797" y="0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2" name="object 162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8647303" y="2676270"/>
              <a:ext cx="112522" cy="112522"/>
            </a:xfrm>
            <a:prstGeom prst="rect">
              <a:avLst/>
            </a:prstGeom>
          </p:spPr>
        </p:pic>
        <p:pic>
          <p:nvPicPr>
            <p:cNvPr id="163" name="object 163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9811511" y="2097151"/>
              <a:ext cx="947420" cy="923417"/>
            </a:xfrm>
            <a:prstGeom prst="rect">
              <a:avLst/>
            </a:prstGeom>
          </p:spPr>
        </p:pic>
        <p:sp>
          <p:nvSpPr>
            <p:cNvPr id="164" name="object 164"/>
            <p:cNvSpPr/>
            <p:nvPr/>
          </p:nvSpPr>
          <p:spPr>
            <a:xfrm>
              <a:off x="8418703" y="2740279"/>
              <a:ext cx="97790" cy="335280"/>
            </a:xfrm>
            <a:custGeom>
              <a:avLst/>
              <a:gdLst/>
              <a:ahLst/>
              <a:cxnLst/>
              <a:rect l="l" t="t" r="r" b="b"/>
              <a:pathLst>
                <a:path w="97790" h="335280">
                  <a:moveTo>
                    <a:pt x="97281" y="0"/>
                  </a:moveTo>
                  <a:lnTo>
                    <a:pt x="97281" y="159385"/>
                  </a:lnTo>
                  <a:lnTo>
                    <a:pt x="0" y="159385"/>
                  </a:lnTo>
                  <a:lnTo>
                    <a:pt x="0" y="335025"/>
                  </a:lnTo>
                </a:path>
              </a:pathLst>
            </a:custGeom>
            <a:ln w="609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8258682" y="3034410"/>
              <a:ext cx="311150" cy="311150"/>
            </a:xfrm>
            <a:custGeom>
              <a:avLst/>
              <a:gdLst/>
              <a:ahLst/>
              <a:cxnLst/>
              <a:rect l="l" t="t" r="r" b="b"/>
              <a:pathLst>
                <a:path w="311150" h="311150">
                  <a:moveTo>
                    <a:pt x="155448" y="0"/>
                  </a:moveTo>
                  <a:lnTo>
                    <a:pt x="106363" y="7884"/>
                  </a:lnTo>
                  <a:lnTo>
                    <a:pt x="63697" y="29850"/>
                  </a:lnTo>
                  <a:lnTo>
                    <a:pt x="30028" y="63367"/>
                  </a:lnTo>
                  <a:lnTo>
                    <a:pt x="7936" y="105907"/>
                  </a:lnTo>
                  <a:lnTo>
                    <a:pt x="0" y="154939"/>
                  </a:lnTo>
                  <a:lnTo>
                    <a:pt x="8787" y="207185"/>
                  </a:lnTo>
                  <a:lnTo>
                    <a:pt x="32351" y="250336"/>
                  </a:lnTo>
                  <a:lnTo>
                    <a:pt x="67180" y="282946"/>
                  </a:lnTo>
                  <a:lnTo>
                    <a:pt x="109764" y="303572"/>
                  </a:lnTo>
                  <a:lnTo>
                    <a:pt x="156591" y="310768"/>
                  </a:lnTo>
                  <a:lnTo>
                    <a:pt x="185142" y="308070"/>
                  </a:lnTo>
                  <a:lnTo>
                    <a:pt x="239958" y="285480"/>
                  </a:lnTo>
                  <a:lnTo>
                    <a:pt x="291341" y="230081"/>
                  </a:lnTo>
                  <a:lnTo>
                    <a:pt x="306325" y="192050"/>
                  </a:lnTo>
                  <a:lnTo>
                    <a:pt x="310557" y="152776"/>
                  </a:lnTo>
                  <a:lnTo>
                    <a:pt x="304845" y="114204"/>
                  </a:lnTo>
                  <a:lnTo>
                    <a:pt x="289999" y="78280"/>
                  </a:lnTo>
                  <a:lnTo>
                    <a:pt x="266826" y="46952"/>
                  </a:lnTo>
                  <a:lnTo>
                    <a:pt x="236138" y="22165"/>
                  </a:lnTo>
                  <a:lnTo>
                    <a:pt x="198742" y="5865"/>
                  </a:lnTo>
                  <a:lnTo>
                    <a:pt x="155448" y="0"/>
                  </a:lnTo>
                  <a:close/>
                </a:path>
              </a:pathLst>
            </a:custGeom>
            <a:solidFill>
              <a:srgbClr val="FFFFFF">
                <a:alpha val="2313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8258682" y="3034410"/>
              <a:ext cx="311150" cy="311150"/>
            </a:xfrm>
            <a:custGeom>
              <a:avLst/>
              <a:gdLst/>
              <a:ahLst/>
              <a:cxnLst/>
              <a:rect l="l" t="t" r="r" b="b"/>
              <a:pathLst>
                <a:path w="311150" h="311150">
                  <a:moveTo>
                    <a:pt x="155448" y="0"/>
                  </a:moveTo>
                  <a:lnTo>
                    <a:pt x="198742" y="5865"/>
                  </a:lnTo>
                  <a:lnTo>
                    <a:pt x="236138" y="22165"/>
                  </a:lnTo>
                  <a:lnTo>
                    <a:pt x="266826" y="46952"/>
                  </a:lnTo>
                  <a:lnTo>
                    <a:pt x="289999" y="78280"/>
                  </a:lnTo>
                  <a:lnTo>
                    <a:pt x="304845" y="114204"/>
                  </a:lnTo>
                  <a:lnTo>
                    <a:pt x="310557" y="152776"/>
                  </a:lnTo>
                  <a:lnTo>
                    <a:pt x="306325" y="192050"/>
                  </a:lnTo>
                  <a:lnTo>
                    <a:pt x="291341" y="230081"/>
                  </a:lnTo>
                  <a:lnTo>
                    <a:pt x="264795" y="264922"/>
                  </a:lnTo>
                  <a:lnTo>
                    <a:pt x="213169" y="299751"/>
                  </a:lnTo>
                  <a:lnTo>
                    <a:pt x="156591" y="310768"/>
                  </a:lnTo>
                  <a:lnTo>
                    <a:pt x="109764" y="303572"/>
                  </a:lnTo>
                  <a:lnTo>
                    <a:pt x="67180" y="282946"/>
                  </a:lnTo>
                  <a:lnTo>
                    <a:pt x="32351" y="250336"/>
                  </a:lnTo>
                  <a:lnTo>
                    <a:pt x="8787" y="207185"/>
                  </a:lnTo>
                  <a:lnTo>
                    <a:pt x="0" y="154939"/>
                  </a:lnTo>
                  <a:lnTo>
                    <a:pt x="7936" y="105907"/>
                  </a:lnTo>
                  <a:lnTo>
                    <a:pt x="30028" y="63367"/>
                  </a:lnTo>
                  <a:lnTo>
                    <a:pt x="63697" y="29850"/>
                  </a:lnTo>
                  <a:lnTo>
                    <a:pt x="106363" y="7884"/>
                  </a:lnTo>
                  <a:lnTo>
                    <a:pt x="155448" y="0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7" name="object 167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8461247" y="2685414"/>
              <a:ext cx="110093" cy="112522"/>
            </a:xfrm>
            <a:prstGeom prst="rect">
              <a:avLst/>
            </a:prstGeom>
          </p:spPr>
        </p:pic>
        <p:sp>
          <p:nvSpPr>
            <p:cNvPr id="168" name="object 168"/>
            <p:cNvSpPr/>
            <p:nvPr/>
          </p:nvSpPr>
          <p:spPr>
            <a:xfrm>
              <a:off x="9057131" y="2729483"/>
              <a:ext cx="615950" cy="402590"/>
            </a:xfrm>
            <a:custGeom>
              <a:avLst/>
              <a:gdLst/>
              <a:ahLst/>
              <a:cxnLst/>
              <a:rect l="l" t="t" r="r" b="b"/>
              <a:pathLst>
                <a:path w="615950" h="402589">
                  <a:moveTo>
                    <a:pt x="586104" y="0"/>
                  </a:moveTo>
                  <a:lnTo>
                    <a:pt x="116332" y="0"/>
                  </a:lnTo>
                  <a:lnTo>
                    <a:pt x="105017" y="2232"/>
                  </a:lnTo>
                  <a:lnTo>
                    <a:pt x="95726" y="8334"/>
                  </a:lnTo>
                  <a:lnTo>
                    <a:pt x="89435" y="17412"/>
                  </a:lnTo>
                  <a:lnTo>
                    <a:pt x="87122" y="29082"/>
                  </a:lnTo>
                  <a:lnTo>
                    <a:pt x="87122" y="134746"/>
                  </a:lnTo>
                  <a:lnTo>
                    <a:pt x="1143" y="196723"/>
                  </a:lnTo>
                  <a:lnTo>
                    <a:pt x="0" y="199008"/>
                  </a:lnTo>
                  <a:lnTo>
                    <a:pt x="0" y="201294"/>
                  </a:lnTo>
                  <a:lnTo>
                    <a:pt x="0" y="203707"/>
                  </a:lnTo>
                  <a:lnTo>
                    <a:pt x="1143" y="205993"/>
                  </a:lnTo>
                  <a:lnTo>
                    <a:pt x="87122" y="267969"/>
                  </a:lnTo>
                  <a:lnTo>
                    <a:pt x="87122" y="373252"/>
                  </a:lnTo>
                  <a:lnTo>
                    <a:pt x="89417" y="384601"/>
                  </a:lnTo>
                  <a:lnTo>
                    <a:pt x="95678" y="393842"/>
                  </a:lnTo>
                  <a:lnTo>
                    <a:pt x="104963" y="400059"/>
                  </a:lnTo>
                  <a:lnTo>
                    <a:pt x="116332" y="402336"/>
                  </a:lnTo>
                  <a:lnTo>
                    <a:pt x="586104" y="402336"/>
                  </a:lnTo>
                  <a:lnTo>
                    <a:pt x="597586" y="400059"/>
                  </a:lnTo>
                  <a:lnTo>
                    <a:pt x="606996" y="393842"/>
                  </a:lnTo>
                  <a:lnTo>
                    <a:pt x="613358" y="384601"/>
                  </a:lnTo>
                  <a:lnTo>
                    <a:pt x="615696" y="373252"/>
                  </a:lnTo>
                  <a:lnTo>
                    <a:pt x="615696" y="29082"/>
                  </a:lnTo>
                  <a:lnTo>
                    <a:pt x="613358" y="17787"/>
                  </a:lnTo>
                  <a:lnTo>
                    <a:pt x="606996" y="8540"/>
                  </a:lnTo>
                  <a:lnTo>
                    <a:pt x="597586" y="2293"/>
                  </a:lnTo>
                  <a:lnTo>
                    <a:pt x="586104" y="0"/>
                  </a:lnTo>
                  <a:close/>
                </a:path>
              </a:pathLst>
            </a:custGeom>
            <a:solidFill>
              <a:srgbClr val="FFFFFF">
                <a:alpha val="90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9057131" y="2729483"/>
              <a:ext cx="615950" cy="402590"/>
            </a:xfrm>
            <a:custGeom>
              <a:avLst/>
              <a:gdLst/>
              <a:ahLst/>
              <a:cxnLst/>
              <a:rect l="l" t="t" r="r" b="b"/>
              <a:pathLst>
                <a:path w="615950" h="402589">
                  <a:moveTo>
                    <a:pt x="0" y="201294"/>
                  </a:moveTo>
                  <a:lnTo>
                    <a:pt x="0" y="203707"/>
                  </a:lnTo>
                  <a:lnTo>
                    <a:pt x="1143" y="205993"/>
                  </a:lnTo>
                  <a:lnTo>
                    <a:pt x="3301" y="207517"/>
                  </a:lnTo>
                  <a:lnTo>
                    <a:pt x="87122" y="267969"/>
                  </a:lnTo>
                  <a:lnTo>
                    <a:pt x="87122" y="373252"/>
                  </a:lnTo>
                  <a:lnTo>
                    <a:pt x="89417" y="384601"/>
                  </a:lnTo>
                  <a:lnTo>
                    <a:pt x="95678" y="393842"/>
                  </a:lnTo>
                  <a:lnTo>
                    <a:pt x="104963" y="400059"/>
                  </a:lnTo>
                  <a:lnTo>
                    <a:pt x="116332" y="402336"/>
                  </a:lnTo>
                  <a:lnTo>
                    <a:pt x="586104" y="402336"/>
                  </a:lnTo>
                  <a:lnTo>
                    <a:pt x="597586" y="400059"/>
                  </a:lnTo>
                  <a:lnTo>
                    <a:pt x="606996" y="393842"/>
                  </a:lnTo>
                  <a:lnTo>
                    <a:pt x="613358" y="384601"/>
                  </a:lnTo>
                  <a:lnTo>
                    <a:pt x="615696" y="373252"/>
                  </a:lnTo>
                  <a:lnTo>
                    <a:pt x="615696" y="29082"/>
                  </a:lnTo>
                  <a:lnTo>
                    <a:pt x="613358" y="17787"/>
                  </a:lnTo>
                  <a:lnTo>
                    <a:pt x="606996" y="8540"/>
                  </a:lnTo>
                  <a:lnTo>
                    <a:pt x="597586" y="2293"/>
                  </a:lnTo>
                  <a:lnTo>
                    <a:pt x="586104" y="0"/>
                  </a:lnTo>
                  <a:lnTo>
                    <a:pt x="116332" y="0"/>
                  </a:lnTo>
                  <a:lnTo>
                    <a:pt x="105017" y="2232"/>
                  </a:lnTo>
                  <a:lnTo>
                    <a:pt x="95726" y="8334"/>
                  </a:lnTo>
                  <a:lnTo>
                    <a:pt x="89435" y="17412"/>
                  </a:lnTo>
                  <a:lnTo>
                    <a:pt x="87122" y="28575"/>
                  </a:lnTo>
                  <a:lnTo>
                    <a:pt x="87122" y="28955"/>
                  </a:lnTo>
                  <a:lnTo>
                    <a:pt x="87122" y="134746"/>
                  </a:lnTo>
                  <a:lnTo>
                    <a:pt x="3301" y="195199"/>
                  </a:lnTo>
                  <a:lnTo>
                    <a:pt x="1143" y="196723"/>
                  </a:lnTo>
                  <a:lnTo>
                    <a:pt x="0" y="199008"/>
                  </a:lnTo>
                  <a:lnTo>
                    <a:pt x="0" y="201294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0" name="object 170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10759590" y="3194304"/>
              <a:ext cx="79097" cy="79248"/>
            </a:xfrm>
            <a:prstGeom prst="rect">
              <a:avLst/>
            </a:prstGeom>
          </p:spPr>
        </p:pic>
        <p:pic>
          <p:nvPicPr>
            <p:cNvPr id="171" name="object 171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10643697" y="3194304"/>
              <a:ext cx="79166" cy="79248"/>
            </a:xfrm>
            <a:prstGeom prst="rect">
              <a:avLst/>
            </a:prstGeom>
          </p:spPr>
        </p:pic>
        <p:pic>
          <p:nvPicPr>
            <p:cNvPr id="172" name="object 172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10525424" y="3194304"/>
              <a:ext cx="81615" cy="79248"/>
            </a:xfrm>
            <a:prstGeom prst="rect">
              <a:avLst/>
            </a:prstGeom>
          </p:spPr>
        </p:pic>
        <p:pic>
          <p:nvPicPr>
            <p:cNvPr id="173" name="object 173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10409001" y="3194304"/>
              <a:ext cx="79166" cy="79248"/>
            </a:xfrm>
            <a:prstGeom prst="rect">
              <a:avLst/>
            </a:prstGeom>
          </p:spPr>
        </p:pic>
        <p:pic>
          <p:nvPicPr>
            <p:cNvPr id="174" name="object 174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10290567" y="3194304"/>
              <a:ext cx="81776" cy="79248"/>
            </a:xfrm>
            <a:prstGeom prst="rect">
              <a:avLst/>
            </a:prstGeom>
          </p:spPr>
        </p:pic>
        <p:pic>
          <p:nvPicPr>
            <p:cNvPr id="175" name="object 175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10174357" y="3194304"/>
              <a:ext cx="79115" cy="79248"/>
            </a:xfrm>
            <a:prstGeom prst="rect">
              <a:avLst/>
            </a:prstGeom>
          </p:spPr>
        </p:pic>
        <p:pic>
          <p:nvPicPr>
            <p:cNvPr id="176" name="object 176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10058481" y="3194304"/>
              <a:ext cx="79166" cy="79248"/>
            </a:xfrm>
            <a:prstGeom prst="rect">
              <a:avLst/>
            </a:prstGeom>
          </p:spPr>
        </p:pic>
        <p:pic>
          <p:nvPicPr>
            <p:cNvPr id="177" name="object 177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9940262" y="3194304"/>
              <a:ext cx="81561" cy="79248"/>
            </a:xfrm>
            <a:prstGeom prst="rect">
              <a:avLst/>
            </a:prstGeom>
          </p:spPr>
        </p:pic>
        <p:pic>
          <p:nvPicPr>
            <p:cNvPr id="178" name="object 178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9823785" y="3194304"/>
              <a:ext cx="79166" cy="79248"/>
            </a:xfrm>
            <a:prstGeom prst="rect">
              <a:avLst/>
            </a:prstGeom>
          </p:spPr>
        </p:pic>
        <p:pic>
          <p:nvPicPr>
            <p:cNvPr id="179" name="object 179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9707961" y="3194304"/>
              <a:ext cx="79166" cy="79248"/>
            </a:xfrm>
            <a:prstGeom prst="rect">
              <a:avLst/>
            </a:prstGeom>
          </p:spPr>
        </p:pic>
        <p:sp>
          <p:nvSpPr>
            <p:cNvPr id="180" name="object 180"/>
            <p:cNvSpPr/>
            <p:nvPr/>
          </p:nvSpPr>
          <p:spPr>
            <a:xfrm>
              <a:off x="8423147" y="1598675"/>
              <a:ext cx="2063750" cy="347980"/>
            </a:xfrm>
            <a:custGeom>
              <a:avLst/>
              <a:gdLst/>
              <a:ahLst/>
              <a:cxnLst/>
              <a:rect l="l" t="t" r="r" b="b"/>
              <a:pathLst>
                <a:path w="2063750" h="347980">
                  <a:moveTo>
                    <a:pt x="2063369" y="7620"/>
                  </a:moveTo>
                  <a:lnTo>
                    <a:pt x="2063369" y="5334"/>
                  </a:lnTo>
                  <a:lnTo>
                    <a:pt x="2061845" y="3175"/>
                  </a:lnTo>
                  <a:lnTo>
                    <a:pt x="2058543" y="3175"/>
                  </a:lnTo>
                  <a:lnTo>
                    <a:pt x="4952" y="3175"/>
                  </a:lnTo>
                  <a:lnTo>
                    <a:pt x="2540" y="3175"/>
                  </a:lnTo>
                  <a:lnTo>
                    <a:pt x="0" y="5207"/>
                  </a:lnTo>
                  <a:lnTo>
                    <a:pt x="0" y="8000"/>
                  </a:lnTo>
                  <a:lnTo>
                    <a:pt x="0" y="10033"/>
                  </a:lnTo>
                  <a:lnTo>
                    <a:pt x="2540" y="12191"/>
                  </a:lnTo>
                  <a:lnTo>
                    <a:pt x="4952" y="12191"/>
                  </a:lnTo>
                  <a:lnTo>
                    <a:pt x="2058543" y="12191"/>
                  </a:lnTo>
                  <a:lnTo>
                    <a:pt x="2061845" y="12191"/>
                  </a:lnTo>
                  <a:lnTo>
                    <a:pt x="2063369" y="9906"/>
                  </a:lnTo>
                  <a:lnTo>
                    <a:pt x="2063369" y="7620"/>
                  </a:lnTo>
                  <a:close/>
                </a:path>
                <a:path w="2063750" h="347980">
                  <a:moveTo>
                    <a:pt x="2063369" y="7365"/>
                  </a:moveTo>
                  <a:lnTo>
                    <a:pt x="2063369" y="0"/>
                  </a:lnTo>
                  <a:lnTo>
                    <a:pt x="2051430" y="0"/>
                  </a:lnTo>
                  <a:lnTo>
                    <a:pt x="2051430" y="7365"/>
                  </a:lnTo>
                  <a:lnTo>
                    <a:pt x="2051430" y="161036"/>
                  </a:lnTo>
                  <a:lnTo>
                    <a:pt x="2051430" y="167639"/>
                  </a:lnTo>
                  <a:lnTo>
                    <a:pt x="2063369" y="167639"/>
                  </a:lnTo>
                  <a:lnTo>
                    <a:pt x="2063369" y="161036"/>
                  </a:lnTo>
                  <a:lnTo>
                    <a:pt x="2063369" y="7365"/>
                  </a:lnTo>
                  <a:close/>
                </a:path>
                <a:path w="2063750" h="347980">
                  <a:moveTo>
                    <a:pt x="1999360" y="8636"/>
                  </a:moveTo>
                  <a:lnTo>
                    <a:pt x="1999360" y="5461"/>
                  </a:lnTo>
                  <a:lnTo>
                    <a:pt x="1996440" y="3175"/>
                  </a:lnTo>
                  <a:lnTo>
                    <a:pt x="1993392" y="3175"/>
                  </a:lnTo>
                  <a:lnTo>
                    <a:pt x="1990471" y="3175"/>
                  </a:lnTo>
                  <a:lnTo>
                    <a:pt x="1987423" y="5461"/>
                  </a:lnTo>
                  <a:lnTo>
                    <a:pt x="1987423" y="8636"/>
                  </a:lnTo>
                  <a:lnTo>
                    <a:pt x="1987423" y="74422"/>
                  </a:lnTo>
                  <a:lnTo>
                    <a:pt x="1987423" y="76835"/>
                  </a:lnTo>
                  <a:lnTo>
                    <a:pt x="1990471" y="79121"/>
                  </a:lnTo>
                  <a:lnTo>
                    <a:pt x="1993392" y="79121"/>
                  </a:lnTo>
                  <a:lnTo>
                    <a:pt x="1996440" y="79121"/>
                  </a:lnTo>
                  <a:lnTo>
                    <a:pt x="1999360" y="76835"/>
                  </a:lnTo>
                  <a:lnTo>
                    <a:pt x="1999360" y="74422"/>
                  </a:lnTo>
                  <a:lnTo>
                    <a:pt x="1999360" y="8636"/>
                  </a:lnTo>
                  <a:close/>
                </a:path>
                <a:path w="2063750" h="347980">
                  <a:moveTo>
                    <a:pt x="1932431" y="8636"/>
                  </a:moveTo>
                  <a:lnTo>
                    <a:pt x="1932431" y="5461"/>
                  </a:lnTo>
                  <a:lnTo>
                    <a:pt x="1930146" y="3175"/>
                  </a:lnTo>
                  <a:lnTo>
                    <a:pt x="1927859" y="3175"/>
                  </a:lnTo>
                  <a:lnTo>
                    <a:pt x="1924811" y="3175"/>
                  </a:lnTo>
                  <a:lnTo>
                    <a:pt x="1923287" y="5461"/>
                  </a:lnTo>
                  <a:lnTo>
                    <a:pt x="1923287" y="8636"/>
                  </a:lnTo>
                  <a:lnTo>
                    <a:pt x="1923287" y="74422"/>
                  </a:lnTo>
                  <a:lnTo>
                    <a:pt x="1923287" y="76835"/>
                  </a:lnTo>
                  <a:lnTo>
                    <a:pt x="1924811" y="79121"/>
                  </a:lnTo>
                  <a:lnTo>
                    <a:pt x="1927859" y="79121"/>
                  </a:lnTo>
                  <a:lnTo>
                    <a:pt x="1930146" y="79121"/>
                  </a:lnTo>
                  <a:lnTo>
                    <a:pt x="1932431" y="76835"/>
                  </a:lnTo>
                  <a:lnTo>
                    <a:pt x="1932431" y="74422"/>
                  </a:lnTo>
                  <a:lnTo>
                    <a:pt x="1932431" y="8636"/>
                  </a:lnTo>
                  <a:close/>
                </a:path>
                <a:path w="2063750" h="347980">
                  <a:moveTo>
                    <a:pt x="1868424" y="8762"/>
                  </a:moveTo>
                  <a:lnTo>
                    <a:pt x="1868424" y="5461"/>
                  </a:lnTo>
                  <a:lnTo>
                    <a:pt x="1866137" y="3175"/>
                  </a:lnTo>
                  <a:lnTo>
                    <a:pt x="1863852" y="3175"/>
                  </a:lnTo>
                  <a:lnTo>
                    <a:pt x="1860803" y="3175"/>
                  </a:lnTo>
                  <a:lnTo>
                    <a:pt x="1859279" y="5461"/>
                  </a:lnTo>
                  <a:lnTo>
                    <a:pt x="1859279" y="8762"/>
                  </a:lnTo>
                  <a:lnTo>
                    <a:pt x="1859279" y="159638"/>
                  </a:lnTo>
                  <a:lnTo>
                    <a:pt x="1859279" y="162178"/>
                  </a:lnTo>
                  <a:lnTo>
                    <a:pt x="1860803" y="164464"/>
                  </a:lnTo>
                  <a:lnTo>
                    <a:pt x="1863852" y="164464"/>
                  </a:lnTo>
                  <a:lnTo>
                    <a:pt x="1866137" y="164464"/>
                  </a:lnTo>
                  <a:lnTo>
                    <a:pt x="1868424" y="162178"/>
                  </a:lnTo>
                  <a:lnTo>
                    <a:pt x="1868424" y="159638"/>
                  </a:lnTo>
                  <a:lnTo>
                    <a:pt x="1868424" y="8762"/>
                  </a:lnTo>
                  <a:close/>
                </a:path>
                <a:path w="2063750" h="347980">
                  <a:moveTo>
                    <a:pt x="1804288" y="7365"/>
                  </a:moveTo>
                  <a:lnTo>
                    <a:pt x="1804288" y="0"/>
                  </a:lnTo>
                  <a:lnTo>
                    <a:pt x="1795399" y="0"/>
                  </a:lnTo>
                  <a:lnTo>
                    <a:pt x="1795399" y="7365"/>
                  </a:lnTo>
                  <a:lnTo>
                    <a:pt x="1795399" y="75691"/>
                  </a:lnTo>
                  <a:lnTo>
                    <a:pt x="1795399" y="82296"/>
                  </a:lnTo>
                  <a:lnTo>
                    <a:pt x="1804288" y="82296"/>
                  </a:lnTo>
                  <a:lnTo>
                    <a:pt x="1804288" y="75691"/>
                  </a:lnTo>
                  <a:lnTo>
                    <a:pt x="1804288" y="7365"/>
                  </a:lnTo>
                  <a:close/>
                </a:path>
                <a:path w="2063750" h="347980">
                  <a:moveTo>
                    <a:pt x="1740280" y="8636"/>
                  </a:moveTo>
                  <a:lnTo>
                    <a:pt x="1740280" y="5461"/>
                  </a:lnTo>
                  <a:lnTo>
                    <a:pt x="1738122" y="3175"/>
                  </a:lnTo>
                  <a:lnTo>
                    <a:pt x="1735835" y="3175"/>
                  </a:lnTo>
                  <a:lnTo>
                    <a:pt x="1732787" y="3175"/>
                  </a:lnTo>
                  <a:lnTo>
                    <a:pt x="1731391" y="5461"/>
                  </a:lnTo>
                  <a:lnTo>
                    <a:pt x="1731391" y="8636"/>
                  </a:lnTo>
                  <a:lnTo>
                    <a:pt x="1731391" y="74422"/>
                  </a:lnTo>
                  <a:lnTo>
                    <a:pt x="1731391" y="76835"/>
                  </a:lnTo>
                  <a:lnTo>
                    <a:pt x="1732787" y="79121"/>
                  </a:lnTo>
                  <a:lnTo>
                    <a:pt x="1735835" y="79121"/>
                  </a:lnTo>
                  <a:lnTo>
                    <a:pt x="1738122" y="79121"/>
                  </a:lnTo>
                  <a:lnTo>
                    <a:pt x="1740280" y="76835"/>
                  </a:lnTo>
                  <a:lnTo>
                    <a:pt x="1740280" y="74422"/>
                  </a:lnTo>
                  <a:lnTo>
                    <a:pt x="1740280" y="8636"/>
                  </a:lnTo>
                  <a:close/>
                </a:path>
                <a:path w="2063750" h="347980">
                  <a:moveTo>
                    <a:pt x="1676400" y="8762"/>
                  </a:moveTo>
                  <a:lnTo>
                    <a:pt x="1676400" y="5461"/>
                  </a:lnTo>
                  <a:lnTo>
                    <a:pt x="1674241" y="3175"/>
                  </a:lnTo>
                  <a:lnTo>
                    <a:pt x="1672208" y="3175"/>
                  </a:lnTo>
                  <a:lnTo>
                    <a:pt x="1669415" y="3175"/>
                  </a:lnTo>
                  <a:lnTo>
                    <a:pt x="1667382" y="5461"/>
                  </a:lnTo>
                  <a:lnTo>
                    <a:pt x="1667382" y="8762"/>
                  </a:lnTo>
                  <a:lnTo>
                    <a:pt x="1667382" y="159638"/>
                  </a:lnTo>
                  <a:lnTo>
                    <a:pt x="1667382" y="162178"/>
                  </a:lnTo>
                  <a:lnTo>
                    <a:pt x="1669415" y="164464"/>
                  </a:lnTo>
                  <a:lnTo>
                    <a:pt x="1672208" y="164464"/>
                  </a:lnTo>
                  <a:lnTo>
                    <a:pt x="1674241" y="164464"/>
                  </a:lnTo>
                  <a:lnTo>
                    <a:pt x="1676400" y="162178"/>
                  </a:lnTo>
                  <a:lnTo>
                    <a:pt x="1676400" y="159638"/>
                  </a:lnTo>
                  <a:lnTo>
                    <a:pt x="1676400" y="8762"/>
                  </a:lnTo>
                  <a:close/>
                </a:path>
                <a:path w="2063750" h="347980">
                  <a:moveTo>
                    <a:pt x="1612392" y="7365"/>
                  </a:moveTo>
                  <a:lnTo>
                    <a:pt x="1612392" y="0"/>
                  </a:lnTo>
                  <a:lnTo>
                    <a:pt x="1603375" y="0"/>
                  </a:lnTo>
                  <a:lnTo>
                    <a:pt x="1603375" y="7365"/>
                  </a:lnTo>
                  <a:lnTo>
                    <a:pt x="1603375" y="75691"/>
                  </a:lnTo>
                  <a:lnTo>
                    <a:pt x="1603375" y="82296"/>
                  </a:lnTo>
                  <a:lnTo>
                    <a:pt x="1612392" y="82296"/>
                  </a:lnTo>
                  <a:lnTo>
                    <a:pt x="1612392" y="75691"/>
                  </a:lnTo>
                  <a:lnTo>
                    <a:pt x="1612392" y="7365"/>
                  </a:lnTo>
                  <a:close/>
                </a:path>
                <a:path w="2063750" h="347980">
                  <a:moveTo>
                    <a:pt x="1548383" y="7365"/>
                  </a:moveTo>
                  <a:lnTo>
                    <a:pt x="1548383" y="0"/>
                  </a:lnTo>
                  <a:lnTo>
                    <a:pt x="1539240" y="0"/>
                  </a:lnTo>
                  <a:lnTo>
                    <a:pt x="1539240" y="7365"/>
                  </a:lnTo>
                  <a:lnTo>
                    <a:pt x="1539240" y="75691"/>
                  </a:lnTo>
                  <a:lnTo>
                    <a:pt x="1539240" y="82296"/>
                  </a:lnTo>
                  <a:lnTo>
                    <a:pt x="1548383" y="82296"/>
                  </a:lnTo>
                  <a:lnTo>
                    <a:pt x="1548383" y="75691"/>
                  </a:lnTo>
                  <a:lnTo>
                    <a:pt x="1548383" y="7365"/>
                  </a:lnTo>
                  <a:close/>
                </a:path>
                <a:path w="2063750" h="347980">
                  <a:moveTo>
                    <a:pt x="1484249" y="8762"/>
                  </a:moveTo>
                  <a:lnTo>
                    <a:pt x="1484249" y="5461"/>
                  </a:lnTo>
                  <a:lnTo>
                    <a:pt x="1482090" y="3175"/>
                  </a:lnTo>
                  <a:lnTo>
                    <a:pt x="1479803" y="3175"/>
                  </a:lnTo>
                  <a:lnTo>
                    <a:pt x="1476755" y="3175"/>
                  </a:lnTo>
                  <a:lnTo>
                    <a:pt x="1475358" y="5461"/>
                  </a:lnTo>
                  <a:lnTo>
                    <a:pt x="1475358" y="8762"/>
                  </a:lnTo>
                  <a:lnTo>
                    <a:pt x="1475358" y="159638"/>
                  </a:lnTo>
                  <a:lnTo>
                    <a:pt x="1475358" y="162178"/>
                  </a:lnTo>
                  <a:lnTo>
                    <a:pt x="1476755" y="164464"/>
                  </a:lnTo>
                  <a:lnTo>
                    <a:pt x="1479803" y="164464"/>
                  </a:lnTo>
                  <a:lnTo>
                    <a:pt x="1482090" y="164464"/>
                  </a:lnTo>
                  <a:lnTo>
                    <a:pt x="1484249" y="162178"/>
                  </a:lnTo>
                  <a:lnTo>
                    <a:pt x="1484249" y="159638"/>
                  </a:lnTo>
                  <a:lnTo>
                    <a:pt x="1484249" y="8762"/>
                  </a:lnTo>
                  <a:close/>
                </a:path>
                <a:path w="2063750" h="347980">
                  <a:moveTo>
                    <a:pt x="1420241" y="8636"/>
                  </a:moveTo>
                  <a:lnTo>
                    <a:pt x="1420241" y="5461"/>
                  </a:lnTo>
                  <a:lnTo>
                    <a:pt x="1418208" y="3175"/>
                  </a:lnTo>
                  <a:lnTo>
                    <a:pt x="1416177" y="3175"/>
                  </a:lnTo>
                  <a:lnTo>
                    <a:pt x="1413382" y="3175"/>
                  </a:lnTo>
                  <a:lnTo>
                    <a:pt x="1411351" y="5461"/>
                  </a:lnTo>
                  <a:lnTo>
                    <a:pt x="1411351" y="8636"/>
                  </a:lnTo>
                  <a:lnTo>
                    <a:pt x="1411351" y="74422"/>
                  </a:lnTo>
                  <a:lnTo>
                    <a:pt x="1411351" y="76835"/>
                  </a:lnTo>
                  <a:lnTo>
                    <a:pt x="1413382" y="79121"/>
                  </a:lnTo>
                  <a:lnTo>
                    <a:pt x="1416177" y="79121"/>
                  </a:lnTo>
                  <a:lnTo>
                    <a:pt x="1418208" y="79121"/>
                  </a:lnTo>
                  <a:lnTo>
                    <a:pt x="1420241" y="76835"/>
                  </a:lnTo>
                  <a:lnTo>
                    <a:pt x="1420241" y="74422"/>
                  </a:lnTo>
                  <a:lnTo>
                    <a:pt x="1420241" y="8636"/>
                  </a:lnTo>
                  <a:close/>
                </a:path>
                <a:path w="2063750" h="347980">
                  <a:moveTo>
                    <a:pt x="1356359" y="7365"/>
                  </a:moveTo>
                  <a:lnTo>
                    <a:pt x="1356359" y="0"/>
                  </a:lnTo>
                  <a:lnTo>
                    <a:pt x="1347343" y="0"/>
                  </a:lnTo>
                  <a:lnTo>
                    <a:pt x="1347343" y="7365"/>
                  </a:lnTo>
                  <a:lnTo>
                    <a:pt x="1347343" y="75691"/>
                  </a:lnTo>
                  <a:lnTo>
                    <a:pt x="1347343" y="82296"/>
                  </a:lnTo>
                  <a:lnTo>
                    <a:pt x="1356359" y="82296"/>
                  </a:lnTo>
                  <a:lnTo>
                    <a:pt x="1356359" y="75691"/>
                  </a:lnTo>
                  <a:lnTo>
                    <a:pt x="1356359" y="7365"/>
                  </a:lnTo>
                  <a:close/>
                </a:path>
                <a:path w="2063750" h="347980">
                  <a:moveTo>
                    <a:pt x="1292352" y="8762"/>
                  </a:moveTo>
                  <a:lnTo>
                    <a:pt x="1292352" y="5461"/>
                  </a:lnTo>
                  <a:lnTo>
                    <a:pt x="1290193" y="3175"/>
                  </a:lnTo>
                  <a:lnTo>
                    <a:pt x="1288160" y="3175"/>
                  </a:lnTo>
                  <a:lnTo>
                    <a:pt x="1285367" y="3175"/>
                  </a:lnTo>
                  <a:lnTo>
                    <a:pt x="1283207" y="5461"/>
                  </a:lnTo>
                  <a:lnTo>
                    <a:pt x="1283207" y="8762"/>
                  </a:lnTo>
                  <a:lnTo>
                    <a:pt x="1283207" y="159638"/>
                  </a:lnTo>
                  <a:lnTo>
                    <a:pt x="1283207" y="162178"/>
                  </a:lnTo>
                  <a:lnTo>
                    <a:pt x="1285367" y="164464"/>
                  </a:lnTo>
                  <a:lnTo>
                    <a:pt x="1288160" y="164464"/>
                  </a:lnTo>
                  <a:lnTo>
                    <a:pt x="1290193" y="164464"/>
                  </a:lnTo>
                  <a:lnTo>
                    <a:pt x="1292352" y="162178"/>
                  </a:lnTo>
                  <a:lnTo>
                    <a:pt x="1292352" y="159638"/>
                  </a:lnTo>
                  <a:lnTo>
                    <a:pt x="1292352" y="8762"/>
                  </a:lnTo>
                  <a:close/>
                </a:path>
                <a:path w="2063750" h="347980">
                  <a:moveTo>
                    <a:pt x="1228217" y="8636"/>
                  </a:moveTo>
                  <a:lnTo>
                    <a:pt x="1228217" y="5461"/>
                  </a:lnTo>
                  <a:lnTo>
                    <a:pt x="1226184" y="3175"/>
                  </a:lnTo>
                  <a:lnTo>
                    <a:pt x="1224152" y="3175"/>
                  </a:lnTo>
                  <a:lnTo>
                    <a:pt x="1221358" y="3175"/>
                  </a:lnTo>
                  <a:lnTo>
                    <a:pt x="1219200" y="5461"/>
                  </a:lnTo>
                  <a:lnTo>
                    <a:pt x="1219200" y="8636"/>
                  </a:lnTo>
                  <a:lnTo>
                    <a:pt x="1219200" y="74422"/>
                  </a:lnTo>
                  <a:lnTo>
                    <a:pt x="1219200" y="76835"/>
                  </a:lnTo>
                  <a:lnTo>
                    <a:pt x="1221358" y="79121"/>
                  </a:lnTo>
                  <a:lnTo>
                    <a:pt x="1224152" y="79121"/>
                  </a:lnTo>
                  <a:lnTo>
                    <a:pt x="1226184" y="79121"/>
                  </a:lnTo>
                  <a:lnTo>
                    <a:pt x="1228217" y="76835"/>
                  </a:lnTo>
                  <a:lnTo>
                    <a:pt x="1228217" y="74422"/>
                  </a:lnTo>
                  <a:lnTo>
                    <a:pt x="1228217" y="8636"/>
                  </a:lnTo>
                  <a:close/>
                </a:path>
                <a:path w="2063750" h="347980">
                  <a:moveTo>
                    <a:pt x="1164208" y="8636"/>
                  </a:moveTo>
                  <a:lnTo>
                    <a:pt x="1164208" y="5461"/>
                  </a:lnTo>
                  <a:lnTo>
                    <a:pt x="1162177" y="3175"/>
                  </a:lnTo>
                  <a:lnTo>
                    <a:pt x="1160145" y="3175"/>
                  </a:lnTo>
                  <a:lnTo>
                    <a:pt x="1157351" y="3175"/>
                  </a:lnTo>
                  <a:lnTo>
                    <a:pt x="1155192" y="5461"/>
                  </a:lnTo>
                  <a:lnTo>
                    <a:pt x="1155192" y="8636"/>
                  </a:lnTo>
                  <a:lnTo>
                    <a:pt x="1155192" y="74422"/>
                  </a:lnTo>
                  <a:lnTo>
                    <a:pt x="1155192" y="76835"/>
                  </a:lnTo>
                  <a:lnTo>
                    <a:pt x="1157351" y="79121"/>
                  </a:lnTo>
                  <a:lnTo>
                    <a:pt x="1160145" y="79121"/>
                  </a:lnTo>
                  <a:lnTo>
                    <a:pt x="1162177" y="79121"/>
                  </a:lnTo>
                  <a:lnTo>
                    <a:pt x="1164208" y="76835"/>
                  </a:lnTo>
                  <a:lnTo>
                    <a:pt x="1164208" y="74422"/>
                  </a:lnTo>
                  <a:lnTo>
                    <a:pt x="1164208" y="8636"/>
                  </a:lnTo>
                  <a:close/>
                </a:path>
                <a:path w="2063750" h="347980">
                  <a:moveTo>
                    <a:pt x="1100201" y="7365"/>
                  </a:moveTo>
                  <a:lnTo>
                    <a:pt x="1100201" y="0"/>
                  </a:lnTo>
                  <a:lnTo>
                    <a:pt x="1091310" y="0"/>
                  </a:lnTo>
                  <a:lnTo>
                    <a:pt x="1091310" y="7365"/>
                  </a:lnTo>
                  <a:lnTo>
                    <a:pt x="1091310" y="161036"/>
                  </a:lnTo>
                  <a:lnTo>
                    <a:pt x="1091310" y="167639"/>
                  </a:lnTo>
                  <a:lnTo>
                    <a:pt x="1100201" y="167639"/>
                  </a:lnTo>
                  <a:lnTo>
                    <a:pt x="1100201" y="161036"/>
                  </a:lnTo>
                  <a:lnTo>
                    <a:pt x="1100201" y="7365"/>
                  </a:lnTo>
                  <a:close/>
                </a:path>
                <a:path w="2063750" h="347980">
                  <a:moveTo>
                    <a:pt x="1036320" y="8636"/>
                  </a:moveTo>
                  <a:lnTo>
                    <a:pt x="1036320" y="5461"/>
                  </a:lnTo>
                  <a:lnTo>
                    <a:pt x="1034160" y="3175"/>
                  </a:lnTo>
                  <a:lnTo>
                    <a:pt x="1032128" y="3175"/>
                  </a:lnTo>
                  <a:lnTo>
                    <a:pt x="1029334" y="3175"/>
                  </a:lnTo>
                  <a:lnTo>
                    <a:pt x="1027302" y="5461"/>
                  </a:lnTo>
                  <a:lnTo>
                    <a:pt x="1027302" y="8636"/>
                  </a:lnTo>
                  <a:lnTo>
                    <a:pt x="1027302" y="74422"/>
                  </a:lnTo>
                  <a:lnTo>
                    <a:pt x="1027302" y="76835"/>
                  </a:lnTo>
                  <a:lnTo>
                    <a:pt x="1029334" y="79121"/>
                  </a:lnTo>
                  <a:lnTo>
                    <a:pt x="1032128" y="79121"/>
                  </a:lnTo>
                  <a:lnTo>
                    <a:pt x="1034160" y="79121"/>
                  </a:lnTo>
                  <a:lnTo>
                    <a:pt x="1036320" y="76835"/>
                  </a:lnTo>
                  <a:lnTo>
                    <a:pt x="1036320" y="74422"/>
                  </a:lnTo>
                  <a:lnTo>
                    <a:pt x="1036320" y="8636"/>
                  </a:lnTo>
                  <a:close/>
                </a:path>
                <a:path w="2063750" h="347980">
                  <a:moveTo>
                    <a:pt x="972311" y="8636"/>
                  </a:moveTo>
                  <a:lnTo>
                    <a:pt x="972311" y="5461"/>
                  </a:lnTo>
                  <a:lnTo>
                    <a:pt x="970152" y="3175"/>
                  </a:lnTo>
                  <a:lnTo>
                    <a:pt x="967358" y="3175"/>
                  </a:lnTo>
                  <a:lnTo>
                    <a:pt x="965326" y="3175"/>
                  </a:lnTo>
                  <a:lnTo>
                    <a:pt x="963168" y="5461"/>
                  </a:lnTo>
                  <a:lnTo>
                    <a:pt x="963168" y="8636"/>
                  </a:lnTo>
                  <a:lnTo>
                    <a:pt x="963168" y="74422"/>
                  </a:lnTo>
                  <a:lnTo>
                    <a:pt x="963168" y="76835"/>
                  </a:lnTo>
                  <a:lnTo>
                    <a:pt x="965326" y="79121"/>
                  </a:lnTo>
                  <a:lnTo>
                    <a:pt x="967358" y="79121"/>
                  </a:lnTo>
                  <a:lnTo>
                    <a:pt x="970152" y="79121"/>
                  </a:lnTo>
                  <a:lnTo>
                    <a:pt x="972311" y="76835"/>
                  </a:lnTo>
                  <a:lnTo>
                    <a:pt x="972311" y="74422"/>
                  </a:lnTo>
                  <a:lnTo>
                    <a:pt x="972311" y="8636"/>
                  </a:lnTo>
                  <a:close/>
                </a:path>
                <a:path w="2063750" h="347980">
                  <a:moveTo>
                    <a:pt x="908176" y="8762"/>
                  </a:moveTo>
                  <a:lnTo>
                    <a:pt x="908176" y="5461"/>
                  </a:lnTo>
                  <a:lnTo>
                    <a:pt x="906145" y="3175"/>
                  </a:lnTo>
                  <a:lnTo>
                    <a:pt x="903351" y="3175"/>
                  </a:lnTo>
                  <a:lnTo>
                    <a:pt x="901319" y="3175"/>
                  </a:lnTo>
                  <a:lnTo>
                    <a:pt x="899159" y="5461"/>
                  </a:lnTo>
                  <a:lnTo>
                    <a:pt x="899159" y="8762"/>
                  </a:lnTo>
                  <a:lnTo>
                    <a:pt x="899159" y="159638"/>
                  </a:lnTo>
                  <a:lnTo>
                    <a:pt x="899159" y="162178"/>
                  </a:lnTo>
                  <a:lnTo>
                    <a:pt x="901319" y="164464"/>
                  </a:lnTo>
                  <a:lnTo>
                    <a:pt x="903351" y="164464"/>
                  </a:lnTo>
                  <a:lnTo>
                    <a:pt x="906145" y="164464"/>
                  </a:lnTo>
                  <a:lnTo>
                    <a:pt x="908176" y="162178"/>
                  </a:lnTo>
                  <a:lnTo>
                    <a:pt x="908176" y="159638"/>
                  </a:lnTo>
                  <a:lnTo>
                    <a:pt x="908176" y="8762"/>
                  </a:lnTo>
                  <a:close/>
                </a:path>
                <a:path w="2063750" h="347980">
                  <a:moveTo>
                    <a:pt x="844169" y="7365"/>
                  </a:moveTo>
                  <a:lnTo>
                    <a:pt x="844169" y="0"/>
                  </a:lnTo>
                  <a:lnTo>
                    <a:pt x="832230" y="0"/>
                  </a:lnTo>
                  <a:lnTo>
                    <a:pt x="832230" y="7365"/>
                  </a:lnTo>
                  <a:lnTo>
                    <a:pt x="832230" y="75691"/>
                  </a:lnTo>
                  <a:lnTo>
                    <a:pt x="832230" y="82296"/>
                  </a:lnTo>
                  <a:lnTo>
                    <a:pt x="844169" y="82296"/>
                  </a:lnTo>
                  <a:lnTo>
                    <a:pt x="844169" y="75691"/>
                  </a:lnTo>
                  <a:lnTo>
                    <a:pt x="844169" y="7365"/>
                  </a:lnTo>
                  <a:close/>
                </a:path>
                <a:path w="2063750" h="347980">
                  <a:moveTo>
                    <a:pt x="780287" y="8636"/>
                  </a:moveTo>
                  <a:lnTo>
                    <a:pt x="780287" y="5461"/>
                  </a:lnTo>
                  <a:lnTo>
                    <a:pt x="777494" y="3175"/>
                  </a:lnTo>
                  <a:lnTo>
                    <a:pt x="773683" y="3175"/>
                  </a:lnTo>
                  <a:lnTo>
                    <a:pt x="770890" y="3175"/>
                  </a:lnTo>
                  <a:lnTo>
                    <a:pt x="768223" y="5461"/>
                  </a:lnTo>
                  <a:lnTo>
                    <a:pt x="768223" y="8636"/>
                  </a:lnTo>
                  <a:lnTo>
                    <a:pt x="768223" y="74422"/>
                  </a:lnTo>
                  <a:lnTo>
                    <a:pt x="768223" y="76835"/>
                  </a:lnTo>
                  <a:lnTo>
                    <a:pt x="770890" y="79121"/>
                  </a:lnTo>
                  <a:lnTo>
                    <a:pt x="773683" y="79121"/>
                  </a:lnTo>
                  <a:lnTo>
                    <a:pt x="777494" y="79121"/>
                  </a:lnTo>
                  <a:lnTo>
                    <a:pt x="780287" y="76835"/>
                  </a:lnTo>
                  <a:lnTo>
                    <a:pt x="780287" y="74422"/>
                  </a:lnTo>
                  <a:lnTo>
                    <a:pt x="780287" y="8636"/>
                  </a:lnTo>
                  <a:close/>
                </a:path>
                <a:path w="2063750" h="347980">
                  <a:moveTo>
                    <a:pt x="716279" y="8762"/>
                  </a:moveTo>
                  <a:lnTo>
                    <a:pt x="716279" y="5461"/>
                  </a:lnTo>
                  <a:lnTo>
                    <a:pt x="713485" y="3175"/>
                  </a:lnTo>
                  <a:lnTo>
                    <a:pt x="709676" y="3175"/>
                  </a:lnTo>
                  <a:lnTo>
                    <a:pt x="706881" y="3175"/>
                  </a:lnTo>
                  <a:lnTo>
                    <a:pt x="704087" y="5461"/>
                  </a:lnTo>
                  <a:lnTo>
                    <a:pt x="704087" y="8762"/>
                  </a:lnTo>
                  <a:lnTo>
                    <a:pt x="704087" y="159638"/>
                  </a:lnTo>
                  <a:lnTo>
                    <a:pt x="704087" y="162178"/>
                  </a:lnTo>
                  <a:lnTo>
                    <a:pt x="706881" y="164464"/>
                  </a:lnTo>
                  <a:lnTo>
                    <a:pt x="709676" y="164464"/>
                  </a:lnTo>
                  <a:lnTo>
                    <a:pt x="713485" y="164464"/>
                  </a:lnTo>
                  <a:lnTo>
                    <a:pt x="716279" y="162178"/>
                  </a:lnTo>
                  <a:lnTo>
                    <a:pt x="716279" y="159638"/>
                  </a:lnTo>
                  <a:lnTo>
                    <a:pt x="716279" y="8762"/>
                  </a:lnTo>
                  <a:close/>
                </a:path>
                <a:path w="2063750" h="347980">
                  <a:moveTo>
                    <a:pt x="652272" y="8636"/>
                  </a:moveTo>
                  <a:lnTo>
                    <a:pt x="652272" y="5461"/>
                  </a:lnTo>
                  <a:lnTo>
                    <a:pt x="650112" y="3175"/>
                  </a:lnTo>
                  <a:lnTo>
                    <a:pt x="646302" y="3175"/>
                  </a:lnTo>
                  <a:lnTo>
                    <a:pt x="643127" y="3175"/>
                  </a:lnTo>
                  <a:lnTo>
                    <a:pt x="640079" y="5461"/>
                  </a:lnTo>
                  <a:lnTo>
                    <a:pt x="640079" y="8636"/>
                  </a:lnTo>
                  <a:lnTo>
                    <a:pt x="640079" y="74422"/>
                  </a:lnTo>
                  <a:lnTo>
                    <a:pt x="640079" y="76835"/>
                  </a:lnTo>
                  <a:lnTo>
                    <a:pt x="643127" y="79121"/>
                  </a:lnTo>
                  <a:lnTo>
                    <a:pt x="646302" y="79121"/>
                  </a:lnTo>
                  <a:lnTo>
                    <a:pt x="650112" y="79121"/>
                  </a:lnTo>
                  <a:lnTo>
                    <a:pt x="652272" y="76835"/>
                  </a:lnTo>
                  <a:lnTo>
                    <a:pt x="652272" y="74422"/>
                  </a:lnTo>
                  <a:lnTo>
                    <a:pt x="652272" y="8636"/>
                  </a:lnTo>
                  <a:close/>
                </a:path>
                <a:path w="2063750" h="347980">
                  <a:moveTo>
                    <a:pt x="588263" y="7365"/>
                  </a:moveTo>
                  <a:lnTo>
                    <a:pt x="588263" y="0"/>
                  </a:lnTo>
                  <a:lnTo>
                    <a:pt x="576072" y="0"/>
                  </a:lnTo>
                  <a:lnTo>
                    <a:pt x="576072" y="7365"/>
                  </a:lnTo>
                  <a:lnTo>
                    <a:pt x="576072" y="75691"/>
                  </a:lnTo>
                  <a:lnTo>
                    <a:pt x="576072" y="82296"/>
                  </a:lnTo>
                  <a:lnTo>
                    <a:pt x="588263" y="82296"/>
                  </a:lnTo>
                  <a:lnTo>
                    <a:pt x="588263" y="75691"/>
                  </a:lnTo>
                  <a:lnTo>
                    <a:pt x="588263" y="7365"/>
                  </a:lnTo>
                  <a:close/>
                </a:path>
                <a:path w="2063750" h="347980">
                  <a:moveTo>
                    <a:pt x="524128" y="8762"/>
                  </a:moveTo>
                  <a:lnTo>
                    <a:pt x="524128" y="5461"/>
                  </a:lnTo>
                  <a:lnTo>
                    <a:pt x="522224" y="3175"/>
                  </a:lnTo>
                  <a:lnTo>
                    <a:pt x="518159" y="3175"/>
                  </a:lnTo>
                  <a:lnTo>
                    <a:pt x="515111" y="3175"/>
                  </a:lnTo>
                  <a:lnTo>
                    <a:pt x="512191" y="5461"/>
                  </a:lnTo>
                  <a:lnTo>
                    <a:pt x="512191" y="8762"/>
                  </a:lnTo>
                  <a:lnTo>
                    <a:pt x="512191" y="159638"/>
                  </a:lnTo>
                  <a:lnTo>
                    <a:pt x="512191" y="162178"/>
                  </a:lnTo>
                  <a:lnTo>
                    <a:pt x="515111" y="164464"/>
                  </a:lnTo>
                  <a:lnTo>
                    <a:pt x="518159" y="164464"/>
                  </a:lnTo>
                  <a:lnTo>
                    <a:pt x="522224" y="164464"/>
                  </a:lnTo>
                  <a:lnTo>
                    <a:pt x="524128" y="162178"/>
                  </a:lnTo>
                  <a:lnTo>
                    <a:pt x="524128" y="159638"/>
                  </a:lnTo>
                  <a:lnTo>
                    <a:pt x="524128" y="8762"/>
                  </a:lnTo>
                  <a:close/>
                </a:path>
                <a:path w="2063750" h="347980">
                  <a:moveTo>
                    <a:pt x="460121" y="8636"/>
                  </a:moveTo>
                  <a:lnTo>
                    <a:pt x="460121" y="5461"/>
                  </a:lnTo>
                  <a:lnTo>
                    <a:pt x="457453" y="3175"/>
                  </a:lnTo>
                  <a:lnTo>
                    <a:pt x="454659" y="3175"/>
                  </a:lnTo>
                  <a:lnTo>
                    <a:pt x="450850" y="3175"/>
                  </a:lnTo>
                  <a:lnTo>
                    <a:pt x="448182" y="5461"/>
                  </a:lnTo>
                  <a:lnTo>
                    <a:pt x="448182" y="8636"/>
                  </a:lnTo>
                  <a:lnTo>
                    <a:pt x="448182" y="74422"/>
                  </a:lnTo>
                  <a:lnTo>
                    <a:pt x="449072" y="76835"/>
                  </a:lnTo>
                  <a:lnTo>
                    <a:pt x="450850" y="79121"/>
                  </a:lnTo>
                  <a:lnTo>
                    <a:pt x="454659" y="79121"/>
                  </a:lnTo>
                  <a:lnTo>
                    <a:pt x="457453" y="79121"/>
                  </a:lnTo>
                  <a:lnTo>
                    <a:pt x="460121" y="76835"/>
                  </a:lnTo>
                  <a:lnTo>
                    <a:pt x="460121" y="74422"/>
                  </a:lnTo>
                  <a:lnTo>
                    <a:pt x="460121" y="8636"/>
                  </a:lnTo>
                  <a:close/>
                </a:path>
                <a:path w="2063750" h="347980">
                  <a:moveTo>
                    <a:pt x="393192" y="8636"/>
                  </a:moveTo>
                  <a:lnTo>
                    <a:pt x="393192" y="5461"/>
                  </a:lnTo>
                  <a:lnTo>
                    <a:pt x="391668" y="3175"/>
                  </a:lnTo>
                  <a:lnTo>
                    <a:pt x="388620" y="3175"/>
                  </a:lnTo>
                  <a:lnTo>
                    <a:pt x="386333" y="3175"/>
                  </a:lnTo>
                  <a:lnTo>
                    <a:pt x="384048" y="5461"/>
                  </a:lnTo>
                  <a:lnTo>
                    <a:pt x="384048" y="8636"/>
                  </a:lnTo>
                  <a:lnTo>
                    <a:pt x="384048" y="74422"/>
                  </a:lnTo>
                  <a:lnTo>
                    <a:pt x="384048" y="76835"/>
                  </a:lnTo>
                  <a:lnTo>
                    <a:pt x="386333" y="79121"/>
                  </a:lnTo>
                  <a:lnTo>
                    <a:pt x="388620" y="79121"/>
                  </a:lnTo>
                  <a:lnTo>
                    <a:pt x="391668" y="79121"/>
                  </a:lnTo>
                  <a:lnTo>
                    <a:pt x="393192" y="76835"/>
                  </a:lnTo>
                  <a:lnTo>
                    <a:pt x="393192" y="74422"/>
                  </a:lnTo>
                  <a:lnTo>
                    <a:pt x="393192" y="8636"/>
                  </a:lnTo>
                  <a:close/>
                </a:path>
                <a:path w="2063750" h="347980">
                  <a:moveTo>
                    <a:pt x="329183" y="7365"/>
                  </a:moveTo>
                  <a:lnTo>
                    <a:pt x="329183" y="0"/>
                  </a:lnTo>
                  <a:lnTo>
                    <a:pt x="320040" y="0"/>
                  </a:lnTo>
                  <a:lnTo>
                    <a:pt x="320040" y="7365"/>
                  </a:lnTo>
                  <a:lnTo>
                    <a:pt x="320040" y="161036"/>
                  </a:lnTo>
                  <a:lnTo>
                    <a:pt x="320040" y="167639"/>
                  </a:lnTo>
                  <a:lnTo>
                    <a:pt x="329183" y="167639"/>
                  </a:lnTo>
                  <a:lnTo>
                    <a:pt x="329183" y="161036"/>
                  </a:lnTo>
                  <a:lnTo>
                    <a:pt x="329183" y="7365"/>
                  </a:lnTo>
                  <a:close/>
                </a:path>
                <a:path w="2063750" h="347980">
                  <a:moveTo>
                    <a:pt x="265049" y="8636"/>
                  </a:moveTo>
                  <a:lnTo>
                    <a:pt x="265049" y="5461"/>
                  </a:lnTo>
                  <a:lnTo>
                    <a:pt x="263651" y="3175"/>
                  </a:lnTo>
                  <a:lnTo>
                    <a:pt x="260603" y="3175"/>
                  </a:lnTo>
                  <a:lnTo>
                    <a:pt x="258318" y="3175"/>
                  </a:lnTo>
                  <a:lnTo>
                    <a:pt x="256158" y="5461"/>
                  </a:lnTo>
                  <a:lnTo>
                    <a:pt x="256158" y="8636"/>
                  </a:lnTo>
                  <a:lnTo>
                    <a:pt x="256158" y="74422"/>
                  </a:lnTo>
                  <a:lnTo>
                    <a:pt x="256158" y="76835"/>
                  </a:lnTo>
                  <a:lnTo>
                    <a:pt x="258318" y="79121"/>
                  </a:lnTo>
                  <a:lnTo>
                    <a:pt x="260603" y="79121"/>
                  </a:lnTo>
                  <a:lnTo>
                    <a:pt x="263651" y="79121"/>
                  </a:lnTo>
                  <a:lnTo>
                    <a:pt x="265049" y="76835"/>
                  </a:lnTo>
                  <a:lnTo>
                    <a:pt x="265049" y="74422"/>
                  </a:lnTo>
                  <a:lnTo>
                    <a:pt x="265049" y="8636"/>
                  </a:lnTo>
                  <a:close/>
                </a:path>
                <a:path w="2063750" h="347980">
                  <a:moveTo>
                    <a:pt x="201041" y="8636"/>
                  </a:moveTo>
                  <a:lnTo>
                    <a:pt x="201041" y="5461"/>
                  </a:lnTo>
                  <a:lnTo>
                    <a:pt x="198881" y="3175"/>
                  </a:lnTo>
                  <a:lnTo>
                    <a:pt x="196596" y="3175"/>
                  </a:lnTo>
                  <a:lnTo>
                    <a:pt x="194309" y="3175"/>
                  </a:lnTo>
                  <a:lnTo>
                    <a:pt x="192150" y="5461"/>
                  </a:lnTo>
                  <a:lnTo>
                    <a:pt x="192150" y="8636"/>
                  </a:lnTo>
                  <a:lnTo>
                    <a:pt x="192150" y="74422"/>
                  </a:lnTo>
                  <a:lnTo>
                    <a:pt x="192150" y="76835"/>
                  </a:lnTo>
                  <a:lnTo>
                    <a:pt x="194309" y="79121"/>
                  </a:lnTo>
                  <a:lnTo>
                    <a:pt x="196596" y="79121"/>
                  </a:lnTo>
                  <a:lnTo>
                    <a:pt x="198881" y="79121"/>
                  </a:lnTo>
                  <a:lnTo>
                    <a:pt x="201041" y="76835"/>
                  </a:lnTo>
                  <a:lnTo>
                    <a:pt x="201041" y="74422"/>
                  </a:lnTo>
                  <a:lnTo>
                    <a:pt x="201041" y="8636"/>
                  </a:lnTo>
                  <a:close/>
                </a:path>
                <a:path w="2063750" h="347980">
                  <a:moveTo>
                    <a:pt x="9144" y="8636"/>
                  </a:moveTo>
                  <a:lnTo>
                    <a:pt x="9144" y="5461"/>
                  </a:lnTo>
                  <a:lnTo>
                    <a:pt x="6857" y="3175"/>
                  </a:lnTo>
                  <a:lnTo>
                    <a:pt x="4572" y="3175"/>
                  </a:lnTo>
                  <a:lnTo>
                    <a:pt x="2285" y="3175"/>
                  </a:lnTo>
                  <a:lnTo>
                    <a:pt x="0" y="5461"/>
                  </a:lnTo>
                  <a:lnTo>
                    <a:pt x="0" y="8636"/>
                  </a:lnTo>
                  <a:lnTo>
                    <a:pt x="0" y="74422"/>
                  </a:lnTo>
                  <a:lnTo>
                    <a:pt x="0" y="76835"/>
                  </a:lnTo>
                  <a:lnTo>
                    <a:pt x="2285" y="79121"/>
                  </a:lnTo>
                  <a:lnTo>
                    <a:pt x="4572" y="79121"/>
                  </a:lnTo>
                  <a:lnTo>
                    <a:pt x="6857" y="79121"/>
                  </a:lnTo>
                  <a:lnTo>
                    <a:pt x="9144" y="76835"/>
                  </a:lnTo>
                  <a:lnTo>
                    <a:pt x="9144" y="74422"/>
                  </a:lnTo>
                  <a:lnTo>
                    <a:pt x="9144" y="8636"/>
                  </a:lnTo>
                  <a:close/>
                </a:path>
                <a:path w="2063750" h="347980">
                  <a:moveTo>
                    <a:pt x="137159" y="8762"/>
                  </a:moveTo>
                  <a:lnTo>
                    <a:pt x="137159" y="5461"/>
                  </a:lnTo>
                  <a:lnTo>
                    <a:pt x="134874" y="3175"/>
                  </a:lnTo>
                  <a:lnTo>
                    <a:pt x="132587" y="3175"/>
                  </a:lnTo>
                  <a:lnTo>
                    <a:pt x="130428" y="3175"/>
                  </a:lnTo>
                  <a:lnTo>
                    <a:pt x="128143" y="5461"/>
                  </a:lnTo>
                  <a:lnTo>
                    <a:pt x="128143" y="8762"/>
                  </a:lnTo>
                  <a:lnTo>
                    <a:pt x="128143" y="159638"/>
                  </a:lnTo>
                  <a:lnTo>
                    <a:pt x="128143" y="162178"/>
                  </a:lnTo>
                  <a:lnTo>
                    <a:pt x="130428" y="164464"/>
                  </a:lnTo>
                  <a:lnTo>
                    <a:pt x="132587" y="164464"/>
                  </a:lnTo>
                  <a:lnTo>
                    <a:pt x="134874" y="164464"/>
                  </a:lnTo>
                  <a:lnTo>
                    <a:pt x="137159" y="162178"/>
                  </a:lnTo>
                  <a:lnTo>
                    <a:pt x="137159" y="159638"/>
                  </a:lnTo>
                  <a:lnTo>
                    <a:pt x="137159" y="8762"/>
                  </a:lnTo>
                  <a:close/>
                </a:path>
                <a:path w="2063750" h="347980">
                  <a:moveTo>
                    <a:pt x="1972182" y="347472"/>
                  </a:moveTo>
                  <a:lnTo>
                    <a:pt x="2048153" y="347472"/>
                  </a:lnTo>
                  <a:lnTo>
                    <a:pt x="2048153" y="274320"/>
                  </a:lnTo>
                  <a:lnTo>
                    <a:pt x="1972182" y="274320"/>
                  </a:lnTo>
                  <a:lnTo>
                    <a:pt x="1972182" y="347472"/>
                  </a:lnTo>
                  <a:close/>
                </a:path>
                <a:path w="2063750" h="347980">
                  <a:moveTo>
                    <a:pt x="1856358" y="347472"/>
                  </a:moveTo>
                  <a:lnTo>
                    <a:pt x="1932329" y="347472"/>
                  </a:lnTo>
                  <a:lnTo>
                    <a:pt x="1932329" y="274320"/>
                  </a:lnTo>
                  <a:lnTo>
                    <a:pt x="1856358" y="274320"/>
                  </a:lnTo>
                  <a:lnTo>
                    <a:pt x="1856358" y="347472"/>
                  </a:lnTo>
                  <a:close/>
                </a:path>
                <a:path w="2063750" h="347980">
                  <a:moveTo>
                    <a:pt x="1743582" y="347472"/>
                  </a:moveTo>
                  <a:lnTo>
                    <a:pt x="1816515" y="347472"/>
                  </a:lnTo>
                  <a:lnTo>
                    <a:pt x="1816515" y="274320"/>
                  </a:lnTo>
                  <a:lnTo>
                    <a:pt x="1743582" y="274320"/>
                  </a:lnTo>
                  <a:lnTo>
                    <a:pt x="1743582" y="347472"/>
                  </a:lnTo>
                  <a:close/>
                </a:path>
                <a:path w="2063750" h="347980">
                  <a:moveTo>
                    <a:pt x="1627758" y="347472"/>
                  </a:moveTo>
                  <a:lnTo>
                    <a:pt x="1700799" y="347472"/>
                  </a:lnTo>
                  <a:lnTo>
                    <a:pt x="1700799" y="274320"/>
                  </a:lnTo>
                  <a:lnTo>
                    <a:pt x="1627758" y="274320"/>
                  </a:lnTo>
                  <a:lnTo>
                    <a:pt x="1627758" y="347472"/>
                  </a:lnTo>
                  <a:close/>
                </a:path>
                <a:path w="2063750" h="347980">
                  <a:moveTo>
                    <a:pt x="1511807" y="347472"/>
                  </a:moveTo>
                  <a:lnTo>
                    <a:pt x="1588007" y="347472"/>
                  </a:lnTo>
                  <a:lnTo>
                    <a:pt x="1588007" y="274320"/>
                  </a:lnTo>
                  <a:lnTo>
                    <a:pt x="1511807" y="274320"/>
                  </a:lnTo>
                  <a:lnTo>
                    <a:pt x="1511807" y="347472"/>
                  </a:lnTo>
                  <a:close/>
                </a:path>
                <a:path w="2063750" h="347980">
                  <a:moveTo>
                    <a:pt x="1399031" y="347472"/>
                  </a:moveTo>
                  <a:lnTo>
                    <a:pt x="1472183" y="347472"/>
                  </a:lnTo>
                  <a:lnTo>
                    <a:pt x="1472183" y="274320"/>
                  </a:lnTo>
                  <a:lnTo>
                    <a:pt x="1399031" y="274320"/>
                  </a:lnTo>
                  <a:lnTo>
                    <a:pt x="1399031" y="347472"/>
                  </a:lnTo>
                  <a:close/>
                </a:path>
                <a:path w="2063750" h="347980">
                  <a:moveTo>
                    <a:pt x="1283207" y="347472"/>
                  </a:moveTo>
                  <a:lnTo>
                    <a:pt x="1356359" y="347472"/>
                  </a:lnTo>
                  <a:lnTo>
                    <a:pt x="1356359" y="274320"/>
                  </a:lnTo>
                  <a:lnTo>
                    <a:pt x="1283207" y="274320"/>
                  </a:lnTo>
                  <a:lnTo>
                    <a:pt x="1283207" y="347472"/>
                  </a:lnTo>
                  <a:close/>
                </a:path>
              </a:pathLst>
            </a:custGeom>
            <a:ln w="914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1" name="object 181" descr="Изображение выглядит как карта  Содержимое, созданное искусственным интеллектом, может быть неверным.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1158239" y="2267711"/>
              <a:ext cx="5035296" cy="3236976"/>
            </a:xfrm>
            <a:prstGeom prst="rect">
              <a:avLst/>
            </a:prstGeom>
          </p:spPr>
        </p:pic>
      </p:grpSp>
      <p:sp>
        <p:nvSpPr>
          <p:cNvPr id="182" name="object 18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10"/>
              <a:t>ИКОНКИ</a:t>
            </a:r>
          </a:p>
        </p:txBody>
      </p:sp>
      <p:sp>
        <p:nvSpPr>
          <p:cNvPr id="183" name="object 18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45415" rIns="0" bIns="0" rtlCol="0" vert="horz">
            <a:spAutoFit/>
          </a:bodyPr>
          <a:lstStyle/>
          <a:p>
            <a:pPr marL="63500">
              <a:lnSpc>
                <a:spcPts val="1425"/>
              </a:lnSpc>
            </a:pPr>
            <a:fld id="{81D60167-4931-47E6-BA6A-407CBD079E47}" type="slidenum">
              <a:rPr dirty="0" spc="-25"/>
              <a:t>21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2026-09-24T18:56:55Z</dcterms:created>
  <dcterms:modified xsi:type="dcterms:W3CDTF">2026-09-24T18:56:55Z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2026-09-24T00:00:00Z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2026-09-24T00:00:00Z</vt:filetime>
  </property>
  <property fmtid="{D5CDD505-2E9C-101B-9397-08002B2CF9AE}" pid="6" name="Producer">
    <vt:lpwstr>www.ilovepdf.com</vt:lpwstr>
  </property>
</Properties>
</file>